
<file path=[Content_Types].xml><?xml version="1.0" encoding="utf-8"?>
<Types xmlns="http://schemas.openxmlformats.org/package/2006/content-types">
  <Default Extension="gif" ContentType="image/gif"/>
  <Default Extension="glb" ContentType="model/gltf.binary"/>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sldIdLst>
    <p:sldId id="256" r:id="rId5"/>
    <p:sldId id="270" r:id="rId6"/>
    <p:sldId id="278" r:id="rId7"/>
    <p:sldId id="298" r:id="rId8"/>
    <p:sldId id="299" r:id="rId9"/>
    <p:sldId id="300" r:id="rId10"/>
    <p:sldId id="364" r:id="rId11"/>
    <p:sldId id="365" r:id="rId12"/>
    <p:sldId id="382" r:id="rId13"/>
    <p:sldId id="366" r:id="rId14"/>
    <p:sldId id="268" r:id="rId15"/>
    <p:sldId id="360" r:id="rId16"/>
    <p:sldId id="361" r:id="rId17"/>
    <p:sldId id="359" r:id="rId18"/>
    <p:sldId id="362" r:id="rId19"/>
    <p:sldId id="309" r:id="rId20"/>
    <p:sldId id="385" r:id="rId21"/>
    <p:sldId id="303" r:id="rId22"/>
    <p:sldId id="310" r:id="rId23"/>
    <p:sldId id="373" r:id="rId24"/>
    <p:sldId id="374" r:id="rId25"/>
    <p:sldId id="375" r:id="rId26"/>
    <p:sldId id="370" r:id="rId27"/>
    <p:sldId id="317" r:id="rId28"/>
    <p:sldId id="329" r:id="rId29"/>
    <p:sldId id="363" r:id="rId30"/>
    <p:sldId id="381" r:id="rId31"/>
    <p:sldId id="371" r:id="rId32"/>
    <p:sldId id="380" r:id="rId33"/>
    <p:sldId id="325" r:id="rId34"/>
    <p:sldId id="326" r:id="rId35"/>
    <p:sldId id="368" r:id="rId36"/>
    <p:sldId id="367" r:id="rId37"/>
    <p:sldId id="369" r:id="rId38"/>
    <p:sldId id="336" r:id="rId39"/>
    <p:sldId id="384" r:id="rId40"/>
    <p:sldId id="383" r:id="rId41"/>
    <p:sldId id="337" r:id="rId42"/>
    <p:sldId id="353" r:id="rId43"/>
    <p:sldId id="355" r:id="rId44"/>
    <p:sldId id="356" r:id="rId45"/>
    <p:sldId id="338" r:id="rId46"/>
    <p:sldId id="351"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076"/>
    <a:srgbClr val="7791B6"/>
    <a:srgbClr val="FFFFFF"/>
    <a:srgbClr val="70AD47"/>
    <a:srgbClr val="ED7D31"/>
    <a:srgbClr val="FFD456"/>
    <a:srgbClr val="FFA182"/>
    <a:srgbClr val="A9B5FF"/>
    <a:srgbClr val="4472C4"/>
    <a:srgbClr val="FFC1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7" autoAdjust="0"/>
    <p:restoredTop sz="63396" autoAdjust="0"/>
  </p:normalViewPr>
  <p:slideViewPr>
    <p:cSldViewPr snapToGrid="0">
      <p:cViewPr varScale="1">
        <p:scale>
          <a:sx n="54" d="100"/>
          <a:sy n="54" d="100"/>
        </p:scale>
        <p:origin x="1306" y="72"/>
      </p:cViewPr>
      <p:guideLst/>
    </p:cSldViewPr>
  </p:slideViewPr>
  <p:notesTextViewPr>
    <p:cViewPr>
      <p:scale>
        <a:sx n="125" d="100"/>
        <a:sy n="125" d="100"/>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6D50B-989A-4331-B8B8-78191699F90B}" type="datetimeFigureOut">
              <a:rPr lang="fr-FR" smtClean="0"/>
              <a:t>11/06/2024</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B12B89-227F-45A6-87E4-4DB9CA0857F2}" type="slidenum">
              <a:rPr lang="fr-FR" smtClean="0"/>
              <a:t>‹N°›</a:t>
            </a:fld>
            <a:endParaRPr lang="fr-FR"/>
          </a:p>
        </p:txBody>
      </p:sp>
    </p:spTree>
    <p:extLst>
      <p:ext uri="{BB962C8B-B14F-4D97-AF65-F5344CB8AC3E}">
        <p14:creationId xmlns:p14="http://schemas.microsoft.com/office/powerpoint/2010/main" val="144511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5000"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5000" kern="1200" baseline="0" dirty="0">
                <a:solidFill>
                  <a:schemeClr val="tx1"/>
                </a:solidFill>
                <a:latin typeface="+mn-lt"/>
                <a:ea typeface="+mn-ea"/>
                <a:cs typeface="+mn-cs"/>
              </a:rPr>
              <a:t>Bonjour à tous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5000" kern="1200" baseline="0" dirty="0">
                <a:solidFill>
                  <a:schemeClr val="tx1"/>
                </a:solidFill>
                <a:latin typeface="+mn-lt"/>
                <a:ea typeface="+mn-ea"/>
                <a:cs typeface="+mn-cs"/>
              </a:rPr>
              <a:t>Messieurs les membres du jury, nous tenons tout d'abord à vous remercier d'avoir montré de l'intérêt pour notre projet de fin d'études intitulé "</a:t>
            </a:r>
            <a:r>
              <a:rPr lang="fr-FR" sz="5000" b="1" dirty="0">
                <a:solidFill>
                  <a:srgbClr val="003076"/>
                </a:solidFill>
                <a:latin typeface="+mn-lt"/>
                <a:cs typeface="Times New Roman" panose="02020603050405020304" pitchFamily="18" charset="0"/>
              </a:rPr>
              <a:t>Réalisation d’une application web de Gestion de Maintenance Assistée par Ordinateur(GMAO) dans la société MAHDCO</a:t>
            </a:r>
          </a:p>
          <a:p>
            <a:pPr marL="0" marR="0" indent="0" algn="l" defTabSz="914400" rtl="0" eaLnBrk="1" fontAlgn="auto" latinLnBrk="0" hangingPunct="1">
              <a:lnSpc>
                <a:spcPct val="100000"/>
              </a:lnSpc>
              <a:spcBef>
                <a:spcPts val="0"/>
              </a:spcBef>
              <a:spcAft>
                <a:spcPts val="0"/>
              </a:spcAft>
              <a:buClrTx/>
              <a:buSzTx/>
              <a:buFontTx/>
              <a:buNone/>
              <a:tabLst/>
              <a:defRPr/>
            </a:pPr>
            <a:r>
              <a:rPr lang="fr-FR" sz="5000" kern="1200" baseline="0" dirty="0">
                <a:solidFill>
                  <a:schemeClr val="tx1"/>
                </a:solidFill>
                <a:latin typeface="+mn-lt"/>
                <a:ea typeface="+mn-ea"/>
                <a:cs typeface="+mn-cs"/>
              </a:rPr>
              <a:t>« ,q</a:t>
            </a:r>
            <a:r>
              <a:rPr lang="fr-FR" sz="5000" b="0" kern="1200" baseline="0" dirty="0">
                <a:solidFill>
                  <a:schemeClr val="tx1"/>
                </a:solidFill>
                <a:latin typeface="+mn-lt"/>
                <a:ea typeface="+mn-ea"/>
                <a:cs typeface="+mn-cs"/>
              </a:rPr>
              <a:t>ui a été réalisé sous la supervision de mes encadrants, M. Zouhair Brahmia et M. Adam </a:t>
            </a:r>
            <a:r>
              <a:rPr lang="fr-FR" sz="5000" b="0" kern="1200" baseline="0" dirty="0" err="1">
                <a:solidFill>
                  <a:schemeClr val="tx1"/>
                </a:solidFill>
                <a:latin typeface="+mn-lt"/>
                <a:ea typeface="+mn-ea"/>
                <a:cs typeface="+mn-cs"/>
              </a:rPr>
              <a:t>Bouchaala</a:t>
            </a:r>
            <a:r>
              <a:rPr lang="fr-FR" sz="5000" b="0" kern="1200" baseline="0" dirty="0">
                <a:solidFill>
                  <a:schemeClr val="tx1"/>
                </a:solidFill>
                <a:latin typeface="+mn-lt"/>
                <a:ea typeface="+mn-ea"/>
                <a:cs typeface="+mn-cs"/>
              </a:rPr>
              <a:t>, et en collaboration avec l'organisme d'accueil, </a:t>
            </a:r>
            <a:r>
              <a:rPr lang="fr-FR" sz="5000" b="0" kern="1200" baseline="0" dirty="0" err="1">
                <a:solidFill>
                  <a:schemeClr val="tx1"/>
                </a:solidFill>
                <a:latin typeface="+mn-lt"/>
                <a:ea typeface="+mn-ea"/>
                <a:cs typeface="+mn-cs"/>
              </a:rPr>
              <a:t>AdvantryX</a:t>
            </a:r>
            <a:r>
              <a:rPr lang="fr-FR" sz="5000" b="0" kern="1200" baseline="0" dirty="0">
                <a:solidFill>
                  <a:schemeClr val="tx1"/>
                </a:solidFill>
                <a:latin typeface="+mn-lt"/>
                <a:ea typeface="+mn-ea"/>
                <a:cs typeface="+mn-cs"/>
              </a:rPr>
              <a:t>.</a:t>
            </a:r>
          </a:p>
          <a:p>
            <a:br>
              <a:rPr lang="fr-FR" sz="5400" dirty="0"/>
            </a:br>
            <a:endParaRPr lang="fr-FR" sz="5400" dirty="0"/>
          </a:p>
        </p:txBody>
      </p:sp>
      <p:sp>
        <p:nvSpPr>
          <p:cNvPr id="4" name="Slide Number Placeholder 3"/>
          <p:cNvSpPr>
            <a:spLocks noGrp="1"/>
          </p:cNvSpPr>
          <p:nvPr>
            <p:ph type="sldNum" sz="quarter" idx="5"/>
          </p:nvPr>
        </p:nvSpPr>
        <p:spPr/>
        <p:txBody>
          <a:bodyPr/>
          <a:lstStyle/>
          <a:p>
            <a:fld id="{71B12B89-227F-45A6-87E4-4DB9CA0857F2}" type="slidenum">
              <a:rPr lang="fr-FR" smtClean="0"/>
              <a:t>1</a:t>
            </a:fld>
            <a:endParaRPr lang="fr-FR"/>
          </a:p>
        </p:txBody>
      </p:sp>
    </p:spTree>
    <p:extLst>
      <p:ext uri="{BB962C8B-B14F-4D97-AF65-F5344CB8AC3E}">
        <p14:creationId xmlns:p14="http://schemas.microsoft.com/office/powerpoint/2010/main" val="47309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Le plan de notre  exposé  est constitué de 9 partie : Tout d'abord, nous allons  présenter du lieu du stage. </a:t>
            </a:r>
            <a:br>
              <a:rPr lang="fr-FR" sz="1200" b="0" i="0" kern="1200" dirty="0">
                <a:solidFill>
                  <a:schemeClr val="tx1"/>
                </a:solidFill>
                <a:effectLst/>
                <a:latin typeface="+mn-lt"/>
                <a:ea typeface="+mn-ea"/>
                <a:cs typeface="+mn-cs"/>
              </a:rPr>
            </a:b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2</a:t>
            </a:fld>
            <a:endParaRPr lang="fr-FR"/>
          </a:p>
        </p:txBody>
      </p:sp>
    </p:spTree>
    <p:extLst>
      <p:ext uri="{BB962C8B-B14F-4D97-AF65-F5344CB8AC3E}">
        <p14:creationId xmlns:p14="http://schemas.microsoft.com/office/powerpoint/2010/main" val="4076520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0D0D0D"/>
                </a:solidFill>
                <a:effectLst/>
                <a:latin typeface="Söhne"/>
              </a:rPr>
              <a:t>Ensuite, nous vous présenterons l'application que nous avons développée,</a:t>
            </a:r>
            <a:endParaRPr lang="en-US" sz="12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3</a:t>
            </a:fld>
            <a:endParaRPr lang="fr-FR"/>
          </a:p>
        </p:txBody>
      </p:sp>
    </p:spTree>
    <p:extLst>
      <p:ext uri="{BB962C8B-B14F-4D97-AF65-F5344CB8AC3E}">
        <p14:creationId xmlns:p14="http://schemas.microsoft.com/office/powerpoint/2010/main" val="1581093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374151"/>
                </a:solidFill>
                <a:effectLst/>
                <a:latin typeface="Söhne"/>
              </a:rPr>
              <a:t>Puis</a:t>
            </a:r>
            <a:r>
              <a:rPr lang="fr-FR" b="0" i="0" dirty="0">
                <a:solidFill>
                  <a:srgbClr val="0D0D0D"/>
                </a:solidFill>
                <a:effectLst/>
                <a:latin typeface="Söhne"/>
              </a:rPr>
              <a:t>, nous décrirons les processus métier actuels.</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4</a:t>
            </a:fld>
            <a:endParaRPr lang="fr-FR"/>
          </a:p>
        </p:txBody>
      </p:sp>
    </p:spTree>
    <p:extLst>
      <p:ext uri="{BB962C8B-B14F-4D97-AF65-F5344CB8AC3E}">
        <p14:creationId xmlns:p14="http://schemas.microsoft.com/office/powerpoint/2010/main" val="2739800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Après, nous passerons en revue les fonctionnalités clés de l'application.</a:t>
            </a:r>
            <a:endParaRPr lang="fr-F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5</a:t>
            </a:fld>
            <a:endParaRPr lang="fr-FR"/>
          </a:p>
        </p:txBody>
      </p:sp>
    </p:spTree>
    <p:extLst>
      <p:ext uri="{BB962C8B-B14F-4D97-AF65-F5344CB8AC3E}">
        <p14:creationId xmlns:p14="http://schemas.microsoft.com/office/powerpoint/2010/main" val="1422586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Dans la 5éme partie , Nous présenterons  les principaux objectifs visés par cette application.</a:t>
            </a:r>
            <a:endParaRPr lang="fr-F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6</a:t>
            </a:fld>
            <a:endParaRPr lang="fr-FR"/>
          </a:p>
        </p:txBody>
      </p:sp>
    </p:spTree>
    <p:extLst>
      <p:ext uri="{BB962C8B-B14F-4D97-AF65-F5344CB8AC3E}">
        <p14:creationId xmlns:p14="http://schemas.microsoft.com/office/powerpoint/2010/main" val="3337363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Dans la 6éme partie , nous mentionnons  les outils utilisés dans  le développement de l'application.</a:t>
            </a:r>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7</a:t>
            </a:fld>
            <a:endParaRPr lang="fr-FR"/>
          </a:p>
        </p:txBody>
      </p:sp>
    </p:spTree>
    <p:extLst>
      <p:ext uri="{BB962C8B-B14F-4D97-AF65-F5344CB8AC3E}">
        <p14:creationId xmlns:p14="http://schemas.microsoft.com/office/powerpoint/2010/main" val="2613502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Dans la 7éme partie , nous donnerons   l'architecture de l'application.</a:t>
            </a:r>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8</a:t>
            </a:fld>
            <a:endParaRPr lang="fr-FR"/>
          </a:p>
        </p:txBody>
      </p:sp>
    </p:spTree>
    <p:extLst>
      <p:ext uri="{BB962C8B-B14F-4D97-AF65-F5344CB8AC3E}">
        <p14:creationId xmlns:p14="http://schemas.microsoft.com/office/powerpoint/2010/main" val="254486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Dans la 8éme partie ,nous ferons une démonstration de  notre application</a:t>
            </a:r>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9</a:t>
            </a:fld>
            <a:endParaRPr lang="fr-FR"/>
          </a:p>
        </p:txBody>
      </p:sp>
    </p:spTree>
    <p:extLst>
      <p:ext uri="{BB962C8B-B14F-4D97-AF65-F5344CB8AC3E}">
        <p14:creationId xmlns:p14="http://schemas.microsoft.com/office/powerpoint/2010/main" val="1123035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Enfin, nous conclurons cette  présentation en évoquant quelques perspectives intéressantes pour l'avenir.</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10</a:t>
            </a:fld>
            <a:endParaRPr lang="fr-FR"/>
          </a:p>
        </p:txBody>
      </p:sp>
    </p:spTree>
    <p:extLst>
      <p:ext uri="{BB962C8B-B14F-4D97-AF65-F5344CB8AC3E}">
        <p14:creationId xmlns:p14="http://schemas.microsoft.com/office/powerpoint/2010/main" val="828490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À l'ère de l'industrie 4.0, les avancées technologiques numériques ont engendré un impact significatif dans de nombreux secteurs.</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11</a:t>
            </a:fld>
            <a:endParaRPr lang="fr-FR"/>
          </a:p>
        </p:txBody>
      </p:sp>
    </p:spTree>
    <p:extLst>
      <p:ext uri="{BB962C8B-B14F-4D97-AF65-F5344CB8AC3E}">
        <p14:creationId xmlns:p14="http://schemas.microsoft.com/office/powerpoint/2010/main" val="3420145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48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4800" b="0" i="0" kern="1200" dirty="0">
                <a:solidFill>
                  <a:schemeClr val="tx1"/>
                </a:solidFill>
                <a:effectLst/>
                <a:latin typeface="+mn-lt"/>
                <a:ea typeface="+mn-ea"/>
                <a:cs typeface="+mn-cs"/>
              </a:rPr>
              <a:t>Dans ce contexte, le projet que nous présentons trouve sa pertinence au sein de la société </a:t>
            </a:r>
            <a:r>
              <a:rPr lang="fr-FR" sz="4800" b="0" i="0" kern="1200" dirty="0" err="1">
                <a:solidFill>
                  <a:schemeClr val="tx1"/>
                </a:solidFill>
                <a:effectLst/>
                <a:latin typeface="+mn-lt"/>
                <a:ea typeface="+mn-ea"/>
                <a:cs typeface="+mn-cs"/>
              </a:rPr>
              <a:t>Advantry</a:t>
            </a:r>
            <a:r>
              <a:rPr lang="fr-FR" sz="4800" b="0" i="0" kern="1200" dirty="0">
                <a:solidFill>
                  <a:schemeClr val="tx1"/>
                </a:solidFill>
                <a:effectLst/>
                <a:latin typeface="+mn-lt"/>
                <a:ea typeface="+mn-ea"/>
                <a:cs typeface="+mn-cs"/>
              </a:rPr>
              <a:t> X, située à Route de Tunis KM10, où nous avons  effectué notre stage de 4 </a:t>
            </a:r>
            <a:r>
              <a:rPr lang="fr-FR" sz="4800" b="0" i="0" kern="1200" dirty="0" err="1">
                <a:solidFill>
                  <a:schemeClr val="tx1"/>
                </a:solidFill>
                <a:effectLst/>
                <a:latin typeface="+mn-lt"/>
                <a:ea typeface="+mn-ea"/>
                <a:cs typeface="+mn-cs"/>
              </a:rPr>
              <a:t>mois.cette</a:t>
            </a:r>
            <a:r>
              <a:rPr lang="fr-FR" sz="4800" b="0" i="0" kern="1200" dirty="0">
                <a:solidFill>
                  <a:schemeClr val="tx1"/>
                </a:solidFill>
                <a:effectLst/>
                <a:latin typeface="+mn-lt"/>
                <a:ea typeface="+mn-ea"/>
                <a:cs typeface="+mn-cs"/>
              </a:rPr>
              <a:t> entreprise , Fondée en mars 2022, se spécialise dans la transformation digitale. En tant que fournisseur de services, </a:t>
            </a:r>
            <a:r>
              <a:rPr lang="fr-FR" sz="4800" b="0" i="0" kern="1200" dirty="0" err="1">
                <a:solidFill>
                  <a:schemeClr val="tx1"/>
                </a:solidFill>
                <a:effectLst/>
                <a:latin typeface="+mn-lt"/>
                <a:ea typeface="+mn-ea"/>
                <a:cs typeface="+mn-cs"/>
              </a:rPr>
              <a:t>Advantry</a:t>
            </a:r>
            <a:r>
              <a:rPr lang="fr-FR" sz="4800" b="0" i="0" kern="1200" dirty="0">
                <a:solidFill>
                  <a:schemeClr val="tx1"/>
                </a:solidFill>
                <a:effectLst/>
                <a:latin typeface="+mn-lt"/>
                <a:ea typeface="+mn-ea"/>
                <a:cs typeface="+mn-cs"/>
              </a:rPr>
              <a:t> X propose à ses clients une gamme complète de solutions axées sur la transformation digitale. Ces services englobent le conseil stratégique ainsi que la mise en œuvre de solutions technologiques avancées.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4800" b="0" i="0" kern="1200" dirty="0">
              <a:solidFill>
                <a:schemeClr val="tx1"/>
              </a:solidFill>
              <a:effectLst/>
              <a:latin typeface="+mn-lt"/>
              <a:ea typeface="+mn-ea"/>
              <a:cs typeface="+mn-cs"/>
            </a:endParaRPr>
          </a:p>
          <a:p>
            <a:pPr algn="l"/>
            <a:br>
              <a:rPr lang="fr-FR" sz="6600" b="0" i="0" dirty="0">
                <a:solidFill>
                  <a:srgbClr val="0D0D0D"/>
                </a:solidFill>
                <a:effectLst/>
                <a:latin typeface="ui-sans-serif"/>
              </a:rPr>
            </a:br>
            <a:r>
              <a:rPr lang="fr-FR" sz="6600" b="0" i="0" dirty="0">
                <a:solidFill>
                  <a:srgbClr val="0D0D0D"/>
                </a:solidFill>
                <a:effectLst/>
                <a:latin typeface="ui-sans-serif"/>
              </a:rPr>
              <a:t>R&amp;D signifie "Recherche et Développement" (en anglais "</a:t>
            </a:r>
            <a:r>
              <a:rPr lang="fr-FR" sz="6600" b="0" i="0" dirty="0" err="1">
                <a:solidFill>
                  <a:srgbClr val="0D0D0D"/>
                </a:solidFill>
                <a:effectLst/>
                <a:latin typeface="ui-sans-serif"/>
              </a:rPr>
              <a:t>Research</a:t>
            </a:r>
            <a:r>
              <a:rPr lang="fr-FR" sz="6600" b="0" i="0" dirty="0">
                <a:solidFill>
                  <a:srgbClr val="0D0D0D"/>
                </a:solidFill>
                <a:effectLst/>
                <a:latin typeface="ui-sans-serif"/>
              </a:rPr>
              <a:t> and </a:t>
            </a:r>
            <a:r>
              <a:rPr lang="fr-FR" sz="6600" b="0" i="0" dirty="0" err="1">
                <a:solidFill>
                  <a:srgbClr val="0D0D0D"/>
                </a:solidFill>
                <a:effectLst/>
                <a:latin typeface="ui-sans-serif"/>
              </a:rPr>
              <a:t>Development</a:t>
            </a:r>
            <a:r>
              <a:rPr lang="fr-FR" sz="6600" b="0" i="0" dirty="0">
                <a:solidFill>
                  <a:srgbClr val="0D0D0D"/>
                </a:solidFill>
                <a:effectLst/>
                <a:latin typeface="ui-sans-serif"/>
              </a:rPr>
              <a:t>"). Ce terme désigne l'ensemble des activités entreprises par une entreprise ou une organisation pour développer de nouveaux produits ou services, améliorer ceux qui existent déjà, ou créer de nouvelles technologies et méthodes.</a:t>
            </a:r>
          </a:p>
          <a:p>
            <a:pPr algn="l"/>
            <a:r>
              <a:rPr lang="fr-FR" sz="6600" b="0" i="0" dirty="0">
                <a:solidFill>
                  <a:srgbClr val="0D0D0D"/>
                </a:solidFill>
                <a:effectLst/>
                <a:latin typeface="ui-sans-serif"/>
              </a:rPr>
              <a:t>Les activités de R&amp;D sont cruciales pour l'innovation et la compétitivité d'une entreprise, car elles permettent de répondre aux évolutions du marché et aux attentes des consommateurs, de se différencier de la concurrence et d'améliorer les processus internes. Les dépenses en R&amp;D sont souvent un indicateur de l'engagement d'une entreprise envers l'innovation et le progrès technologique.</a:t>
            </a:r>
          </a:p>
          <a:p>
            <a:pPr algn="l"/>
            <a:r>
              <a:rPr lang="fr-FR" sz="6600" b="0" i="0" dirty="0">
                <a:solidFill>
                  <a:srgbClr val="0D0D0D"/>
                </a:solidFill>
                <a:effectLst/>
                <a:latin typeface="ui-sans-serif"/>
              </a:rPr>
              <a:t>En résumé, la R&amp;D est un domaine stratégique qui englobe la recherche scientifique et technique ainsi que le développement de nouvelles applications basées sur ces recherches.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4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4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48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6600" dirty="0"/>
              <a:t>Dans ce contexte, le projet que nous présentons trouve sa pertinence au sein de la société </a:t>
            </a:r>
            <a:r>
              <a:rPr lang="fr-FR" sz="6600" dirty="0" err="1"/>
              <a:t>Advantry</a:t>
            </a:r>
            <a:r>
              <a:rPr lang="fr-FR" sz="6600" dirty="0"/>
              <a:t> X, située à [lieu], où j'ai effectué un stage de 4 mois. Fondée en mars 2022, cette entreprise se spécialise dans la transformation digitale. En tant que fournisseur de services, </a:t>
            </a:r>
            <a:r>
              <a:rPr lang="fr-FR" sz="6600" dirty="0" err="1"/>
              <a:t>Advantry</a:t>
            </a:r>
            <a:r>
              <a:rPr lang="fr-FR" sz="6600" dirty="0"/>
              <a:t> X propose à ses clients une gamme complète de solutions axées sur la transformation digitale. Ces services englobent le conseil stratégique ainsi que la mise en œuvre de solutions technologiques avancées.</a:t>
            </a:r>
            <a:endParaRPr lang="fr-FR" sz="4800" dirty="0"/>
          </a:p>
        </p:txBody>
      </p:sp>
      <p:sp>
        <p:nvSpPr>
          <p:cNvPr id="4" name="Slide Number Placeholder 3"/>
          <p:cNvSpPr>
            <a:spLocks noGrp="1"/>
          </p:cNvSpPr>
          <p:nvPr>
            <p:ph type="sldNum" sz="quarter" idx="5"/>
          </p:nvPr>
        </p:nvSpPr>
        <p:spPr/>
        <p:txBody>
          <a:bodyPr/>
          <a:lstStyle/>
          <a:p>
            <a:fld id="{71B12B89-227F-45A6-87E4-4DB9CA0857F2}" type="slidenum">
              <a:rPr lang="fr-FR" smtClean="0"/>
              <a:t>12</a:t>
            </a:fld>
            <a:endParaRPr lang="fr-FR"/>
          </a:p>
        </p:txBody>
      </p:sp>
    </p:spTree>
    <p:extLst>
      <p:ext uri="{BB962C8B-B14F-4D97-AF65-F5344CB8AC3E}">
        <p14:creationId xmlns:p14="http://schemas.microsoft.com/office/powerpoint/2010/main" val="3317926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374151"/>
                </a:solidFill>
                <a:effectLst/>
                <a:latin typeface="Söhne"/>
              </a:rPr>
              <a:t>La société offre à ses partenaires du secteur textile le système </a:t>
            </a:r>
            <a:r>
              <a:rPr lang="fr-FR" b="0" i="0" dirty="0" err="1">
                <a:solidFill>
                  <a:srgbClr val="374151"/>
                </a:solidFill>
                <a:effectLst/>
                <a:latin typeface="Söhne"/>
              </a:rPr>
              <a:t>DIGITex</a:t>
            </a:r>
            <a:r>
              <a:rPr lang="fr-FR" b="0" i="0" dirty="0">
                <a:solidFill>
                  <a:srgbClr val="374151"/>
                </a:solidFill>
                <a:effectLst/>
                <a:latin typeface="Söhne"/>
              </a:rPr>
              <a:t>, une solution basée sur la technologie RFID qui permet de suivre en temps réel les opérations d'atelier. Cette solution vise à faciliter la numérisation des activités, offrant un suivi instantané de la production, des informations fiables , une réduction significative de la paperasse, , des interventions rapides et une traçabilité de la maintenance. </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13</a:t>
            </a:fld>
            <a:endParaRPr lang="fr-FR"/>
          </a:p>
        </p:txBody>
      </p:sp>
    </p:spTree>
    <p:extLst>
      <p:ext uri="{BB962C8B-B14F-4D97-AF65-F5344CB8AC3E}">
        <p14:creationId xmlns:p14="http://schemas.microsoft.com/office/powerpoint/2010/main" val="4227747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Passons  </a:t>
            </a:r>
            <a:r>
              <a:rPr lang="fr-FR" b="0" i="0" dirty="0">
                <a:solidFill>
                  <a:srgbClr val="374151"/>
                </a:solidFill>
                <a:effectLst/>
                <a:latin typeface="Söhne"/>
              </a:rPr>
              <a:t>à la présentation de l’application. </a:t>
            </a:r>
            <a:endParaRPr lang="fr-FR" dirty="0"/>
          </a:p>
        </p:txBody>
      </p:sp>
      <p:sp>
        <p:nvSpPr>
          <p:cNvPr id="4" name="Slide Number Placeholder 3"/>
          <p:cNvSpPr>
            <a:spLocks noGrp="1"/>
          </p:cNvSpPr>
          <p:nvPr>
            <p:ph type="sldNum" sz="quarter" idx="5"/>
          </p:nvPr>
        </p:nvSpPr>
        <p:spPr/>
        <p:txBody>
          <a:bodyPr/>
          <a:lstStyle/>
          <a:p>
            <a:fld id="{5FC0DB39-1EA7-4BBF-B71D-D62291372ABF}" type="slidenum">
              <a:rPr lang="fr-FR" smtClean="0"/>
              <a:t>14</a:t>
            </a:fld>
            <a:endParaRPr lang="fr-FR"/>
          </a:p>
        </p:txBody>
      </p:sp>
    </p:spTree>
    <p:extLst>
      <p:ext uri="{BB962C8B-B14F-4D97-AF65-F5344CB8AC3E}">
        <p14:creationId xmlns:p14="http://schemas.microsoft.com/office/powerpoint/2010/main" val="435837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Il est important de noter que </a:t>
            </a:r>
            <a:r>
              <a:rPr lang="fr-FR" dirty="0"/>
              <a:t>Chaque industrie dispose d'un service de maintenance dédié pour </a:t>
            </a:r>
          </a:p>
          <a:p>
            <a:endParaRPr lang="fr-FR" b="0" i="0" dirty="0">
              <a:solidFill>
                <a:srgbClr val="374151"/>
              </a:solidFill>
              <a:effectLst/>
              <a:latin typeface="Söhne"/>
            </a:endParaRPr>
          </a:p>
          <a:p>
            <a:r>
              <a:rPr lang="fr-FR" b="0" i="0" dirty="0">
                <a:solidFill>
                  <a:srgbClr val="374151"/>
                </a:solidFill>
                <a:effectLst/>
                <a:latin typeface="Söhne"/>
              </a:rPr>
              <a:t>Garantir la disponibilité des équipements essentiels à la production</a:t>
            </a:r>
          </a:p>
          <a:p>
            <a:pPr algn="l">
              <a:buFont typeface="Arial" panose="020B0604020202020204" pitchFamily="34" charset="0"/>
              <a:buNone/>
            </a:pPr>
            <a:r>
              <a:rPr lang="fr-FR" b="0" i="0" dirty="0">
                <a:solidFill>
                  <a:srgbClr val="374151"/>
                </a:solidFill>
                <a:effectLst/>
                <a:latin typeface="Söhne"/>
              </a:rPr>
              <a:t>Prévenir les pannes et réduire les temps d'arrêt non planifiés.</a:t>
            </a:r>
          </a:p>
          <a:p>
            <a:pPr algn="l">
              <a:buFont typeface="Arial" panose="020B0604020202020204" pitchFamily="34" charset="0"/>
              <a:buNone/>
            </a:pPr>
            <a:r>
              <a:rPr lang="fr-FR" dirty="0">
                <a:latin typeface="Times New Roman" panose="02020603050405020304" pitchFamily="18" charset="0"/>
                <a:cs typeface="Times New Roman" panose="02020603050405020304" pitchFamily="18" charset="0"/>
              </a:rPr>
              <a:t>Prolongation de la durée de vie des équipements</a:t>
            </a:r>
            <a:r>
              <a:rPr lang="fr-FR" dirty="0">
                <a:solidFill>
                  <a:srgbClr val="374151"/>
                </a:solidFill>
                <a:latin typeface="Söhne"/>
              </a:rPr>
              <a:t>.</a:t>
            </a:r>
            <a:endParaRPr lang="fr-FR"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15</a:t>
            </a:fld>
            <a:endParaRPr lang="fr-FR"/>
          </a:p>
        </p:txBody>
      </p:sp>
    </p:spTree>
    <p:extLst>
      <p:ext uri="{BB962C8B-B14F-4D97-AF65-F5344CB8AC3E}">
        <p14:creationId xmlns:p14="http://schemas.microsoft.com/office/powerpoint/2010/main" val="1075227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374151"/>
                </a:solidFill>
                <a:effectLst/>
                <a:latin typeface="Söhne"/>
              </a:rPr>
              <a:t>Cependant, de nombreux défis sont rencontrés, tels que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Surcharge de paperasse et fiabilité des données compromise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Problèmes de communication entre les équipes de maintenance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Difficulté à suivre les mouvements et l’emplacement des machines (chaîne , parc machine, etc.).</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Manque de traçabilité des inventaires et de l’historique des interventions</a:t>
            </a:r>
          </a:p>
          <a:p>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16</a:t>
            </a:fld>
            <a:endParaRPr lang="fr-FR"/>
          </a:p>
        </p:txBody>
      </p:sp>
    </p:spTree>
    <p:extLst>
      <p:ext uri="{BB962C8B-B14F-4D97-AF65-F5344CB8AC3E}">
        <p14:creationId xmlns:p14="http://schemas.microsoft.com/office/powerpoint/2010/main" val="3176210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374151"/>
                </a:solidFill>
                <a:effectLst/>
                <a:latin typeface="Söhne"/>
              </a:rPr>
              <a:t>C'est là que nous arrivons à notre problématique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Comment informatiser et digitaliser le service de maintenance ?  </a:t>
            </a:r>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Comment améliorer la traçabilité des interventions ?</a:t>
            </a:r>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Comment améliorer la gestion du stock (relatif à la maintenance)?</a:t>
            </a:r>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Comment augmenter la fiabilité des données ?</a:t>
            </a:r>
          </a:p>
          <a:p>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17</a:t>
            </a:fld>
            <a:endParaRPr lang="fr-FR"/>
          </a:p>
        </p:txBody>
      </p:sp>
    </p:spTree>
    <p:extLst>
      <p:ext uri="{BB962C8B-B14F-4D97-AF65-F5344CB8AC3E}">
        <p14:creationId xmlns:p14="http://schemas.microsoft.com/office/powerpoint/2010/main" val="1401598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fr-FR" dirty="0"/>
            </a:br>
            <a:r>
              <a:rPr lang="fr-FR" b="0" i="0" dirty="0">
                <a:solidFill>
                  <a:srgbClr val="0D0D0D"/>
                </a:solidFill>
                <a:effectLst/>
                <a:latin typeface="Söhne"/>
              </a:rPr>
              <a:t>Dans cette optique, notre proposition d'application web de Gestion de Maintenance Assistée par Ordinateur (GMAO) vise à résoudre les défis majeurs rencontrés dans le domaine de la maintenance, notamment la fiabilité des données, la traçabilité des interventions et l'informatisation des processus. Notre solution se distingue par l'intégration de processus automatisés, permettant une exécution plus efficace des tâches de maintenance, une traçabilité en temps réel pour suivre l'évolution des interventions, et une interface conviviale facilitant l'interaction des utilisateurs avec l'application. </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18</a:t>
            </a:fld>
            <a:endParaRPr lang="fr-FR"/>
          </a:p>
        </p:txBody>
      </p:sp>
    </p:spTree>
    <p:extLst>
      <p:ext uri="{BB962C8B-B14F-4D97-AF65-F5344CB8AC3E}">
        <p14:creationId xmlns:p14="http://schemas.microsoft.com/office/powerpoint/2010/main" val="2616131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effectLst/>
                <a:latin typeface="Söhne"/>
              </a:rPr>
              <a:t>Examinons maintenant  la phase de conception des processus métier, une étape primordiale pour la réalisation de notre application. </a:t>
            </a:r>
          </a:p>
          <a:p>
            <a:pPr algn="l"/>
            <a:endParaRPr lang="fr-FR" b="0" i="0" dirty="0">
              <a:effectLst/>
              <a:latin typeface="Söhne"/>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19</a:t>
            </a:fld>
            <a:endParaRPr lang="fr-FR"/>
          </a:p>
        </p:txBody>
      </p:sp>
    </p:spTree>
    <p:extLst>
      <p:ext uri="{BB962C8B-B14F-4D97-AF65-F5344CB8AC3E}">
        <p14:creationId xmlns:p14="http://schemas.microsoft.com/office/powerpoint/2010/main" val="3485207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Dans cette interface, nous allons aborder les trois processus métier clés identifiés : la </a:t>
            </a:r>
            <a:r>
              <a:rPr lang="fr-FR" b="0" i="0" dirty="0">
                <a:effectLst/>
                <a:latin typeface="Roboto" panose="02000000000000000000" pitchFamily="2" charset="0"/>
              </a:rPr>
              <a:t>Gestion de la maintenance curative</a:t>
            </a:r>
            <a:r>
              <a:rPr lang="fr-FR" dirty="0"/>
              <a:t>, la </a:t>
            </a:r>
            <a:r>
              <a:rPr lang="fr-FR" b="0" i="0" dirty="0">
                <a:effectLst/>
                <a:latin typeface="Roboto" panose="02000000000000000000" pitchFamily="2" charset="0"/>
              </a:rPr>
              <a:t>Gestion de la maintenance préventive</a:t>
            </a:r>
          </a:p>
          <a:p>
            <a:pPr algn="l"/>
            <a:r>
              <a:rPr lang="fr-FR" dirty="0"/>
              <a:t> et la planification de la maintenance préventive. Nous nous concentrerons particulièrement sur la gestion de la maintenance préventive.</a:t>
            </a:r>
            <a:endParaRPr lang="fr-FR" b="0" i="0" dirty="0">
              <a:effectLst/>
              <a:latin typeface="Söhne"/>
            </a:endParaRPr>
          </a:p>
          <a:p>
            <a:pPr algn="l"/>
            <a:br>
              <a:rPr lang="fr-FR" dirty="0"/>
            </a:br>
            <a:endParaRPr lang="fr-FR" dirty="0"/>
          </a:p>
          <a:p>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20</a:t>
            </a:fld>
            <a:endParaRPr lang="fr-FR"/>
          </a:p>
        </p:txBody>
      </p:sp>
    </p:spTree>
    <p:extLst>
      <p:ext uri="{BB962C8B-B14F-4D97-AF65-F5344CB8AC3E}">
        <p14:creationId xmlns:p14="http://schemas.microsoft.com/office/powerpoint/2010/main" val="3069029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gestion de maintenance préventive commence lorsque le délai d’une intervention préventive planifiée est atteint. Le chef maintenancier désigne un maintenancier pour examiner chaque machine. La maintenance préventive d’une machine peut nécessiter l’utilisation de certains articles comme les lubrifiants et les pièces de rechanges. Le travail de chaque maintenancier est </a:t>
            </a:r>
            <a:r>
              <a:rPr lang="fr-FR" dirty="0" err="1"/>
              <a:t>controller</a:t>
            </a:r>
            <a:r>
              <a:rPr lang="fr-FR" dirty="0"/>
              <a:t> par le chef maintenancier. À la fin de chaque intervention, la machine en question est soit remise en activité , soit considérer comme étant à l’état  à coudre ferraille.</a:t>
            </a:r>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21</a:t>
            </a:fld>
            <a:endParaRPr lang="fr-FR"/>
          </a:p>
        </p:txBody>
      </p:sp>
    </p:spTree>
    <p:extLst>
      <p:ext uri="{BB962C8B-B14F-4D97-AF65-F5344CB8AC3E}">
        <p14:creationId xmlns:p14="http://schemas.microsoft.com/office/powerpoint/2010/main" val="3744972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Maintenant, examinons les fonctionnalités de l'application, y compris les besoins fonctionnels, non fonctionnels et les cas d'utilisation.</a:t>
            </a:r>
          </a:p>
          <a:p>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23</a:t>
            </a:fld>
            <a:endParaRPr lang="fr-FR"/>
          </a:p>
        </p:txBody>
      </p:sp>
    </p:spTree>
    <p:extLst>
      <p:ext uri="{BB962C8B-B14F-4D97-AF65-F5344CB8AC3E}">
        <p14:creationId xmlns:p14="http://schemas.microsoft.com/office/powerpoint/2010/main" val="4014104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0D0D0D"/>
                </a:solidFill>
                <a:effectLst/>
                <a:latin typeface="Söhne"/>
              </a:rPr>
              <a:t>Les besoins fonctionnels sont la gestion efficace des machines, la Gestion des stocks, la gestion de  Maintenance curative et préventive, la gestion des compte d’employés  ainsi que le Suivi des mouvements de machines au parc.</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24</a:t>
            </a:fld>
            <a:endParaRPr lang="fr-FR"/>
          </a:p>
        </p:txBody>
      </p:sp>
    </p:spTree>
    <p:extLst>
      <p:ext uri="{BB962C8B-B14F-4D97-AF65-F5344CB8AC3E}">
        <p14:creationId xmlns:p14="http://schemas.microsoft.com/office/powerpoint/2010/main" val="2415387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rtl="0">
              <a:lnSpc>
                <a:spcPct val="150000"/>
              </a:lnSpc>
              <a:buFont typeface="Symbol" panose="05050102010706020507" pitchFamily="18" charset="2"/>
              <a:buNone/>
            </a:pPr>
            <a:r>
              <a:rPr lang="fr-FR" b="0" i="0" dirty="0">
                <a:solidFill>
                  <a:srgbClr val="374151"/>
                </a:solidFill>
                <a:effectLst/>
                <a:latin typeface="Söhne"/>
              </a:rPr>
              <a:t>En plus des besoins fonctionnels, des besoins non fonctionnels sont pris en compte tout au long du développement de notre application.</a:t>
            </a:r>
          </a:p>
          <a:p>
            <a:pPr marL="0" lvl="0" indent="0" algn="just" rtl="0">
              <a:lnSpc>
                <a:spcPct val="150000"/>
              </a:lnSpc>
              <a:buFont typeface="Symbol" panose="05050102010706020507" pitchFamily="18" charset="2"/>
              <a:buNone/>
            </a:pPr>
            <a:r>
              <a:rPr lang="fr-FR" b="0" i="0" dirty="0">
                <a:solidFill>
                  <a:srgbClr val="374151"/>
                </a:solidFill>
                <a:effectLst/>
                <a:latin typeface="Söhne"/>
              </a:rPr>
              <a:t>citons :  </a:t>
            </a:r>
          </a:p>
          <a:p>
            <a:pPr marL="0" lvl="0" indent="0" algn="just" rtl="0">
              <a:lnSpc>
                <a:spcPct val="150000"/>
              </a:lnSpc>
              <a:buFont typeface="Symbol" panose="05050102010706020507" pitchFamily="18" charset="2"/>
              <a:buNone/>
            </a:pPr>
            <a:r>
              <a:rPr lang="fr-FR" sz="1200" b="1" dirty="0">
                <a:effectLst/>
                <a:latin typeface="Times New Roman" panose="02020603050405020304" pitchFamily="18" charset="0"/>
                <a:ea typeface="Times New Roman" panose="02020603050405020304" pitchFamily="18" charset="0"/>
              </a:rPr>
              <a:t>Sécurité :</a:t>
            </a:r>
            <a:r>
              <a:rPr lang="fr-FR" sz="1200" dirty="0">
                <a:effectLst/>
                <a:latin typeface="Times New Roman" panose="02020603050405020304" pitchFamily="18" charset="0"/>
                <a:ea typeface="Times New Roman" panose="02020603050405020304" pitchFamily="18" charset="0"/>
              </a:rPr>
              <a:t> l’</a:t>
            </a:r>
            <a:r>
              <a:rPr lang="fr-FR" b="0" i="0" dirty="0">
                <a:solidFill>
                  <a:srgbClr val="374151"/>
                </a:solidFill>
                <a:effectLst/>
                <a:latin typeface="Söhne"/>
              </a:rPr>
              <a:t>application propose des accès personnalisés et des connexions sécurisées, assurant ainsi la confidentialité des informations de nos employés.</a:t>
            </a:r>
          </a:p>
          <a:p>
            <a:pPr marL="0" lvl="0" indent="0" algn="just" rtl="0">
              <a:lnSpc>
                <a:spcPct val="150000"/>
              </a:lnSpc>
              <a:buFont typeface="Symbol" panose="05050102010706020507" pitchFamily="18" charset="2"/>
              <a:buNone/>
            </a:pPr>
            <a:endParaRPr lang="fr-FR" b="0" i="0" dirty="0">
              <a:solidFill>
                <a:srgbClr val="374151"/>
              </a:solidFill>
              <a:effectLst/>
              <a:latin typeface="Söhne"/>
            </a:endParaRPr>
          </a:p>
          <a:p>
            <a:pPr marL="171450" lvl="0" indent="-171450" algn="just" rtl="0">
              <a:lnSpc>
                <a:spcPct val="150000"/>
              </a:lnSpc>
              <a:buFont typeface="Arial" panose="020B0604020202020204" pitchFamily="34" charset="0"/>
              <a:buChar char="•"/>
            </a:pPr>
            <a:r>
              <a:rPr lang="fr-FR" b="1" i="0" dirty="0">
                <a:effectLst/>
                <a:latin typeface="Arial" panose="020B0604020202020204" pitchFamily="34" charset="0"/>
              </a:rPr>
              <a:t>  Extensibilité: </a:t>
            </a:r>
          </a:p>
          <a:p>
            <a:pPr marL="0" lvl="0" indent="0" algn="l" rtl="0">
              <a:lnSpc>
                <a:spcPct val="150000"/>
              </a:lnSpc>
              <a:buFont typeface="Symbol" panose="05050102010706020507" pitchFamily="18" charset="2"/>
              <a:buNone/>
            </a:pPr>
            <a:r>
              <a:rPr lang="fr-FR" b="0" i="0" dirty="0">
                <a:solidFill>
                  <a:srgbClr val="374151"/>
                </a:solidFill>
                <a:effectLst/>
                <a:latin typeface="Söhne"/>
              </a:rPr>
              <a:t>Cela signifie</a:t>
            </a:r>
            <a:r>
              <a:rPr lang="fr-FR" b="1" i="0" dirty="0">
                <a:effectLst/>
                <a:latin typeface="Arial" panose="020B0604020202020204" pitchFamily="34" charset="0"/>
              </a:rPr>
              <a:t> </a:t>
            </a:r>
            <a:r>
              <a:rPr lang="fr-FR" b="0" i="0" dirty="0">
                <a:effectLst/>
                <a:latin typeface="Arial" panose="020B0604020202020204" pitchFamily="34" charset="0"/>
              </a:rPr>
              <a:t>il est possible d’améliorer l’application en ajoutant d’autres modules afin de garantir la flexibilité, l’évolutivité et l’ouverture de la solution </a:t>
            </a:r>
          </a:p>
          <a:p>
            <a:pPr marL="342900" marR="0" lvl="0" indent="-342900" algn="just" defTabSz="609585" rtl="0" eaLnBrk="1" fontAlgn="auto" latinLnBrk="0" hangingPunct="1">
              <a:lnSpc>
                <a:spcPct val="150000"/>
              </a:lnSpc>
              <a:spcBef>
                <a:spcPts val="0"/>
              </a:spcBef>
              <a:spcAft>
                <a:spcPts val="0"/>
              </a:spcAft>
              <a:buClrTx/>
              <a:buSzTx/>
              <a:buFont typeface="Symbol" panose="05050102010706020507" pitchFamily="18" charset="2"/>
              <a:buChar char=""/>
              <a:tabLst/>
              <a:defRPr/>
            </a:pPr>
            <a:r>
              <a:rPr lang="fr-FR" sz="1200" b="1" dirty="0">
                <a:effectLst/>
                <a:latin typeface="Times New Roman" panose="02020603050405020304" pitchFamily="18" charset="0"/>
                <a:ea typeface="Times New Roman" panose="02020603050405020304" pitchFamily="18" charset="0"/>
              </a:rPr>
              <a:t>La performance </a:t>
            </a:r>
            <a:r>
              <a:rPr lang="fr-FR" sz="1200" dirty="0">
                <a:effectLst/>
                <a:latin typeface="Times New Roman" panose="02020603050405020304" pitchFamily="18" charset="0"/>
                <a:ea typeface="Times New Roman" panose="02020603050405020304" pitchFamily="18" charset="0"/>
              </a:rPr>
              <a:t>: </a:t>
            </a:r>
            <a:r>
              <a:rPr lang="fr-FR" dirty="0"/>
              <a:t>L’application fonctionne de façon cohérente sans erreurs et est satisfaisante.</a:t>
            </a:r>
          </a:p>
          <a:p>
            <a:pPr marL="342900" marR="0" lvl="0" indent="-342900" algn="just" defTabSz="609585" rtl="0" eaLnBrk="1" fontAlgn="auto" latinLnBrk="0" hangingPunct="1">
              <a:lnSpc>
                <a:spcPct val="150000"/>
              </a:lnSpc>
              <a:spcBef>
                <a:spcPts val="0"/>
              </a:spcBef>
              <a:spcAft>
                <a:spcPts val="0"/>
              </a:spcAft>
              <a:buClrTx/>
              <a:buSzTx/>
              <a:buFont typeface="Symbol" panose="05050102010706020507" pitchFamily="18" charset="2"/>
              <a:buChar char=""/>
              <a:tabLst/>
              <a:defRPr/>
            </a:pPr>
            <a:r>
              <a:rPr lang="fr-FR" sz="1200" b="1" dirty="0" err="1">
                <a:effectLst/>
                <a:latin typeface="Times New Roman" panose="02020603050405020304" pitchFamily="18" charset="0"/>
                <a:ea typeface="Times New Roman" panose="02020603050405020304" pitchFamily="18" charset="0"/>
              </a:rPr>
              <a:t>Convivalité</a:t>
            </a:r>
            <a:r>
              <a:rPr lang="fr-FR" sz="1200" b="1" dirty="0">
                <a:effectLst/>
                <a:latin typeface="Times New Roman" panose="02020603050405020304" pitchFamily="18" charset="0"/>
                <a:ea typeface="Times New Roman" panose="02020603050405020304" pitchFamily="18" charset="0"/>
              </a:rPr>
              <a:t> : </a:t>
            </a:r>
            <a:r>
              <a:rPr lang="fr-FR" dirty="0"/>
              <a:t>L’application est simple et facile à manipuler.</a:t>
            </a:r>
            <a:endParaRPr lang="fr-FR" sz="1200" b="1"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25</a:t>
            </a:fld>
            <a:endParaRPr lang="fr-FR"/>
          </a:p>
        </p:txBody>
      </p:sp>
    </p:spTree>
    <p:extLst>
      <p:ext uri="{BB962C8B-B14F-4D97-AF65-F5344CB8AC3E}">
        <p14:creationId xmlns:p14="http://schemas.microsoft.com/office/powerpoint/2010/main" val="3069076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0D0D0D"/>
                </a:solidFill>
                <a:effectLst/>
                <a:latin typeface="ui-sans-serif"/>
              </a:rPr>
              <a:t>Dans notre projet, le diagramme de cas d'utilisation contient 8 acteurs et 27 cas d'utilisation. Afin de rendre celui-ci plus lisible et compréhensible,</a:t>
            </a:r>
            <a:r>
              <a:rPr lang="fr-FR" b="0" i="0" dirty="0">
                <a:solidFill>
                  <a:srgbClr val="0D0D0D"/>
                </a:solidFill>
                <a:effectLst/>
                <a:latin typeface="Söhne"/>
              </a:rPr>
              <a:t>, nous l’ avons décomposé en 6 sous-diagrammes en fonction </a:t>
            </a:r>
            <a:r>
              <a:rPr lang="fr-FR" b="0" i="0" dirty="0">
                <a:solidFill>
                  <a:srgbClr val="0D0D0D"/>
                </a:solidFill>
                <a:effectLst/>
                <a:latin typeface="ui-sans-serif"/>
              </a:rPr>
              <a:t>des sous domaines de notre domaine d’études la GMAO</a:t>
            </a:r>
            <a:r>
              <a:rPr lang="fr-FR" b="0" i="0" dirty="0">
                <a:solidFill>
                  <a:srgbClr val="0D0D0D"/>
                </a:solidFill>
                <a:effectLst/>
                <a:latin typeface="Söhne"/>
              </a:rPr>
              <a:t>. Pour illustrer  notre diagramme de cas d’utilisation global nous présentons ici le sous-diagramme   relatif à la gestion de la maintenance, ce sous diagramme montre qui notre application offre au chef maintenancier le fonctionnalité suivantes :….</a:t>
            </a:r>
          </a:p>
          <a:p>
            <a:pPr algn="l"/>
            <a:r>
              <a:rPr lang="fr-FR" b="0" i="0" dirty="0">
                <a:solidFill>
                  <a:srgbClr val="0D0D0D"/>
                </a:solidFill>
                <a:effectLst/>
                <a:latin typeface="Söhne"/>
              </a:rPr>
              <a:t>Quant au </a:t>
            </a:r>
            <a:r>
              <a:rPr lang="fr-FR" b="0" i="0" dirty="0" err="1">
                <a:solidFill>
                  <a:srgbClr val="0D0D0D"/>
                </a:solidFill>
                <a:effectLst/>
                <a:latin typeface="Söhne"/>
              </a:rPr>
              <a:t>maintenancier,notre</a:t>
            </a:r>
            <a:r>
              <a:rPr lang="fr-FR" b="0" i="0" dirty="0">
                <a:solidFill>
                  <a:srgbClr val="0D0D0D"/>
                </a:solidFill>
                <a:effectLst/>
                <a:latin typeface="Söhne"/>
              </a:rPr>
              <a:t> application lui permet de …</a:t>
            </a:r>
          </a:p>
          <a:p>
            <a:pPr algn="l"/>
            <a:r>
              <a:rPr lang="fr-FR" b="0" i="0" dirty="0">
                <a:solidFill>
                  <a:srgbClr val="0D0D0D"/>
                </a:solidFill>
                <a:effectLst/>
                <a:latin typeface="Söhne"/>
              </a:rPr>
              <a:t>A ce qui concerne l’acteur responsable du parc machine ,notre app lui offre les fonctionnalités suivantes</a:t>
            </a: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r>
              <a:rPr lang="fr-FR" b="0" i="0" dirty="0">
                <a:solidFill>
                  <a:srgbClr val="0D0D0D"/>
                </a:solidFill>
                <a:effectLst/>
                <a:latin typeface="Söhne"/>
              </a:rPr>
              <a:t>comprenant les acteurs suivants : le chef maintenancier, chargé de gérer les types d'intervention, les types de pannes, les machines et de consulter l'historique des interventions et la disponibilité de maintenancier ; le responsable du parc machine, chargé de gérer les mouvements des machines dans le parc ainsi que de gérer l'historique des machines dans le parc ; enfin, le maintenancier, responsable de gérer les interventions, d'envoyer des demandes d'articles si nécessaire, et de consulter l'historique de ses propres interventions.</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26</a:t>
            </a:fld>
            <a:endParaRPr lang="fr-FR"/>
          </a:p>
        </p:txBody>
      </p:sp>
    </p:spTree>
    <p:extLst>
      <p:ext uri="{BB962C8B-B14F-4D97-AF65-F5344CB8AC3E}">
        <p14:creationId xmlns:p14="http://schemas.microsoft.com/office/powerpoint/2010/main" val="2765133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0D0D0D"/>
                </a:solidFill>
                <a:effectLst/>
                <a:latin typeface="ui-sans-serif"/>
              </a:rPr>
              <a:t>Par </a:t>
            </a:r>
            <a:r>
              <a:rPr lang="fr-FR" b="0" i="0" dirty="0" err="1">
                <a:solidFill>
                  <a:srgbClr val="0D0D0D"/>
                </a:solidFill>
                <a:effectLst/>
                <a:latin typeface="ui-sans-serif"/>
              </a:rPr>
              <a:t>ailleur</a:t>
            </a:r>
            <a:r>
              <a:rPr lang="fr-FR" b="0" i="0" dirty="0">
                <a:solidFill>
                  <a:srgbClr val="0D0D0D"/>
                </a:solidFill>
                <a:effectLst/>
                <a:latin typeface="ui-sans-serif"/>
              </a:rPr>
              <a:t> nous avons aussi élaborer  un diagramme de classes de notre projet, contient 66 classes, 60 relations (associations, compositions et héritages) et 86 attributs. </a:t>
            </a:r>
            <a:r>
              <a:rPr lang="fr-FR" b="0" i="0" dirty="0">
                <a:solidFill>
                  <a:srgbClr val="202124"/>
                </a:solidFill>
                <a:effectLst/>
                <a:latin typeface="Roboto" panose="02000000000000000000" pitchFamily="2" charset="0"/>
              </a:rPr>
              <a:t>Compte tenu du volume des spécifications </a:t>
            </a:r>
            <a:r>
              <a:rPr lang="fr-FR" b="0" i="0" dirty="0">
                <a:effectLst/>
                <a:latin typeface="Roboto" panose="02000000000000000000" pitchFamily="2" charset="0"/>
              </a:rPr>
              <a:t>et afin d'améliorer la lisibilité du </a:t>
            </a:r>
            <a:r>
              <a:rPr lang="fr-FR" b="0" i="0" dirty="0" err="1">
                <a:effectLst/>
                <a:latin typeface="Roboto" panose="02000000000000000000" pitchFamily="2" charset="0"/>
              </a:rPr>
              <a:t>diag</a:t>
            </a:r>
            <a:r>
              <a:rPr lang="fr-FR" b="0" i="0" dirty="0">
                <a:effectLst/>
                <a:latin typeface="Roboto" panose="02000000000000000000" pitchFamily="2" charset="0"/>
              </a:rPr>
              <a:t>. des classes,</a:t>
            </a:r>
          </a:p>
          <a:p>
            <a:pPr algn="l"/>
            <a:r>
              <a:rPr lang="fr-FR" b="0" i="0" dirty="0">
                <a:effectLst/>
                <a:latin typeface="Roboto" panose="02000000000000000000" pitchFamily="2" charset="0"/>
              </a:rPr>
              <a:t>nous l'avons aussi décomposé en 7 sous-diagrammes </a:t>
            </a:r>
            <a:r>
              <a:rPr lang="fr-FR" b="0" i="0" dirty="0">
                <a:solidFill>
                  <a:srgbClr val="0D0D0D"/>
                </a:solidFill>
                <a:effectLst/>
                <a:latin typeface="Söhne"/>
              </a:rPr>
              <a:t>en fonction </a:t>
            </a:r>
            <a:r>
              <a:rPr lang="fr-FR" b="0" i="0" dirty="0">
                <a:solidFill>
                  <a:srgbClr val="0D0D0D"/>
                </a:solidFill>
                <a:effectLst/>
                <a:latin typeface="ui-sans-serif"/>
              </a:rPr>
              <a:t>des sous domaines de notre domaine d’études la GMAO</a:t>
            </a:r>
            <a:r>
              <a:rPr lang="fr-FR" b="0" i="0" dirty="0">
                <a:solidFill>
                  <a:srgbClr val="202124"/>
                </a:solidFill>
                <a:effectLst/>
                <a:latin typeface="Roboto" panose="02000000000000000000" pitchFamily="2" charset="0"/>
              </a:rPr>
              <a:t>.</a:t>
            </a:r>
            <a:endParaRPr lang="fr-FR" b="0" i="0" dirty="0">
              <a:effectLst/>
              <a:latin typeface="Roboto" panose="02000000000000000000" pitchFamily="2" charset="0"/>
            </a:endParaRPr>
          </a:p>
          <a:p>
            <a:pPr>
              <a:spcAft>
                <a:spcPts val="1800"/>
              </a:spcAft>
            </a:pPr>
            <a:r>
              <a:rPr lang="fr-FR" b="0" i="0" dirty="0">
                <a:solidFill>
                  <a:srgbClr val="202124"/>
                </a:solidFill>
                <a:effectLst/>
                <a:latin typeface="Roboto" panose="02000000000000000000" pitchFamily="2" charset="0"/>
              </a:rPr>
              <a:t>Par ailleurs, pour illustrer ce diagramme, nous nous intéressons ici le sous-diagramme relatif à  la gestion des </a:t>
            </a:r>
            <a:r>
              <a:rPr lang="fr-FR" b="0" i="0" dirty="0" err="1">
                <a:solidFill>
                  <a:srgbClr val="202124"/>
                </a:solidFill>
                <a:effectLst/>
                <a:latin typeface="Roboto" panose="02000000000000000000" pitchFamily="2" charset="0"/>
              </a:rPr>
              <a:t>intreventions</a:t>
            </a:r>
            <a:r>
              <a:rPr lang="fr-FR" b="0" i="0" dirty="0">
                <a:solidFill>
                  <a:srgbClr val="202124"/>
                </a:solidFill>
                <a:effectLst/>
                <a:latin typeface="Roboto" panose="02000000000000000000" pitchFamily="2" charset="0"/>
              </a:rPr>
              <a:t> de maintenance.</a:t>
            </a:r>
            <a:endParaRPr lang="fr-FR" dirty="0"/>
          </a:p>
          <a:p>
            <a:pPr>
              <a:spcAft>
                <a:spcPts val="1800"/>
              </a:spcAft>
            </a:pPr>
            <a:r>
              <a:rPr lang="fr-FR" dirty="0"/>
              <a:t>Chaque intervention est soit curative ,soit préventive , elle est relative à une seule machine implantée dans une chaine de production , elle est réalisée par un seule maintenancier ,une intervention peut consommer un certain nombre d’article ,bien sur ses articles doivent être demander par le maintenancier dans le cadre d’une demande d’article de plus une intervention peut détecter  un certain nombre de type de panne dans chacun peut être associer un ensemble de type de machine,</a:t>
            </a:r>
          </a:p>
          <a:p>
            <a:pPr>
              <a:spcAft>
                <a:spcPts val="1800"/>
              </a:spcAft>
            </a:pPr>
            <a:endParaRPr lang="fr-FR" dirty="0"/>
          </a:p>
          <a:p>
            <a:pPr>
              <a:spcAft>
                <a:spcPts val="1800"/>
              </a:spcAft>
            </a:pPr>
            <a:endParaRPr lang="fr-FR" dirty="0"/>
          </a:p>
          <a:p>
            <a:pPr>
              <a:spcAft>
                <a:spcPts val="1800"/>
              </a:spcAft>
            </a:pPr>
            <a:endParaRPr lang="fr-FR" dirty="0"/>
          </a:p>
          <a:p>
            <a:pPr>
              <a:spcAft>
                <a:spcPts val="1800"/>
              </a:spcAft>
            </a:pPr>
            <a:endParaRPr lang="fr-FR" dirty="0"/>
          </a:p>
          <a:p>
            <a:pPr>
              <a:spcAft>
                <a:spcPts val="1800"/>
              </a:spcAft>
            </a:pPr>
            <a:endParaRPr lang="fr-FR" dirty="0"/>
          </a:p>
          <a:p>
            <a:pPr>
              <a:spcAft>
                <a:spcPts val="1800"/>
              </a:spcAft>
            </a:pPr>
            <a:endParaRPr lang="fr-FR" dirty="0"/>
          </a:p>
          <a:p>
            <a:pPr>
              <a:spcAft>
                <a:spcPts val="1800"/>
              </a:spcAft>
            </a:pPr>
            <a:endParaRPr lang="fr-FR" dirty="0"/>
          </a:p>
          <a:p>
            <a:pPr>
              <a:spcAft>
                <a:spcPts val="1800"/>
              </a:spcAft>
            </a:pPr>
            <a:r>
              <a:rPr lang="fr-FR" dirty="0"/>
              <a:t>Dans ce diagramme, en intégrant la notion d'héritage entre les interventions curatives et préventives, distinguant les deux de manière complète et disjointe. La complétude signifie que chaque intervention est soit curative, soit préventive, sans possibilité d'ajouter une autre classe entre les deux. La disjonction garantit que les deux types d'interventions sont distincts,</a:t>
            </a:r>
          </a:p>
          <a:p>
            <a:pPr>
              <a:spcAft>
                <a:spcPts val="1800"/>
              </a:spcAft>
            </a:pPr>
            <a:r>
              <a:rPr lang="fr-FR" dirty="0"/>
              <a:t> ainsi qu'en ajoutant une classe association avec l'attribut "quantité consommée" reliant la classe "intervention" à la classe "article",</a:t>
            </a:r>
          </a:p>
          <a:p>
            <a:pPr marL="0" marR="0" lvl="0" indent="0" algn="l" defTabSz="914400" rtl="0" eaLnBrk="1" fontAlgn="auto" latinLnBrk="0" hangingPunct="1">
              <a:lnSpc>
                <a:spcPct val="100000"/>
              </a:lnSpc>
              <a:spcBef>
                <a:spcPts val="0"/>
              </a:spcBef>
              <a:spcAft>
                <a:spcPts val="1800"/>
              </a:spcAft>
              <a:buClrTx/>
              <a:buSzTx/>
              <a:buFontTx/>
              <a:buNone/>
              <a:tabLst/>
              <a:defRPr/>
            </a:pPr>
            <a:r>
              <a:rPr lang="fr-FR" dirty="0"/>
              <a:t>expliquant ainsi la quantité d'articles consommée lors de chaque intervention ensuite un type de panne peut être observé dans plusieurs interventions, et une intervention peut contenir différents types de pannes . De plus, la relation de composition entre commande et ligne de commande garantit une relation exclusive : si la classe commande est détruit , la classe </a:t>
            </a:r>
            <a:r>
              <a:rPr lang="fr-FR" dirty="0" err="1"/>
              <a:t>LigneCommande</a:t>
            </a:r>
            <a:r>
              <a:rPr lang="fr-FR" dirty="0"/>
              <a:t> disparait </a:t>
            </a:r>
            <a:r>
              <a:rPr lang="fr-FR" dirty="0" err="1"/>
              <a:t>également,il</a:t>
            </a:r>
            <a:r>
              <a:rPr lang="fr-FR" dirty="0"/>
              <a:t> n’</a:t>
            </a:r>
            <a:r>
              <a:rPr lang="fr-FR" dirty="0" err="1"/>
              <a:t>ya</a:t>
            </a:r>
            <a:r>
              <a:rPr lang="fr-FR" dirty="0"/>
              <a:t> pas de classe ligne de commande sans une classe de commande et la ligne de commande ne trouve pas dans plusieurs commandes,</a:t>
            </a:r>
          </a:p>
          <a:p>
            <a:pPr>
              <a:spcAft>
                <a:spcPts val="1800"/>
              </a:spcAft>
            </a:pPr>
            <a:r>
              <a:rPr lang="fr-FR" dirty="0"/>
              <a:t>Dans la continuité, nous abordons les autres relations : la classe "article" peut être associée à plusieurs lignes de commande, tandis qu'une ligne de commande ne peut posséder qu'un seul article. Par ailleurs, le maintenancier peut effectuer plusieurs demandes, chaque demande étant attribuée à un seul maintenancier. Un maintenancier peut effectuer plusieurs interventions, et chaque intervention est réalisée par un seul maintenancier.</a:t>
            </a:r>
          </a:p>
          <a:p>
            <a:pPr>
              <a:spcAft>
                <a:spcPts val="1800"/>
              </a:spcAft>
            </a:pPr>
            <a:r>
              <a:rPr lang="fr-FR" dirty="0"/>
              <a:t>En poursuivant, nous étudions la relation entre la chaîne et le maintenancier, où le maintenancier est lié à une seule chaîne, et inversement. Ensuite, nous explorons la relation entre les trois classes : "</a:t>
            </a:r>
            <a:r>
              <a:rPr lang="fr-FR" dirty="0" err="1"/>
              <a:t>implantation_mach_ch</a:t>
            </a:r>
            <a:r>
              <a:rPr lang="fr-FR" dirty="0"/>
              <a:t>", "chaîne" et "machine". Cette relation met en lumière le fait qu'une chaîne peut comporter plusieurs machines, tandis qu'une machine appartient exclusivement à une seule chaîne. Cependant, il est possible qu'une machine soit transférée d'une chaîne à une autre. De plus, chaque machine est associée à un seul type, mais un type de machine peut regrouper plusieurs machines et  un type de pannes peut concerner plusieurs type de machines, et chaque type de machine peut être affecté par plusieurs types de pannes. </a:t>
            </a:r>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27</a:t>
            </a:fld>
            <a:endParaRPr lang="fr-FR"/>
          </a:p>
        </p:txBody>
      </p:sp>
    </p:spTree>
    <p:extLst>
      <p:ext uri="{BB962C8B-B14F-4D97-AF65-F5344CB8AC3E}">
        <p14:creationId xmlns:p14="http://schemas.microsoft.com/office/powerpoint/2010/main" val="3352878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Maintenant, nous explorerons les objectifs de notre application pour mieux comprendre ce que nous visons à accomplir</a:t>
            </a:r>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28</a:t>
            </a:fld>
            <a:endParaRPr lang="fr-FR"/>
          </a:p>
        </p:txBody>
      </p:sp>
    </p:spTree>
    <p:extLst>
      <p:ext uri="{BB962C8B-B14F-4D97-AF65-F5344CB8AC3E}">
        <p14:creationId xmlns:p14="http://schemas.microsoft.com/office/powerpoint/2010/main" val="39117095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objectif de notre application sont </a:t>
            </a:r>
          </a:p>
          <a:p>
            <a:endParaRPr lang="fr-FR" dirty="0"/>
          </a:p>
          <a:p>
            <a:pPr marL="342900" lvl="0" indent="-342900" algn="just" rtl="0">
              <a:lnSpc>
                <a:spcPct val="150000"/>
              </a:lnSpc>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assurer une traçabilité complète de toutes les activités de maintenance ;</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faciliter le travail des intervenants à travers la gestion des réclamations ;</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redéfinir les protocoles de communication entre les différents acteurs au sein de l’usine ;</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faciliter l’initialisation des données dans la base des données;</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garantir la fiabilité et la sécurité des données concernant les machines et leurs maintenances ;</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spcAft>
                <a:spcPts val="800"/>
              </a:spcAft>
              <a:buFont typeface="Wingdings" panose="05000000000000000000" pitchFamily="2" charset="2"/>
              <a:buChar char="v"/>
            </a:pPr>
            <a:r>
              <a:rPr lang="fr-FR" sz="12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minimiser les tâches manuelles de maintenance, tout en assurant un gain de temps significatif</a:t>
            </a:r>
            <a:r>
              <a:rPr lang="fr-FR" sz="1200" dirty="0"/>
              <a:t>.</a:t>
            </a:r>
            <a:endParaRPr lang="fr-FR" sz="1200" dirty="0">
              <a:effectLst/>
              <a:latin typeface="Calibri" panose="020F0502020204030204" pitchFamily="34" charset="0"/>
              <a:ea typeface="Times New Roman" panose="02020603050405020304" pitchFamily="18" charset="0"/>
              <a:cs typeface="Arial" panose="020B0604020202020204" pitchFamily="34" charset="0"/>
            </a:endParaRPr>
          </a:p>
          <a:p>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29</a:t>
            </a:fld>
            <a:endParaRPr lang="fr-FR"/>
          </a:p>
        </p:txBody>
      </p:sp>
    </p:spTree>
    <p:extLst>
      <p:ext uri="{BB962C8B-B14F-4D97-AF65-F5344CB8AC3E}">
        <p14:creationId xmlns:p14="http://schemas.microsoft.com/office/powerpoint/2010/main" val="1312857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nous allons explorer les outils de </a:t>
            </a:r>
            <a:r>
              <a:rPr lang="fr-FR" b="0" i="0">
                <a:solidFill>
                  <a:srgbClr val="0D0D0D"/>
                </a:solidFill>
                <a:effectLst/>
                <a:latin typeface="Söhne"/>
              </a:rPr>
              <a:t>développement utilisés.</a:t>
            </a: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30</a:t>
            </a:fld>
            <a:endParaRPr lang="fr-FR"/>
          </a:p>
        </p:txBody>
      </p:sp>
    </p:spTree>
    <p:extLst>
      <p:ext uri="{BB962C8B-B14F-4D97-AF65-F5344CB8AC3E}">
        <p14:creationId xmlns:p14="http://schemas.microsoft.com/office/powerpoint/2010/main" val="2549456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Pour </a:t>
            </a:r>
            <a:r>
              <a:rPr lang="fr-FR" b="0" i="0" dirty="0" err="1">
                <a:solidFill>
                  <a:srgbClr val="0D0D0D"/>
                </a:solidFill>
                <a:effectLst/>
                <a:latin typeface="Söhne"/>
              </a:rPr>
              <a:t>dévelloper</a:t>
            </a:r>
            <a:r>
              <a:rPr lang="fr-FR" b="0" i="0" dirty="0">
                <a:solidFill>
                  <a:srgbClr val="0D0D0D"/>
                </a:solidFill>
                <a:effectLst/>
                <a:latin typeface="Söhne"/>
              </a:rPr>
              <a:t> notre application nous avons utilisé trois catégorie d’outils dans la premier </a:t>
            </a:r>
            <a:r>
              <a:rPr lang="fr-FR" b="0" i="0" dirty="0" err="1">
                <a:solidFill>
                  <a:srgbClr val="0D0D0D"/>
                </a:solidFill>
                <a:effectLst/>
                <a:latin typeface="Söhne"/>
              </a:rPr>
              <a:t>categorie</a:t>
            </a:r>
            <a:r>
              <a:rPr lang="fr-FR" b="0" i="0" dirty="0">
                <a:solidFill>
                  <a:srgbClr val="0D0D0D"/>
                </a:solidFill>
                <a:effectLst/>
                <a:latin typeface="Söhne"/>
              </a:rPr>
              <a:t> </a:t>
            </a:r>
            <a:r>
              <a:rPr lang="fr-FR" b="0" i="0" dirty="0" err="1">
                <a:solidFill>
                  <a:srgbClr val="0D0D0D"/>
                </a:solidFill>
                <a:effectLst/>
                <a:latin typeface="Söhne"/>
              </a:rPr>
              <a:t>intutilé</a:t>
            </a:r>
            <a:r>
              <a:rPr lang="fr-FR" b="0" i="0" dirty="0">
                <a:solidFill>
                  <a:srgbClr val="0D0D0D"/>
                </a:solidFill>
                <a:effectLst/>
                <a:latin typeface="Söhne"/>
              </a:rPr>
              <a:t>  () nous trouvons l’</a:t>
            </a:r>
            <a:r>
              <a:rPr lang="fr-FR" b="0" i="0" dirty="0" err="1">
                <a:solidFill>
                  <a:srgbClr val="0D0D0D"/>
                </a:solidFill>
                <a:effectLst/>
                <a:latin typeface="Söhne"/>
              </a:rPr>
              <a:t>environement</a:t>
            </a:r>
            <a:r>
              <a:rPr lang="fr-FR" b="0" i="0" dirty="0">
                <a:solidFill>
                  <a:srgbClr val="0D0D0D"/>
                </a:solidFill>
                <a:effectLst/>
                <a:latin typeface="Söhne"/>
              </a:rPr>
              <a:t>  </a:t>
            </a:r>
            <a:r>
              <a:rPr lang="fr-FR" b="0" i="0" dirty="0" err="1">
                <a:solidFill>
                  <a:srgbClr val="0D0D0D"/>
                </a:solidFill>
                <a:effectLst/>
                <a:latin typeface="Söhne"/>
              </a:rPr>
              <a:t>visual</a:t>
            </a:r>
            <a:r>
              <a:rPr lang="fr-FR" b="0" i="0" dirty="0">
                <a:solidFill>
                  <a:srgbClr val="0D0D0D"/>
                </a:solidFill>
                <a:effectLst/>
                <a:latin typeface="Söhne"/>
              </a:rPr>
              <a:t> studio et la </a:t>
            </a:r>
            <a:r>
              <a:rPr lang="fr-FR" b="0" i="0" dirty="0" err="1">
                <a:solidFill>
                  <a:srgbClr val="0D0D0D"/>
                </a:solidFill>
                <a:effectLst/>
                <a:latin typeface="Söhne"/>
              </a:rPr>
              <a:t>langauge</a:t>
            </a:r>
            <a:r>
              <a:rPr lang="fr-FR" b="0" i="0" dirty="0">
                <a:solidFill>
                  <a:srgbClr val="0D0D0D"/>
                </a:solidFill>
                <a:effectLst/>
                <a:latin typeface="Söhne"/>
              </a:rPr>
              <a:t> </a:t>
            </a:r>
            <a:r>
              <a:rPr lang="fr-FR" b="0" i="0" dirty="0" err="1">
                <a:solidFill>
                  <a:srgbClr val="0D0D0D"/>
                </a:solidFill>
                <a:effectLst/>
                <a:latin typeface="Söhne"/>
              </a:rPr>
              <a:t>php</a:t>
            </a:r>
            <a:r>
              <a:rPr lang="fr-FR" b="0" i="0" dirty="0">
                <a:solidFill>
                  <a:srgbClr val="0D0D0D"/>
                </a:solidFill>
                <a:effectLst/>
                <a:latin typeface="Söhne"/>
              </a:rPr>
              <a:t> supporté par cette </a:t>
            </a:r>
            <a:r>
              <a:rPr lang="fr-FR" b="0" i="0" dirty="0" err="1">
                <a:solidFill>
                  <a:srgbClr val="0D0D0D"/>
                </a:solidFill>
                <a:effectLst/>
                <a:latin typeface="Söhne"/>
              </a:rPr>
              <a:t>environement</a:t>
            </a:r>
            <a:r>
              <a:rPr lang="fr-FR" b="0" i="0" dirty="0">
                <a:solidFill>
                  <a:srgbClr val="0D0D0D"/>
                </a:solidFill>
                <a:effectLst/>
                <a:latin typeface="Söhne"/>
              </a:rPr>
              <a:t> , puis le </a:t>
            </a:r>
            <a:r>
              <a:rPr lang="fr-FR" b="0" i="0" dirty="0" err="1">
                <a:solidFill>
                  <a:srgbClr val="0D0D0D"/>
                </a:solidFill>
                <a:effectLst/>
                <a:latin typeface="Söhne"/>
              </a:rPr>
              <a:t>php</a:t>
            </a:r>
            <a:r>
              <a:rPr lang="fr-FR" b="0" i="0" dirty="0">
                <a:solidFill>
                  <a:srgbClr val="0D0D0D"/>
                </a:solidFill>
                <a:effectLst/>
                <a:latin typeface="Söhne"/>
              </a:rPr>
              <a:t> </a:t>
            </a:r>
            <a:r>
              <a:rPr lang="fr-FR" b="0" i="0" dirty="0" err="1">
                <a:solidFill>
                  <a:srgbClr val="0D0D0D"/>
                </a:solidFill>
                <a:effectLst/>
                <a:latin typeface="Söhne"/>
              </a:rPr>
              <a:t>MyADmin</a:t>
            </a:r>
            <a:r>
              <a:rPr lang="fr-FR" b="0" i="0" dirty="0">
                <a:solidFill>
                  <a:srgbClr val="0D0D0D"/>
                </a:solidFill>
                <a:effectLst/>
                <a:latin typeface="Söhne"/>
              </a:rPr>
              <a:t> intégré dans XAMMP ensuite les </a:t>
            </a:r>
            <a:r>
              <a:rPr lang="fr-FR" b="0" i="0" dirty="0" err="1">
                <a:solidFill>
                  <a:srgbClr val="0D0D0D"/>
                </a:solidFill>
                <a:effectLst/>
                <a:latin typeface="Söhne"/>
              </a:rPr>
              <a:t>laguages</a:t>
            </a:r>
            <a:r>
              <a:rPr lang="fr-FR" b="0" i="0" dirty="0">
                <a:solidFill>
                  <a:srgbClr val="0D0D0D"/>
                </a:solidFill>
                <a:effectLst/>
                <a:latin typeface="Söhne"/>
              </a:rPr>
              <a:t> HTML ,</a:t>
            </a:r>
            <a:r>
              <a:rPr lang="fr-FR" b="0" i="0" dirty="0" err="1">
                <a:solidFill>
                  <a:srgbClr val="0D0D0D"/>
                </a:solidFill>
                <a:effectLst/>
                <a:latin typeface="Söhne"/>
              </a:rPr>
              <a:t>CSS,et</a:t>
            </a:r>
            <a:r>
              <a:rPr lang="fr-FR" b="0" i="0" dirty="0">
                <a:solidFill>
                  <a:srgbClr val="0D0D0D"/>
                </a:solidFill>
                <a:effectLst/>
                <a:latin typeface="Söhne"/>
              </a:rPr>
              <a:t> javascript</a:t>
            </a: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endParaRPr lang="fr-FR" b="0" i="0" dirty="0">
              <a:solidFill>
                <a:srgbClr val="0D0D0D"/>
              </a:solidFill>
              <a:effectLst/>
              <a:latin typeface="Söhne"/>
            </a:endParaRPr>
          </a:p>
          <a:p>
            <a:pPr algn="l"/>
            <a:r>
              <a:rPr lang="fr-FR" b="0" i="0" dirty="0">
                <a:solidFill>
                  <a:srgbClr val="0D0D0D"/>
                </a:solidFill>
                <a:effectLst/>
                <a:latin typeface="Söhne"/>
              </a:rPr>
              <a:t>Pour faciliter le développement de notre application, nous avons utilisé plusieurs outils et environnements de développement. Nous avons choisi Visual Studio, un éditeur de code intégré (EDI) polyvalent, pour son efficacité. Notre choix de langage de programmation s'est porté sur PHP.</a:t>
            </a:r>
            <a:r>
              <a:rPr lang="fr-FR" dirty="0"/>
              <a:t> </a:t>
            </a:r>
            <a:br>
              <a:rPr lang="fr-FR" dirty="0"/>
            </a:br>
            <a:r>
              <a:rPr lang="fr-FR" b="0" i="0" dirty="0">
                <a:solidFill>
                  <a:srgbClr val="0D0D0D"/>
                </a:solidFill>
                <a:effectLst/>
                <a:latin typeface="Söhne"/>
              </a:rPr>
              <a:t>Pour la gestion et l'administration de nos bases de données, nous avons utilisé phpMyAdmin, qui est intégré dans XAMPP, facilitant ainsi le développement et le déploiement de notre application.. En ce qui concerne le développement de l'interface utilisateur, nous avons utilisé les langages HTML, CSS et JavaScript pour leur polyvalence et leur compatibilité. </a:t>
            </a:r>
          </a:p>
        </p:txBody>
      </p:sp>
      <p:sp>
        <p:nvSpPr>
          <p:cNvPr id="4" name="Slide Number Placeholder 3"/>
          <p:cNvSpPr>
            <a:spLocks noGrp="1"/>
          </p:cNvSpPr>
          <p:nvPr>
            <p:ph type="sldNum" sz="quarter" idx="5"/>
          </p:nvPr>
        </p:nvSpPr>
        <p:spPr/>
        <p:txBody>
          <a:bodyPr/>
          <a:lstStyle/>
          <a:p>
            <a:fld id="{71B12B89-227F-45A6-87E4-4DB9CA0857F2}" type="slidenum">
              <a:rPr lang="fr-FR" smtClean="0"/>
              <a:t>31</a:t>
            </a:fld>
            <a:endParaRPr lang="fr-FR"/>
          </a:p>
        </p:txBody>
      </p:sp>
    </p:spTree>
    <p:extLst>
      <p:ext uri="{BB962C8B-B14F-4D97-AF65-F5344CB8AC3E}">
        <p14:creationId xmlns:p14="http://schemas.microsoft.com/office/powerpoint/2010/main" val="971666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Dans 2 </a:t>
            </a:r>
            <a:r>
              <a:rPr lang="fr-FR" b="0" i="0" dirty="0" err="1">
                <a:solidFill>
                  <a:srgbClr val="0D0D0D"/>
                </a:solidFill>
                <a:effectLst/>
                <a:latin typeface="Söhne"/>
              </a:rPr>
              <a:t>éme</a:t>
            </a:r>
            <a:r>
              <a:rPr lang="fr-FR" b="0" i="0" dirty="0">
                <a:solidFill>
                  <a:srgbClr val="0D0D0D"/>
                </a:solidFill>
                <a:effectLst/>
                <a:latin typeface="Söhne"/>
              </a:rPr>
              <a:t> partie nous trouvons le framework </a:t>
            </a:r>
            <a:r>
              <a:rPr lang="fr-FR" b="0" i="0" dirty="0" err="1">
                <a:solidFill>
                  <a:srgbClr val="0D0D0D"/>
                </a:solidFill>
                <a:effectLst/>
                <a:latin typeface="Söhne"/>
              </a:rPr>
              <a:t>bootstrap</a:t>
            </a:r>
            <a:endParaRPr lang="fr-FR" b="0" i="0" dirty="0">
              <a:solidFill>
                <a:srgbClr val="0D0D0D"/>
              </a:solidFill>
              <a:effectLst/>
              <a:latin typeface="Söhne"/>
            </a:endParaRPr>
          </a:p>
          <a:p>
            <a:endParaRPr lang="fr-FR" b="0" i="0" dirty="0">
              <a:solidFill>
                <a:srgbClr val="0D0D0D"/>
              </a:solidFill>
              <a:effectLst/>
              <a:latin typeface="Söhne"/>
            </a:endParaRPr>
          </a:p>
          <a:p>
            <a:endParaRPr lang="fr-FR" b="0" i="0" dirty="0">
              <a:solidFill>
                <a:srgbClr val="0D0D0D"/>
              </a:solidFill>
              <a:effectLst/>
              <a:latin typeface="Söhne"/>
            </a:endParaRPr>
          </a:p>
          <a:p>
            <a:endParaRPr lang="fr-FR" b="0" i="0" dirty="0">
              <a:solidFill>
                <a:srgbClr val="0D0D0D"/>
              </a:solidFill>
              <a:effectLst/>
              <a:latin typeface="Söhne"/>
            </a:endParaRPr>
          </a:p>
          <a:p>
            <a:r>
              <a:rPr lang="fr-FR" b="0" i="0" dirty="0">
                <a:solidFill>
                  <a:srgbClr val="0D0D0D"/>
                </a:solidFill>
                <a:effectLst/>
                <a:latin typeface="Söhne"/>
              </a:rPr>
              <a:t>Nous avons également intégré le framework Bootstrap pour assurer un design responsive et moderne. </a:t>
            </a:r>
          </a:p>
          <a:p>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32</a:t>
            </a:fld>
            <a:endParaRPr lang="fr-FR"/>
          </a:p>
        </p:txBody>
      </p:sp>
    </p:spTree>
    <p:extLst>
      <p:ext uri="{BB962C8B-B14F-4D97-AF65-F5344CB8AC3E}">
        <p14:creationId xmlns:p14="http://schemas.microsoft.com/office/powerpoint/2010/main" val="394525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0D0D0D"/>
                </a:solidFill>
                <a:effectLst/>
                <a:latin typeface="Söhne"/>
              </a:rPr>
              <a:t>et dans dernier </a:t>
            </a:r>
            <a:r>
              <a:rPr lang="fr-FR" b="0" i="0" dirty="0" err="1">
                <a:solidFill>
                  <a:srgbClr val="0D0D0D"/>
                </a:solidFill>
                <a:effectLst/>
                <a:latin typeface="Söhne"/>
              </a:rPr>
              <a:t>categorie</a:t>
            </a:r>
            <a:r>
              <a:rPr lang="fr-FR" b="0" i="0" dirty="0">
                <a:solidFill>
                  <a:srgbClr val="0D0D0D"/>
                </a:solidFill>
                <a:effectLst/>
                <a:latin typeface="Söhne"/>
              </a:rPr>
              <a:t> nous trouvons </a:t>
            </a:r>
            <a:r>
              <a:rPr lang="fr-FR" b="0" i="0" dirty="0" err="1">
                <a:solidFill>
                  <a:srgbClr val="0D0D0D"/>
                </a:solidFill>
                <a:effectLst/>
                <a:latin typeface="Söhne"/>
              </a:rPr>
              <a:t>jquery</a:t>
            </a:r>
            <a:r>
              <a:rPr lang="fr-FR" b="0" i="0" dirty="0">
                <a:solidFill>
                  <a:srgbClr val="0D0D0D"/>
                </a:solidFill>
                <a:effectLst/>
                <a:latin typeface="Söhne"/>
              </a:rPr>
              <a:t> </a:t>
            </a:r>
            <a:r>
              <a:rPr lang="fr-FR" b="0" i="0" dirty="0" err="1">
                <a:solidFill>
                  <a:srgbClr val="0D0D0D"/>
                </a:solidFill>
                <a:effectLst/>
                <a:latin typeface="Söhne"/>
              </a:rPr>
              <a:t>json</a:t>
            </a:r>
            <a:r>
              <a:rPr lang="fr-FR" b="0" i="0" dirty="0">
                <a:solidFill>
                  <a:srgbClr val="0D0D0D"/>
                </a:solidFill>
                <a:effectLst/>
                <a:latin typeface="Söhne"/>
              </a:rPr>
              <a:t> et ajax  ce qui rendre la </a:t>
            </a:r>
            <a:r>
              <a:rPr lang="fr-FR" b="0" i="0" dirty="0" err="1">
                <a:solidFill>
                  <a:srgbClr val="0D0D0D"/>
                </a:solidFill>
                <a:effectLst/>
                <a:latin typeface="Söhne"/>
              </a:rPr>
              <a:t>comunication</a:t>
            </a:r>
            <a:r>
              <a:rPr lang="fr-FR" b="0" i="0" dirty="0">
                <a:solidFill>
                  <a:srgbClr val="0D0D0D"/>
                </a:solidFill>
                <a:effectLst/>
                <a:latin typeface="Söhne"/>
              </a:rPr>
              <a:t> entre le </a:t>
            </a:r>
            <a:r>
              <a:rPr lang="fr-FR" b="0" i="0" dirty="0" err="1">
                <a:solidFill>
                  <a:srgbClr val="0D0D0D"/>
                </a:solidFill>
                <a:effectLst/>
                <a:latin typeface="Söhne"/>
              </a:rPr>
              <a:t>frond-end</a:t>
            </a:r>
            <a:r>
              <a:rPr lang="fr-FR" b="0" i="0" dirty="0">
                <a:solidFill>
                  <a:srgbClr val="0D0D0D"/>
                </a:solidFill>
                <a:effectLst/>
                <a:latin typeface="Söhne"/>
              </a:rPr>
              <a:t> et backend-end plus efficace</a:t>
            </a:r>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33</a:t>
            </a:fld>
            <a:endParaRPr lang="fr-FR"/>
          </a:p>
        </p:txBody>
      </p:sp>
    </p:spTree>
    <p:extLst>
      <p:ext uri="{BB962C8B-B14F-4D97-AF65-F5344CB8AC3E}">
        <p14:creationId xmlns:p14="http://schemas.microsoft.com/office/powerpoint/2010/main" val="39609612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34</a:t>
            </a:fld>
            <a:endParaRPr lang="fr-FR"/>
          </a:p>
        </p:txBody>
      </p:sp>
    </p:spTree>
    <p:extLst>
      <p:ext uri="{BB962C8B-B14F-4D97-AF65-F5344CB8AC3E}">
        <p14:creationId xmlns:p14="http://schemas.microsoft.com/office/powerpoint/2010/main" val="40952564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effectLst/>
                <a:latin typeface="Times New Roman" panose="02020603050405020304" pitchFamily="18" charset="0"/>
                <a:ea typeface="Calibri" panose="020F0502020204030204" pitchFamily="34" charset="0"/>
                <a:cs typeface="Times New Roman" panose="02020603050405020304" pitchFamily="18" charset="0"/>
              </a:rPr>
              <a:t>pour mener à bien notre projet </a:t>
            </a:r>
            <a:r>
              <a:rPr lang="fr-FR" b="0" i="0" dirty="0">
                <a:solidFill>
                  <a:srgbClr val="374151"/>
                </a:solidFill>
                <a:effectLst/>
                <a:latin typeface="Söhne"/>
              </a:rPr>
              <a:t>nous avons  choisi l’architecture MVC  comme architecture logique qui  </a:t>
            </a:r>
            <a:r>
              <a:rPr lang="fr-FR" b="0" i="0" dirty="0">
                <a:effectLst/>
                <a:latin typeface="Arial" panose="020B0604020202020204" pitchFamily="34" charset="0"/>
              </a:rPr>
              <a:t>divise les composants d’une application en trois parties distinctes  , le modèle , la vue et le contrôleur  </a:t>
            </a:r>
            <a:endParaRPr lang="fr-FR"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71B12B89-227F-45A6-87E4-4DB9CA0857F2}" type="slidenum">
              <a:rPr lang="fr-FR" smtClean="0"/>
              <a:t>35</a:t>
            </a:fld>
            <a:endParaRPr lang="fr-FR"/>
          </a:p>
        </p:txBody>
      </p:sp>
    </p:spTree>
    <p:extLst>
      <p:ext uri="{BB962C8B-B14F-4D97-AF65-F5344CB8AC3E}">
        <p14:creationId xmlns:p14="http://schemas.microsoft.com/office/powerpoint/2010/main" val="16145156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36</a:t>
            </a:fld>
            <a:endParaRPr lang="fr-FR"/>
          </a:p>
        </p:txBody>
      </p:sp>
    </p:spTree>
    <p:extLst>
      <p:ext uri="{BB962C8B-B14F-4D97-AF65-F5344CB8AC3E}">
        <p14:creationId xmlns:p14="http://schemas.microsoft.com/office/powerpoint/2010/main" val="989917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Passons maintenant à la démonstration de notre platform de </a:t>
            </a:r>
            <a:r>
              <a:rPr lang="fr-FR" dirty="0" err="1"/>
              <a:t>gmao</a:t>
            </a:r>
            <a:r>
              <a:rPr lang="fr-FR" dirty="0"/>
              <a:t> si vous </a:t>
            </a:r>
            <a:r>
              <a:rPr lang="fr-FR" dirty="0" err="1"/>
              <a:t>permetter</a:t>
            </a:r>
            <a:r>
              <a:rPr lang="fr-FR" dirty="0"/>
              <a:t> </a:t>
            </a:r>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37</a:t>
            </a:fld>
            <a:endParaRPr lang="fr-FR"/>
          </a:p>
        </p:txBody>
      </p:sp>
    </p:spTree>
    <p:extLst>
      <p:ext uri="{BB962C8B-B14F-4D97-AF65-F5344CB8AC3E}">
        <p14:creationId xmlns:p14="http://schemas.microsoft.com/office/powerpoint/2010/main" val="12956870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38</a:t>
            </a:fld>
            <a:endParaRPr lang="fr-FR"/>
          </a:p>
        </p:txBody>
      </p:sp>
    </p:spTree>
    <p:extLst>
      <p:ext uri="{BB962C8B-B14F-4D97-AF65-F5344CB8AC3E}">
        <p14:creationId xmlns:p14="http://schemas.microsoft.com/office/powerpoint/2010/main" val="2237708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conclusion, nous avons réussi à concevoir et développer une application web qui apporte de nombreux avantages aux industries. Cette application offre une traçabilité améliorée des interventions et de l'historique des interventions. De plus, elle fournit des informations fiables , ce qui facilite la prise de décision. </a:t>
            </a:r>
          </a:p>
        </p:txBody>
      </p:sp>
      <p:sp>
        <p:nvSpPr>
          <p:cNvPr id="4" name="Slide Number Placeholder 3"/>
          <p:cNvSpPr>
            <a:spLocks noGrp="1"/>
          </p:cNvSpPr>
          <p:nvPr>
            <p:ph type="sldNum" sz="quarter" idx="5"/>
          </p:nvPr>
        </p:nvSpPr>
        <p:spPr/>
        <p:txBody>
          <a:bodyPr/>
          <a:lstStyle/>
          <a:p>
            <a:fld id="{71B12B89-227F-45A6-87E4-4DB9CA0857F2}" type="slidenum">
              <a:rPr lang="fr-FR" smtClean="0"/>
              <a:t>39</a:t>
            </a:fld>
            <a:endParaRPr lang="fr-FR"/>
          </a:p>
        </p:txBody>
      </p:sp>
    </p:spTree>
    <p:extLst>
      <p:ext uri="{BB962C8B-B14F-4D97-AF65-F5344CB8AC3E}">
        <p14:creationId xmlns:p14="http://schemas.microsoft.com/office/powerpoint/2010/main" val="2773147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Enfin, notre solution renforce également la gestion des stocks, ainsi qu’ une meilleure gestion des ressources.</a:t>
            </a:r>
          </a:p>
          <a:p>
            <a:endParaRPr lang="fr-FR"/>
          </a:p>
        </p:txBody>
      </p:sp>
      <p:sp>
        <p:nvSpPr>
          <p:cNvPr id="4" name="Espace réservé du numéro de diapositive 3"/>
          <p:cNvSpPr>
            <a:spLocks noGrp="1"/>
          </p:cNvSpPr>
          <p:nvPr>
            <p:ph type="sldNum" sz="quarter" idx="5"/>
          </p:nvPr>
        </p:nvSpPr>
        <p:spPr/>
        <p:txBody>
          <a:bodyPr/>
          <a:lstStyle/>
          <a:p>
            <a:fld id="{71B12B89-227F-45A6-87E4-4DB9CA0857F2}" type="slidenum">
              <a:rPr lang="fr-FR" smtClean="0"/>
              <a:t>40</a:t>
            </a:fld>
            <a:endParaRPr lang="fr-FR"/>
          </a:p>
        </p:txBody>
      </p:sp>
    </p:spTree>
    <p:extLst>
      <p:ext uri="{BB962C8B-B14F-4D97-AF65-F5344CB8AC3E}">
        <p14:creationId xmlns:p14="http://schemas.microsoft.com/office/powerpoint/2010/main" val="3540689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p:cNvSpPr>
            <a:spLocks noGrp="1"/>
          </p:cNvSpPr>
          <p:nvPr>
            <p:ph type="sldNum" sz="quarter" idx="5"/>
          </p:nvPr>
        </p:nvSpPr>
        <p:spPr/>
        <p:txBody>
          <a:bodyPr/>
          <a:lstStyle/>
          <a:p>
            <a:fld id="{71B12B89-227F-45A6-87E4-4DB9CA0857F2}" type="slidenum">
              <a:rPr lang="fr-FR" smtClean="0"/>
              <a:t>41</a:t>
            </a:fld>
            <a:endParaRPr lang="fr-FR"/>
          </a:p>
        </p:txBody>
      </p:sp>
    </p:spTree>
    <p:extLst>
      <p:ext uri="{BB962C8B-B14F-4D97-AF65-F5344CB8AC3E}">
        <p14:creationId xmlns:p14="http://schemas.microsoft.com/office/powerpoint/2010/main" val="31269547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perspective de notre application , nous avons identifié plusieurs axes de développement et d'amélioration potentiels. Parmi ceux-ci</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Etendre des nouveaux modules (module de la gestion des fournisseurs , un module de statistiques, …)</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 Standardisation de l’application </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Intégration de l’Intelligence Artificielle </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En ce qui concerne les perspectives futures de notre application, nous avons identifié plusieurs axes de développement et d'amélioration potentiels. Parmi ceux-ci, </a:t>
            </a:r>
            <a:r>
              <a:rPr lang="fr-FR" sz="1200" b="0" i="0" kern="1200" dirty="0">
                <a:solidFill>
                  <a:schemeClr val="tx1"/>
                </a:solidFill>
                <a:effectLst/>
                <a:latin typeface="+mn-lt"/>
                <a:ea typeface="+mn-ea"/>
                <a:cs typeface="+mn-cs"/>
              </a:rPr>
              <a:t>En peut étendre l’application actuelle par de nouveaux modules comme le module de la gestion des fournisseurs ,un module de statistique,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Intégration de l’Intelligence Artificielle :</a:t>
            </a:r>
            <a:endParaRPr lang="fr-FR" sz="1200" b="0" i="0" kern="1200" dirty="0">
              <a:solidFill>
                <a:schemeClr val="tx1"/>
              </a:solidFill>
              <a:effectLst/>
              <a:latin typeface="+mn-lt"/>
              <a:ea typeface="+mn-ea"/>
              <a:cs typeface="+mn-cs"/>
            </a:endParaRPr>
          </a:p>
          <a:p>
            <a:r>
              <a:rPr lang="fr-FR" dirty="0"/>
              <a:t>Maintenance prédictive:</a:t>
            </a:r>
          </a:p>
          <a:p>
            <a:r>
              <a:rPr lang="fr-FR" b="1" dirty="0"/>
              <a:t>Surveillance des équipements</a:t>
            </a:r>
            <a:r>
              <a:rPr lang="fr-FR" dirty="0"/>
              <a:t> : Utilisation de capteurs IoT et d'algorithmes de machine </a:t>
            </a:r>
            <a:r>
              <a:rPr lang="fr-FR" dirty="0" err="1"/>
              <a:t>learning</a:t>
            </a:r>
            <a:r>
              <a:rPr lang="fr-FR" dirty="0"/>
              <a:t> pour surveiller en temps réel les machines textiles. Ces systèmes peuvent prédire les pannes avant qu'elles ne se produisent en détectant des anomalies dans les données collectées (température, vibrations, bruit, etc.).</a:t>
            </a:r>
            <a:r>
              <a:rPr lang="fr-FR" b="1" dirty="0"/>
              <a:t>Planification des interventions</a:t>
            </a:r>
            <a:r>
              <a:rPr lang="fr-FR" dirty="0"/>
              <a:t> : L'IA peut analyser les données historiques des pannes pour déterminer les intervalles de maintenance optimaux, réduisant ainsi les temps d'arrêt imprévus et les coûts de maintenance.</a:t>
            </a:r>
          </a:p>
        </p:txBody>
      </p:sp>
      <p:sp>
        <p:nvSpPr>
          <p:cNvPr id="4" name="Slide Number Placeholder 3"/>
          <p:cNvSpPr>
            <a:spLocks noGrp="1"/>
          </p:cNvSpPr>
          <p:nvPr>
            <p:ph type="sldNum" sz="quarter" idx="5"/>
          </p:nvPr>
        </p:nvSpPr>
        <p:spPr/>
        <p:txBody>
          <a:bodyPr/>
          <a:lstStyle/>
          <a:p>
            <a:fld id="{71B12B89-227F-45A6-87E4-4DB9CA0857F2}" type="slidenum">
              <a:rPr lang="fr-FR" smtClean="0"/>
              <a:t>42</a:t>
            </a:fld>
            <a:endParaRPr lang="fr-FR"/>
          </a:p>
        </p:txBody>
      </p:sp>
    </p:spTree>
    <p:extLst>
      <p:ext uri="{BB962C8B-B14F-4D97-AF65-F5344CB8AC3E}">
        <p14:creationId xmlns:p14="http://schemas.microsoft.com/office/powerpoint/2010/main" val="39260523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400" dirty="0"/>
              <a:t>Finalement, nous vous  remercions pour votre attention et sommes disponibles pour répondre à vos questions</a:t>
            </a:r>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CF4FE2A0-4226-4F50-A03F-382BC017A619}" type="slidenum">
              <a:rPr lang="en-IN" smtClean="0"/>
              <a:pPr/>
              <a:t>43</a:t>
            </a:fld>
            <a:endParaRPr lang="en-IN"/>
          </a:p>
        </p:txBody>
      </p:sp>
    </p:spTree>
    <p:extLst>
      <p:ext uri="{BB962C8B-B14F-4D97-AF65-F5344CB8AC3E}">
        <p14:creationId xmlns:p14="http://schemas.microsoft.com/office/powerpoint/2010/main" val="795116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65B8-1F7F-FA3B-3851-03259E54B0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8A37ADDF-330E-0D95-D89C-DE9D5BD48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DEC2763A-2EBE-80B8-4952-FAFFE741982D}"/>
              </a:ext>
            </a:extLst>
          </p:cNvPr>
          <p:cNvSpPr>
            <a:spLocks noGrp="1"/>
          </p:cNvSpPr>
          <p:nvPr>
            <p:ph type="dt" sz="half" idx="10"/>
          </p:nvPr>
        </p:nvSpPr>
        <p:spPr/>
        <p:txBody>
          <a:bodyPr/>
          <a:lstStyle/>
          <a:p>
            <a:fld id="{E584BED5-ED9C-4BCE-9E1F-000352708CC7}" type="datetime1">
              <a:rPr lang="fr-FR" smtClean="0"/>
              <a:t>11/06/2024</a:t>
            </a:fld>
            <a:endParaRPr lang="fr-FR"/>
          </a:p>
        </p:txBody>
      </p:sp>
      <p:sp>
        <p:nvSpPr>
          <p:cNvPr id="5" name="Footer Placeholder 4">
            <a:extLst>
              <a:ext uri="{FF2B5EF4-FFF2-40B4-BE49-F238E27FC236}">
                <a16:creationId xmlns:a16="http://schemas.microsoft.com/office/drawing/2014/main" id="{5F79208B-25BD-7CE7-AE16-9072B445685E}"/>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B177E8A-FADF-2428-74CC-C1CA9BC2A6DA}"/>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10768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52F67-B18F-4AAE-19F9-23C854B239D0}"/>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57E24794-88FA-E30C-675C-6BE9D19C5C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FCA552D-C4EA-5CC7-7E3C-BCE66C047A07}"/>
              </a:ext>
            </a:extLst>
          </p:cNvPr>
          <p:cNvSpPr>
            <a:spLocks noGrp="1"/>
          </p:cNvSpPr>
          <p:nvPr>
            <p:ph type="dt" sz="half" idx="10"/>
          </p:nvPr>
        </p:nvSpPr>
        <p:spPr/>
        <p:txBody>
          <a:bodyPr/>
          <a:lstStyle/>
          <a:p>
            <a:fld id="{A1BE0652-D564-4ED3-8627-907C280C64B2}" type="datetime1">
              <a:rPr lang="fr-FR" smtClean="0"/>
              <a:t>11/06/2024</a:t>
            </a:fld>
            <a:endParaRPr lang="fr-FR"/>
          </a:p>
        </p:txBody>
      </p:sp>
      <p:sp>
        <p:nvSpPr>
          <p:cNvPr id="5" name="Footer Placeholder 4">
            <a:extLst>
              <a:ext uri="{FF2B5EF4-FFF2-40B4-BE49-F238E27FC236}">
                <a16:creationId xmlns:a16="http://schemas.microsoft.com/office/drawing/2014/main" id="{C0586935-11A2-8ED0-91BB-CE1B1261CF8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BBE854A-B46B-0342-5EF3-D96EFA5CD2BA}"/>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490344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93981-12BC-516B-2B44-B3A977539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B7DA7EF9-25B0-00D9-7BFB-F5991828B4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C71FF5-EA1D-AC9E-1944-C07BE81C33C2}"/>
              </a:ext>
            </a:extLst>
          </p:cNvPr>
          <p:cNvSpPr>
            <a:spLocks noGrp="1"/>
          </p:cNvSpPr>
          <p:nvPr>
            <p:ph type="dt" sz="half" idx="10"/>
          </p:nvPr>
        </p:nvSpPr>
        <p:spPr/>
        <p:txBody>
          <a:bodyPr/>
          <a:lstStyle/>
          <a:p>
            <a:fld id="{CEF84BE4-89A5-4D4D-8CB4-6B464EFDD5B0}" type="datetime1">
              <a:rPr lang="fr-FR" smtClean="0"/>
              <a:t>11/06/2024</a:t>
            </a:fld>
            <a:endParaRPr lang="fr-FR"/>
          </a:p>
        </p:txBody>
      </p:sp>
      <p:sp>
        <p:nvSpPr>
          <p:cNvPr id="5" name="Footer Placeholder 4">
            <a:extLst>
              <a:ext uri="{FF2B5EF4-FFF2-40B4-BE49-F238E27FC236}">
                <a16:creationId xmlns:a16="http://schemas.microsoft.com/office/drawing/2014/main" id="{88262FF6-270B-0DD9-D68C-22D24C00E81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44C281C-A5C6-C78A-0156-58DA81FB01D8}"/>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4292873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8748A-2C0A-BE57-CD34-DA9E85B5339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9BC9BF9F-141F-4461-DDB9-898DB4353B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062C6D1D-9C21-9224-533E-21FC9507C6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F78335B0-6D15-3B17-941D-30BF1436A6F4}"/>
              </a:ext>
            </a:extLst>
          </p:cNvPr>
          <p:cNvSpPr>
            <a:spLocks noGrp="1"/>
          </p:cNvSpPr>
          <p:nvPr>
            <p:ph type="dt" sz="half" idx="10"/>
          </p:nvPr>
        </p:nvSpPr>
        <p:spPr/>
        <p:txBody>
          <a:bodyPr/>
          <a:lstStyle/>
          <a:p>
            <a:fld id="{045F07B7-93DC-4321-866B-036CFB48E055}" type="datetime1">
              <a:rPr lang="fr-FR" smtClean="0"/>
              <a:t>11/06/2024</a:t>
            </a:fld>
            <a:endParaRPr lang="fr-FR"/>
          </a:p>
        </p:txBody>
      </p:sp>
      <p:sp>
        <p:nvSpPr>
          <p:cNvPr id="6" name="Footer Placeholder 5">
            <a:extLst>
              <a:ext uri="{FF2B5EF4-FFF2-40B4-BE49-F238E27FC236}">
                <a16:creationId xmlns:a16="http://schemas.microsoft.com/office/drawing/2014/main" id="{D3AF4074-A85E-99D1-0BAE-28552F47B32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4C2D7F5-DCB9-0AB2-B191-97409AB4B9FE}"/>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77866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9E2E-F8A0-2D1B-2095-D5A4937B5A24}"/>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F829169F-97A4-0DDF-5D46-CFC0428A88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242B3-55F4-BE21-976C-A12C81E9B6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8A150351-05C2-B1B4-1F6D-72C86F31D3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90003-5E74-D221-896C-EEAEBA1981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6811F351-1267-E4FB-728D-EDD4116928AE}"/>
              </a:ext>
            </a:extLst>
          </p:cNvPr>
          <p:cNvSpPr>
            <a:spLocks noGrp="1"/>
          </p:cNvSpPr>
          <p:nvPr>
            <p:ph type="dt" sz="half" idx="10"/>
          </p:nvPr>
        </p:nvSpPr>
        <p:spPr/>
        <p:txBody>
          <a:bodyPr/>
          <a:lstStyle/>
          <a:p>
            <a:fld id="{2213D0B1-CA14-4A7D-98CB-71E9C5CE9D5C}" type="datetime1">
              <a:rPr lang="fr-FR" smtClean="0"/>
              <a:t>11/06/2024</a:t>
            </a:fld>
            <a:endParaRPr lang="fr-FR"/>
          </a:p>
        </p:txBody>
      </p:sp>
      <p:sp>
        <p:nvSpPr>
          <p:cNvPr id="8" name="Footer Placeholder 7">
            <a:extLst>
              <a:ext uri="{FF2B5EF4-FFF2-40B4-BE49-F238E27FC236}">
                <a16:creationId xmlns:a16="http://schemas.microsoft.com/office/drawing/2014/main" id="{94BE56CD-49AF-A907-B7C6-D92FCB51AE0F}"/>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BC604B98-9798-2313-FC33-4FBD45915CB4}"/>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4048132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FA85-E041-C0B2-D08D-CA325852216C}"/>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A65BD98E-14A8-1D8A-3AE4-FF754B854829}"/>
              </a:ext>
            </a:extLst>
          </p:cNvPr>
          <p:cNvSpPr>
            <a:spLocks noGrp="1"/>
          </p:cNvSpPr>
          <p:nvPr>
            <p:ph type="dt" sz="half" idx="10"/>
          </p:nvPr>
        </p:nvSpPr>
        <p:spPr/>
        <p:txBody>
          <a:bodyPr/>
          <a:lstStyle/>
          <a:p>
            <a:fld id="{AFF81C90-3C3E-4D23-AC0A-D8FB712AEE5F}" type="datetime1">
              <a:rPr lang="fr-FR" smtClean="0"/>
              <a:t>11/06/2024</a:t>
            </a:fld>
            <a:endParaRPr lang="fr-FR"/>
          </a:p>
        </p:txBody>
      </p:sp>
      <p:sp>
        <p:nvSpPr>
          <p:cNvPr id="4" name="Footer Placeholder 3">
            <a:extLst>
              <a:ext uri="{FF2B5EF4-FFF2-40B4-BE49-F238E27FC236}">
                <a16:creationId xmlns:a16="http://schemas.microsoft.com/office/drawing/2014/main" id="{9265CFAC-5F26-2293-EDB7-83F68DE46E50}"/>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29FA9277-DA8B-7D43-19EF-4545668787B1}"/>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515650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D3732B-E3A2-ED4D-B768-AA549AECCDFB}"/>
              </a:ext>
            </a:extLst>
          </p:cNvPr>
          <p:cNvSpPr>
            <a:spLocks noGrp="1"/>
          </p:cNvSpPr>
          <p:nvPr>
            <p:ph type="dt" sz="half" idx="10"/>
          </p:nvPr>
        </p:nvSpPr>
        <p:spPr/>
        <p:txBody>
          <a:bodyPr/>
          <a:lstStyle/>
          <a:p>
            <a:fld id="{52B135DC-CF71-43CF-93BA-21B044474746}" type="datetime1">
              <a:rPr lang="fr-FR" smtClean="0"/>
              <a:t>11/06/2024</a:t>
            </a:fld>
            <a:endParaRPr lang="fr-FR"/>
          </a:p>
        </p:txBody>
      </p:sp>
      <p:sp>
        <p:nvSpPr>
          <p:cNvPr id="3" name="Footer Placeholder 2">
            <a:extLst>
              <a:ext uri="{FF2B5EF4-FFF2-40B4-BE49-F238E27FC236}">
                <a16:creationId xmlns:a16="http://schemas.microsoft.com/office/drawing/2014/main" id="{B9BBA638-47B7-05F5-43CB-8297AFD9E068}"/>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597CF700-937F-9FC2-33B4-1749AF33ADD7}"/>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4061146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0FB11-8124-08FE-DF5B-C3BE8C46F8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D0FB3784-92A6-3193-E144-64E415D3D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468B3CD2-48D4-3369-D9F7-BA5AAA57C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5AFF14-D25C-3B79-1E29-F121DA1437EE}"/>
              </a:ext>
            </a:extLst>
          </p:cNvPr>
          <p:cNvSpPr>
            <a:spLocks noGrp="1"/>
          </p:cNvSpPr>
          <p:nvPr>
            <p:ph type="dt" sz="half" idx="10"/>
          </p:nvPr>
        </p:nvSpPr>
        <p:spPr/>
        <p:txBody>
          <a:bodyPr/>
          <a:lstStyle/>
          <a:p>
            <a:fld id="{FC99F018-9F7E-4448-B890-FAEF04A1373E}" type="datetime1">
              <a:rPr lang="fr-FR" smtClean="0"/>
              <a:t>11/06/2024</a:t>
            </a:fld>
            <a:endParaRPr lang="fr-FR"/>
          </a:p>
        </p:txBody>
      </p:sp>
      <p:sp>
        <p:nvSpPr>
          <p:cNvPr id="6" name="Footer Placeholder 5">
            <a:extLst>
              <a:ext uri="{FF2B5EF4-FFF2-40B4-BE49-F238E27FC236}">
                <a16:creationId xmlns:a16="http://schemas.microsoft.com/office/drawing/2014/main" id="{4C6ACF7E-5FA0-BAEC-75DB-F52259094BDB}"/>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848A605A-82AD-6837-C6AA-85FBA1120999}"/>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19511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C4DC2-3AA1-8E61-BD0A-DFE1B2AB3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F92EAEEC-D224-2517-FBB1-56DD6EB0CD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3725B289-1096-0F3C-CF2A-767685F53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F665C-2A4A-0613-A5A8-8E6F17E6B20A}"/>
              </a:ext>
            </a:extLst>
          </p:cNvPr>
          <p:cNvSpPr>
            <a:spLocks noGrp="1"/>
          </p:cNvSpPr>
          <p:nvPr>
            <p:ph type="dt" sz="half" idx="10"/>
          </p:nvPr>
        </p:nvSpPr>
        <p:spPr/>
        <p:txBody>
          <a:bodyPr/>
          <a:lstStyle/>
          <a:p>
            <a:fld id="{15CEE307-3FF6-4473-8925-39DAB3081F4B}" type="datetime1">
              <a:rPr lang="fr-FR" smtClean="0"/>
              <a:t>11/06/2024</a:t>
            </a:fld>
            <a:endParaRPr lang="fr-FR"/>
          </a:p>
        </p:txBody>
      </p:sp>
      <p:sp>
        <p:nvSpPr>
          <p:cNvPr id="6" name="Footer Placeholder 5">
            <a:extLst>
              <a:ext uri="{FF2B5EF4-FFF2-40B4-BE49-F238E27FC236}">
                <a16:creationId xmlns:a16="http://schemas.microsoft.com/office/drawing/2014/main" id="{A98994FF-6B6F-21BE-1B6A-91F9723886A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63D0CF26-9C46-2C3E-F971-A2AE1C96A3F6}"/>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3859471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EC854-B615-4CE4-E43E-D5D5D61BFB25}"/>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86E22A13-91C7-374B-8E2C-FEB10D9E46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7ACF5D8-DACB-46A3-8902-1B2B0F750D95}"/>
              </a:ext>
            </a:extLst>
          </p:cNvPr>
          <p:cNvSpPr>
            <a:spLocks noGrp="1"/>
          </p:cNvSpPr>
          <p:nvPr>
            <p:ph type="dt" sz="half" idx="10"/>
          </p:nvPr>
        </p:nvSpPr>
        <p:spPr/>
        <p:txBody>
          <a:bodyPr/>
          <a:lstStyle/>
          <a:p>
            <a:fld id="{670BDA90-BE61-44BF-86CD-EEDCB050C734}" type="datetime1">
              <a:rPr lang="fr-FR" smtClean="0"/>
              <a:t>11/06/2024</a:t>
            </a:fld>
            <a:endParaRPr lang="fr-FR"/>
          </a:p>
        </p:txBody>
      </p:sp>
      <p:sp>
        <p:nvSpPr>
          <p:cNvPr id="5" name="Footer Placeholder 4">
            <a:extLst>
              <a:ext uri="{FF2B5EF4-FFF2-40B4-BE49-F238E27FC236}">
                <a16:creationId xmlns:a16="http://schemas.microsoft.com/office/drawing/2014/main" id="{4A928FAF-9963-D137-F58F-D215EE53360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70C1DF2-FF3A-0C8F-AEF4-65225C5926F8}"/>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885321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B51896-13D8-85DF-EDAB-83A594487E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22A7D497-6BE6-A8FD-937E-47F141C24A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39031A3-B05E-6549-B54F-39F464DA83CA}"/>
              </a:ext>
            </a:extLst>
          </p:cNvPr>
          <p:cNvSpPr>
            <a:spLocks noGrp="1"/>
          </p:cNvSpPr>
          <p:nvPr>
            <p:ph type="dt" sz="half" idx="10"/>
          </p:nvPr>
        </p:nvSpPr>
        <p:spPr/>
        <p:txBody>
          <a:bodyPr/>
          <a:lstStyle/>
          <a:p>
            <a:fld id="{33F98C3C-A061-4FDE-A227-27B9806C9469}" type="datetime1">
              <a:rPr lang="fr-FR" smtClean="0"/>
              <a:t>11/06/2024</a:t>
            </a:fld>
            <a:endParaRPr lang="fr-FR"/>
          </a:p>
        </p:txBody>
      </p:sp>
      <p:sp>
        <p:nvSpPr>
          <p:cNvPr id="5" name="Footer Placeholder 4">
            <a:extLst>
              <a:ext uri="{FF2B5EF4-FFF2-40B4-BE49-F238E27FC236}">
                <a16:creationId xmlns:a16="http://schemas.microsoft.com/office/drawing/2014/main" id="{BB2801A8-3351-07EF-8561-7435EA7A8AF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A8DB182-559E-0F8D-8DFF-3AC54AEC3343}"/>
              </a:ext>
            </a:extLst>
          </p:cNvPr>
          <p:cNvSpPr>
            <a:spLocks noGrp="1"/>
          </p:cNvSpPr>
          <p:nvPr>
            <p:ph type="sldNum" sz="quarter" idx="12"/>
          </p:nvPr>
        </p:nvSpPr>
        <p:spPr/>
        <p:txBody>
          <a:bodyPr/>
          <a:lstStyle/>
          <a:p>
            <a:fld id="{5328A6AC-77CA-47BC-8F06-2094F975FCE2}" type="slidenum">
              <a:rPr lang="fr-FR" smtClean="0"/>
              <a:t>‹N°›</a:t>
            </a:fld>
            <a:endParaRPr lang="fr-FR"/>
          </a:p>
        </p:txBody>
      </p:sp>
    </p:spTree>
    <p:extLst>
      <p:ext uri="{BB962C8B-B14F-4D97-AF65-F5344CB8AC3E}">
        <p14:creationId xmlns:p14="http://schemas.microsoft.com/office/powerpoint/2010/main" val="2439379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F5B4C8-DE26-EF50-7346-F6ACCD927F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BE2A61EE-F615-9ECF-CEC4-26FBE2EC08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2A7A38F2-8793-00A9-5B6B-2C89BC2C09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CCDAC9-9329-4917-BE3B-B42F6C0CE465}" type="datetime1">
              <a:rPr lang="fr-FR" smtClean="0"/>
              <a:t>11/06/2024</a:t>
            </a:fld>
            <a:endParaRPr lang="fr-FR"/>
          </a:p>
        </p:txBody>
      </p:sp>
      <p:sp>
        <p:nvSpPr>
          <p:cNvPr id="5" name="Footer Placeholder 4">
            <a:extLst>
              <a:ext uri="{FF2B5EF4-FFF2-40B4-BE49-F238E27FC236}">
                <a16:creationId xmlns:a16="http://schemas.microsoft.com/office/drawing/2014/main" id="{2CA8D168-F778-04FC-FA25-B006AAD41C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684C64D1-8691-BD38-B34C-57976FF21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8A6AC-77CA-47BC-8F06-2094F975FCE2}" type="slidenum">
              <a:rPr lang="fr-FR" smtClean="0"/>
              <a:t>‹N°›</a:t>
            </a:fld>
            <a:endParaRPr lang="fr-FR"/>
          </a:p>
        </p:txBody>
      </p:sp>
    </p:spTree>
    <p:extLst>
      <p:ext uri="{BB962C8B-B14F-4D97-AF65-F5344CB8AC3E}">
        <p14:creationId xmlns:p14="http://schemas.microsoft.com/office/powerpoint/2010/main" val="3953828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microsoft.com/office/2007/relationships/hdphoto" Target="../media/hdphoto2.wdp"/><Relationship Id="rId4" Type="http://schemas.openxmlformats.org/officeDocument/2006/relationships/image" Target="../media/image20.png"/><Relationship Id="rId9"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png"/><Relationship Id="rId9"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localhost/AdvantryXGMAO/Vue/mouvementMachines.php" TargetMode="External"/><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sv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5CD3FA2-E463-0877-382B-E54617EF3EE5}"/>
              </a:ext>
            </a:extLst>
          </p:cNvPr>
          <p:cNvSpPr txBox="1"/>
          <p:nvPr/>
        </p:nvSpPr>
        <p:spPr>
          <a:xfrm>
            <a:off x="4987068" y="2369711"/>
            <a:ext cx="6366732" cy="1015663"/>
          </a:xfrm>
          <a:prstGeom prst="rect">
            <a:avLst/>
          </a:prstGeom>
          <a:noFill/>
        </p:spPr>
        <p:txBody>
          <a:bodyPr wrap="square">
            <a:spAutoFit/>
          </a:bodyPr>
          <a:lstStyle/>
          <a:p>
            <a:pPr algn="ctr"/>
            <a:r>
              <a:rPr lang="fr-FR" sz="2000" b="1" dirty="0">
                <a:solidFill>
                  <a:srgbClr val="003076"/>
                </a:solidFill>
                <a:latin typeface="Times New Roman" panose="02020603050405020304" pitchFamily="18" charset="0"/>
                <a:cs typeface="Times New Roman" panose="02020603050405020304" pitchFamily="18" charset="0"/>
              </a:rPr>
              <a:t>Réalisation d’une application web de Gestion de Maintenance Assistée par Ordinateur (GMAO) dans la société MAHDCO</a:t>
            </a:r>
          </a:p>
        </p:txBody>
      </p:sp>
      <p:sp>
        <p:nvSpPr>
          <p:cNvPr id="42" name="ZoneTexte 18">
            <a:extLst>
              <a:ext uri="{FF2B5EF4-FFF2-40B4-BE49-F238E27FC236}">
                <a16:creationId xmlns:a16="http://schemas.microsoft.com/office/drawing/2014/main" id="{BA34064D-DA9B-AADA-C5D4-1966BD82BE9D}"/>
              </a:ext>
            </a:extLst>
          </p:cNvPr>
          <p:cNvSpPr txBox="1"/>
          <p:nvPr/>
        </p:nvSpPr>
        <p:spPr>
          <a:xfrm>
            <a:off x="6772334" y="5068726"/>
            <a:ext cx="5646381" cy="458074"/>
          </a:xfrm>
          <a:prstGeom prst="rect">
            <a:avLst/>
          </a:prstGeom>
          <a:noFill/>
        </p:spPr>
        <p:txBody>
          <a:bodyPr wrap="square" rtlCol="0">
            <a:spAutoFit/>
          </a:bodyPr>
          <a:lstStyle/>
          <a:p>
            <a:pPr>
              <a:lnSpc>
                <a:spcPct val="150000"/>
              </a:lnSpc>
              <a:defRPr/>
            </a:pPr>
            <a:r>
              <a:rPr lang="fr-FR" dirty="0">
                <a:solidFill>
                  <a:prstClr val="black"/>
                </a:solidFill>
                <a:latin typeface="Times New Roman" panose="02020603050405020304" pitchFamily="18" charset="0"/>
                <a:cs typeface="Times New Roman" panose="02020603050405020304" pitchFamily="18" charset="0"/>
              </a:rPr>
              <a:t>		  </a:t>
            </a:r>
            <a:r>
              <a:rPr lang="fr-FR" b="1" dirty="0">
                <a:solidFill>
                  <a:prstClr val="black"/>
                </a:solidFill>
                <a:latin typeface="Times New Roman" panose="02020603050405020304" pitchFamily="18" charset="0"/>
                <a:cs typeface="Times New Roman" panose="02020603050405020304" pitchFamily="18" charset="0"/>
              </a:rPr>
              <a:t>Dr. Adam BOUCHAALA</a:t>
            </a:r>
          </a:p>
        </p:txBody>
      </p:sp>
      <p:sp>
        <p:nvSpPr>
          <p:cNvPr id="44" name="TextBox 43">
            <a:extLst>
              <a:ext uri="{FF2B5EF4-FFF2-40B4-BE49-F238E27FC236}">
                <a16:creationId xmlns:a16="http://schemas.microsoft.com/office/drawing/2014/main" id="{11039DA3-9242-2D92-96AE-FFA8767F7958}"/>
              </a:ext>
            </a:extLst>
          </p:cNvPr>
          <p:cNvSpPr txBox="1"/>
          <p:nvPr/>
        </p:nvSpPr>
        <p:spPr>
          <a:xfrm>
            <a:off x="1728908" y="4249606"/>
            <a:ext cx="1616646" cy="499624"/>
          </a:xfrm>
          <a:prstGeom prst="rect">
            <a:avLst/>
          </a:prstGeom>
          <a:noFill/>
        </p:spPr>
        <p:txBody>
          <a:bodyPr wrap="square">
            <a:spAutoFit/>
          </a:bodyPr>
          <a:lstStyle/>
          <a:p>
            <a:pPr>
              <a:lnSpc>
                <a:spcPct val="170000"/>
              </a:lnSpc>
              <a:defRPr/>
            </a:pPr>
            <a:r>
              <a:rPr lang="fr-FR" sz="1800" b="1" dirty="0">
                <a:solidFill>
                  <a:srgbClr val="916400"/>
                </a:solidFill>
                <a:latin typeface="Times New Roman" panose="02020603050405020304" pitchFamily="18" charset="0"/>
                <a:cs typeface="Times New Roman" panose="02020603050405020304" pitchFamily="18" charset="0"/>
              </a:rPr>
              <a:t>Préparé par :</a:t>
            </a:r>
          </a:p>
        </p:txBody>
      </p:sp>
      <p:sp>
        <p:nvSpPr>
          <p:cNvPr id="46" name="TextBox 45">
            <a:extLst>
              <a:ext uri="{FF2B5EF4-FFF2-40B4-BE49-F238E27FC236}">
                <a16:creationId xmlns:a16="http://schemas.microsoft.com/office/drawing/2014/main" id="{F289D814-E1E7-1F85-EC15-038A6E3B1CE7}"/>
              </a:ext>
            </a:extLst>
          </p:cNvPr>
          <p:cNvSpPr txBox="1"/>
          <p:nvPr/>
        </p:nvSpPr>
        <p:spPr>
          <a:xfrm>
            <a:off x="8980170" y="4216161"/>
            <a:ext cx="1839068" cy="499624"/>
          </a:xfrm>
          <a:prstGeom prst="rect">
            <a:avLst/>
          </a:prstGeom>
          <a:noFill/>
        </p:spPr>
        <p:txBody>
          <a:bodyPr wrap="square">
            <a:spAutoFit/>
          </a:bodyPr>
          <a:lstStyle/>
          <a:p>
            <a:pPr>
              <a:lnSpc>
                <a:spcPct val="170000"/>
              </a:lnSpc>
              <a:defRPr/>
            </a:pPr>
            <a:r>
              <a:rPr lang="fr-FR" sz="1800" b="1" dirty="0">
                <a:solidFill>
                  <a:srgbClr val="916400"/>
                </a:solidFill>
                <a:latin typeface="Times New Roman" panose="02020603050405020304" pitchFamily="18" charset="0"/>
                <a:cs typeface="Times New Roman" panose="02020603050405020304" pitchFamily="18" charset="0"/>
              </a:rPr>
              <a:t>Encadré par :</a:t>
            </a:r>
          </a:p>
        </p:txBody>
      </p:sp>
      <p:sp>
        <p:nvSpPr>
          <p:cNvPr id="50" name="TextBox 49">
            <a:extLst>
              <a:ext uri="{FF2B5EF4-FFF2-40B4-BE49-F238E27FC236}">
                <a16:creationId xmlns:a16="http://schemas.microsoft.com/office/drawing/2014/main" id="{EF966C6F-3E7E-E60C-522E-6DFC5859309F}"/>
              </a:ext>
            </a:extLst>
          </p:cNvPr>
          <p:cNvSpPr txBox="1"/>
          <p:nvPr/>
        </p:nvSpPr>
        <p:spPr>
          <a:xfrm>
            <a:off x="8688531" y="4629165"/>
            <a:ext cx="4261414" cy="499624"/>
          </a:xfrm>
          <a:prstGeom prst="rect">
            <a:avLst/>
          </a:prstGeom>
          <a:noFill/>
        </p:spPr>
        <p:txBody>
          <a:bodyPr wrap="square">
            <a:spAutoFit/>
          </a:bodyPr>
          <a:lstStyle/>
          <a:p>
            <a:pPr>
              <a:lnSpc>
                <a:spcPct val="170000"/>
              </a:lnSpc>
              <a:defRPr/>
            </a:pPr>
            <a:r>
              <a:rPr lang="en-US" sz="1800" b="1" spc="94" dirty="0">
                <a:solidFill>
                  <a:srgbClr val="000000"/>
                </a:solidFill>
                <a:latin typeface="Times New Roman" panose="02020603050405020304" pitchFamily="18" charset="0"/>
                <a:cs typeface="Times New Roman" panose="02020603050405020304" pitchFamily="18" charset="0"/>
              </a:rPr>
              <a:t>Mr. </a:t>
            </a:r>
            <a:r>
              <a:rPr lang="en-US" sz="1800" b="1" spc="94" dirty="0" err="1">
                <a:solidFill>
                  <a:srgbClr val="000000"/>
                </a:solidFill>
                <a:latin typeface="Times New Roman" panose="02020603050405020304" pitchFamily="18" charset="0"/>
                <a:cs typeface="Times New Roman" panose="02020603050405020304" pitchFamily="18" charset="0"/>
              </a:rPr>
              <a:t>Zouhaier</a:t>
            </a:r>
            <a:r>
              <a:rPr lang="en-US" sz="1800" b="1" spc="94" dirty="0">
                <a:solidFill>
                  <a:srgbClr val="000000"/>
                </a:solidFill>
                <a:latin typeface="Times New Roman" panose="02020603050405020304" pitchFamily="18" charset="0"/>
                <a:cs typeface="Times New Roman" panose="02020603050405020304" pitchFamily="18" charset="0"/>
              </a:rPr>
              <a:t> BRAHMIA</a:t>
            </a:r>
            <a:endParaRPr lang="fr-FR" sz="1800" b="1" dirty="0">
              <a:solidFill>
                <a:prstClr val="black"/>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EDD0A9C4-8729-1397-5620-A7547AF7DBC2}"/>
              </a:ext>
            </a:extLst>
          </p:cNvPr>
          <p:cNvSpPr txBox="1"/>
          <p:nvPr/>
        </p:nvSpPr>
        <p:spPr>
          <a:xfrm>
            <a:off x="2704563" y="173625"/>
            <a:ext cx="6696103" cy="830997"/>
          </a:xfrm>
          <a:prstGeom prst="rect">
            <a:avLst/>
          </a:prstGeom>
          <a:noFill/>
        </p:spPr>
        <p:txBody>
          <a:bodyPr wrap="square" rtlCol="0">
            <a:spAutoFit/>
          </a:bodyPr>
          <a:lstStyle/>
          <a:p>
            <a:pPr algn="ctr">
              <a:spcBef>
                <a:spcPct val="0"/>
              </a:spcBef>
            </a:pPr>
            <a:r>
              <a:rPr lang="en-US" sz="1600" b="1" dirty="0">
                <a:latin typeface="Times New Roman" panose="02020603050405020304" pitchFamily="18" charset="0"/>
                <a:cs typeface="Times New Roman" panose="02020603050405020304" pitchFamily="18" charset="0"/>
              </a:rPr>
              <a:t>Université de Sfax </a:t>
            </a:r>
          </a:p>
          <a:p>
            <a:pPr algn="ctr">
              <a:spcBef>
                <a:spcPct val="0"/>
              </a:spcBef>
            </a:pPr>
            <a:r>
              <a:rPr lang="en-US" sz="1600" b="1" dirty="0">
                <a:latin typeface="Times New Roman" panose="02020603050405020304" pitchFamily="18" charset="0"/>
                <a:cs typeface="Times New Roman" panose="02020603050405020304" pitchFamily="18" charset="0"/>
              </a:rPr>
              <a:t>Faculté des Sciences Economiques et de Gestion </a:t>
            </a:r>
          </a:p>
          <a:p>
            <a:pPr algn="ctr">
              <a:spcBef>
                <a:spcPct val="0"/>
              </a:spcBef>
            </a:pPr>
            <a:r>
              <a:rPr lang="en-US" sz="1600" b="1" dirty="0">
                <a:latin typeface="Times New Roman" panose="02020603050405020304" pitchFamily="18" charset="0"/>
                <a:cs typeface="Times New Roman" panose="02020603050405020304" pitchFamily="18" charset="0"/>
              </a:rPr>
              <a:t>Département d’Informatique</a:t>
            </a:r>
          </a:p>
        </p:txBody>
      </p:sp>
      <p:sp>
        <p:nvSpPr>
          <p:cNvPr id="77" name="TextBox 76">
            <a:extLst>
              <a:ext uri="{FF2B5EF4-FFF2-40B4-BE49-F238E27FC236}">
                <a16:creationId xmlns:a16="http://schemas.microsoft.com/office/drawing/2014/main" id="{83889C9E-FCAE-64C3-CA92-80BB90928B67}"/>
              </a:ext>
            </a:extLst>
          </p:cNvPr>
          <p:cNvSpPr txBox="1"/>
          <p:nvPr/>
        </p:nvSpPr>
        <p:spPr>
          <a:xfrm>
            <a:off x="1526037" y="4851438"/>
            <a:ext cx="3346002" cy="369332"/>
          </a:xfrm>
          <a:prstGeom prst="rect">
            <a:avLst/>
          </a:prstGeom>
          <a:noFill/>
        </p:spPr>
        <p:txBody>
          <a:bodyPr wrap="square">
            <a:spAutoFit/>
          </a:bodyPr>
          <a:lstStyle/>
          <a:p>
            <a:r>
              <a:rPr lang="fr-FR" sz="1800" b="1" dirty="0">
                <a:solidFill>
                  <a:prstClr val="black"/>
                </a:solidFill>
                <a:latin typeface="Times New Roman" panose="02020603050405020304" pitchFamily="18" charset="0"/>
                <a:cs typeface="Times New Roman" panose="02020603050405020304" pitchFamily="18" charset="0"/>
              </a:rPr>
              <a:t> Nour </a:t>
            </a:r>
            <a:r>
              <a:rPr lang="fr-FR" b="1" dirty="0">
                <a:solidFill>
                  <a:prstClr val="black"/>
                </a:solidFill>
                <a:latin typeface="Times New Roman" panose="02020603050405020304" pitchFamily="18" charset="0"/>
                <a:cs typeface="Times New Roman" panose="02020603050405020304" pitchFamily="18" charset="0"/>
              </a:rPr>
              <a:t>E</a:t>
            </a:r>
            <a:r>
              <a:rPr lang="fr-FR" sz="1800" b="1" dirty="0">
                <a:solidFill>
                  <a:prstClr val="black"/>
                </a:solidFill>
                <a:latin typeface="Times New Roman" panose="02020603050405020304" pitchFamily="18" charset="0"/>
                <a:cs typeface="Times New Roman" panose="02020603050405020304" pitchFamily="18" charset="0"/>
              </a:rPr>
              <a:t>l-</a:t>
            </a:r>
            <a:r>
              <a:rPr lang="fr-FR" sz="1800" b="1" dirty="0" err="1">
                <a:solidFill>
                  <a:prstClr val="black"/>
                </a:solidFill>
                <a:latin typeface="Times New Roman" panose="02020603050405020304" pitchFamily="18" charset="0"/>
                <a:cs typeface="Times New Roman" panose="02020603050405020304" pitchFamily="18" charset="0"/>
              </a:rPr>
              <a:t>houda</a:t>
            </a:r>
            <a:r>
              <a:rPr lang="fr-FR" sz="1800" b="1" dirty="0">
                <a:solidFill>
                  <a:prstClr val="black"/>
                </a:solidFill>
                <a:latin typeface="Times New Roman" panose="02020603050405020304" pitchFamily="18" charset="0"/>
                <a:cs typeface="Times New Roman" panose="02020603050405020304" pitchFamily="18" charset="0"/>
              </a:rPr>
              <a:t> MHADHBI</a:t>
            </a:r>
            <a:endParaRPr lang="fr-FR" dirty="0"/>
          </a:p>
        </p:txBody>
      </p:sp>
      <p:sp>
        <p:nvSpPr>
          <p:cNvPr id="92" name="Rectangle 91">
            <a:extLst>
              <a:ext uri="{FF2B5EF4-FFF2-40B4-BE49-F238E27FC236}">
                <a16:creationId xmlns:a16="http://schemas.microsoft.com/office/drawing/2014/main" id="{217D0E6A-1F23-6936-65D6-0A91083393C9}"/>
              </a:ext>
            </a:extLst>
          </p:cNvPr>
          <p:cNvSpPr/>
          <p:nvPr/>
        </p:nvSpPr>
        <p:spPr>
          <a:xfrm>
            <a:off x="0" y="6537960"/>
            <a:ext cx="12192000" cy="324000"/>
          </a:xfrm>
          <a:prstGeom prst="rect">
            <a:avLst/>
          </a:pr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3695CD61-4484-39A7-55B1-AAF77FCE5BC5}"/>
              </a:ext>
            </a:extLst>
          </p:cNvPr>
          <p:cNvSpPr/>
          <p:nvPr/>
        </p:nvSpPr>
        <p:spPr>
          <a:xfrm>
            <a:off x="0" y="6467769"/>
            <a:ext cx="12192000" cy="72000"/>
          </a:xfrm>
          <a:prstGeom prst="rect">
            <a:avLst/>
          </a:prstGeom>
          <a:solidFill>
            <a:srgbClr val="A26E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TextBox 93">
            <a:extLst>
              <a:ext uri="{FF2B5EF4-FFF2-40B4-BE49-F238E27FC236}">
                <a16:creationId xmlns:a16="http://schemas.microsoft.com/office/drawing/2014/main" id="{19B6EA78-5D06-8345-EBBE-71066C531C54}"/>
              </a:ext>
            </a:extLst>
          </p:cNvPr>
          <p:cNvSpPr txBox="1"/>
          <p:nvPr/>
        </p:nvSpPr>
        <p:spPr>
          <a:xfrm>
            <a:off x="5419667" y="6527800"/>
            <a:ext cx="1352667" cy="307777"/>
          </a:xfrm>
          <a:prstGeom prst="rect">
            <a:avLst/>
          </a:prstGeom>
          <a:noFill/>
        </p:spPr>
        <p:txBody>
          <a:bodyPr wrap="square">
            <a:spAutoFit/>
          </a:bodyPr>
          <a:lstStyle/>
          <a:p>
            <a:pPr algn="ctr"/>
            <a:r>
              <a:rPr lang="fr-FR" sz="1400" b="1" dirty="0">
                <a:solidFill>
                  <a:schemeClr val="bg1"/>
                </a:solidFill>
                <a:latin typeface="Times New Roman" panose="02020603050405020304" pitchFamily="18" charset="0"/>
                <a:cs typeface="Times New Roman" panose="02020603050405020304" pitchFamily="18" charset="0"/>
              </a:rPr>
              <a:t>2023-2024</a:t>
            </a:r>
            <a:endParaRPr lang="fr-FR" sz="1400" dirty="0">
              <a:solidFill>
                <a:schemeClr val="bg1"/>
              </a:solidFill>
            </a:endParaRPr>
          </a:p>
        </p:txBody>
      </p:sp>
      <p:pic>
        <p:nvPicPr>
          <p:cNvPr id="102" name="Picture 101">
            <a:extLst>
              <a:ext uri="{FF2B5EF4-FFF2-40B4-BE49-F238E27FC236}">
                <a16:creationId xmlns:a16="http://schemas.microsoft.com/office/drawing/2014/main" id="{4583B581-9C90-3E56-3B41-2EBC8C91549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backgroundMark x1="55238" y1="50522" x2="56310" y2="61378"/>
                        <a14:backgroundMark x1="56310" y1="61378" x2="57857" y2="67015"/>
                        <a14:backgroundMark x1="59524" y1="68894" x2="62143" y2="56367"/>
                        <a14:backgroundMark x1="62143" y1="56367" x2="65714" y2="53653"/>
                        <a14:backgroundMark x1="61905" y1="61795" x2="62024" y2="62004"/>
                        <a14:backgroundMark x1="65952" y1="65971" x2="57381" y2="54697"/>
                        <a14:backgroundMark x1="57381" y1="54697" x2="61429" y2="61169"/>
                        <a14:backgroundMark x1="59762" y1="63883" x2="58810" y2="69102"/>
                        <a14:backgroundMark x1="57619" y1="74113" x2="57024" y2="72234"/>
                        <a14:backgroundMark x1="53333" y1="83090" x2="53333" y2="83090"/>
                      </a14:backgroundRemoval>
                    </a14:imgEffect>
                  </a14:imgLayer>
                </a14:imgProps>
              </a:ext>
            </a:extLst>
          </a:blip>
          <a:stretch>
            <a:fillRect/>
          </a:stretch>
        </p:blipFill>
        <p:spPr>
          <a:xfrm>
            <a:off x="-726783" y="4068443"/>
            <a:ext cx="3553736" cy="2013414"/>
          </a:xfrm>
          <a:prstGeom prst="rect">
            <a:avLst/>
          </a:prstGeom>
        </p:spPr>
      </p:pic>
      <p:pic>
        <p:nvPicPr>
          <p:cNvPr id="196" name="Picture 195" descr="A picture containing font, logo, graphics, symbol&#10;&#10;Description automatically generated">
            <a:extLst>
              <a:ext uri="{FF2B5EF4-FFF2-40B4-BE49-F238E27FC236}">
                <a16:creationId xmlns:a16="http://schemas.microsoft.com/office/drawing/2014/main" id="{AAD406F9-16C3-9E55-0267-6CB3A99534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44524" y="220518"/>
            <a:ext cx="2228671" cy="734859"/>
          </a:xfrm>
          <a:prstGeom prst="rect">
            <a:avLst/>
          </a:prstGeom>
        </p:spPr>
      </p:pic>
      <p:grpSp>
        <p:nvGrpSpPr>
          <p:cNvPr id="201" name="Group 28">
            <a:extLst>
              <a:ext uri="{FF2B5EF4-FFF2-40B4-BE49-F238E27FC236}">
                <a16:creationId xmlns:a16="http://schemas.microsoft.com/office/drawing/2014/main" id="{E4BC23D7-7B64-2745-A593-AE0B97E1FF8B}"/>
              </a:ext>
            </a:extLst>
          </p:cNvPr>
          <p:cNvGrpSpPr/>
          <p:nvPr/>
        </p:nvGrpSpPr>
        <p:grpSpPr>
          <a:xfrm>
            <a:off x="-1444374" y="5393602"/>
            <a:ext cx="1203935" cy="1344422"/>
            <a:chOff x="433001" y="1399349"/>
            <a:chExt cx="2505075" cy="4618127"/>
          </a:xfrm>
          <a:solidFill>
            <a:schemeClr val="tx2"/>
          </a:solidFill>
        </p:grpSpPr>
        <p:sp>
          <p:nvSpPr>
            <p:cNvPr id="202" name="Freeform: Shape 29">
              <a:extLst>
                <a:ext uri="{FF2B5EF4-FFF2-40B4-BE49-F238E27FC236}">
                  <a16:creationId xmlns:a16="http://schemas.microsoft.com/office/drawing/2014/main" id="{34156FE7-FE45-2012-422D-859864AFE5E9}"/>
                </a:ext>
              </a:extLst>
            </p:cNvPr>
            <p:cNvSpPr/>
            <p:nvPr/>
          </p:nvSpPr>
          <p:spPr>
            <a:xfrm flipH="1">
              <a:off x="433001" y="1407379"/>
              <a:ext cx="2505075" cy="4610097"/>
            </a:xfrm>
            <a:custGeom>
              <a:avLst/>
              <a:gdLst>
                <a:gd name="connsiteX0" fmla="*/ 2506574 w 2505075"/>
                <a:gd name="connsiteY0" fmla="*/ 1319831 h 4610100"/>
                <a:gd name="connsiteX1" fmla="*/ 2419896 w 2505075"/>
                <a:gd name="connsiteY1" fmla="*/ 1597008 h 4610100"/>
                <a:gd name="connsiteX2" fmla="*/ 2297024 w 2505075"/>
                <a:gd name="connsiteY2" fmla="*/ 1953243 h 4610100"/>
                <a:gd name="connsiteX3" fmla="*/ 2223681 w 2505075"/>
                <a:gd name="connsiteY3" fmla="*/ 1977056 h 4610100"/>
                <a:gd name="connsiteX4" fmla="*/ 2181771 w 2505075"/>
                <a:gd name="connsiteY4" fmla="*/ 1967531 h 4610100"/>
                <a:gd name="connsiteX5" fmla="*/ 2192249 w 2505075"/>
                <a:gd name="connsiteY5" fmla="*/ 2057066 h 4610100"/>
                <a:gd name="connsiteX6" fmla="*/ 2197964 w 2505075"/>
                <a:gd name="connsiteY6" fmla="*/ 2281856 h 4610100"/>
                <a:gd name="connsiteX7" fmla="*/ 2174151 w 2505075"/>
                <a:gd name="connsiteY7" fmla="*/ 2359961 h 4610100"/>
                <a:gd name="connsiteX8" fmla="*/ 2148434 w 2505075"/>
                <a:gd name="connsiteY8" fmla="*/ 2443781 h 4610100"/>
                <a:gd name="connsiteX9" fmla="*/ 2158911 w 2505075"/>
                <a:gd name="connsiteY9" fmla="*/ 2773346 h 4610100"/>
                <a:gd name="connsiteX10" fmla="*/ 2195106 w 2505075"/>
                <a:gd name="connsiteY10" fmla="*/ 3105768 h 4610100"/>
                <a:gd name="connsiteX11" fmla="*/ 2199869 w 2505075"/>
                <a:gd name="connsiteY11" fmla="*/ 3123866 h 4610100"/>
                <a:gd name="connsiteX12" fmla="*/ 2271306 w 2505075"/>
                <a:gd name="connsiteY12" fmla="*/ 3309603 h 4610100"/>
                <a:gd name="connsiteX13" fmla="*/ 2389416 w 2505075"/>
                <a:gd name="connsiteY13" fmla="*/ 3806808 h 4610100"/>
                <a:gd name="connsiteX14" fmla="*/ 2400846 w 2505075"/>
                <a:gd name="connsiteY14" fmla="*/ 4025883 h 4610100"/>
                <a:gd name="connsiteX15" fmla="*/ 2428469 w 2505075"/>
                <a:gd name="connsiteY15" fmla="*/ 4251626 h 4610100"/>
                <a:gd name="connsiteX16" fmla="*/ 2451329 w 2505075"/>
                <a:gd name="connsiteY16" fmla="*/ 4492608 h 4610100"/>
                <a:gd name="connsiteX17" fmla="*/ 2413229 w 2505075"/>
                <a:gd name="connsiteY17" fmla="*/ 4541186 h 4610100"/>
                <a:gd name="connsiteX18" fmla="*/ 2241779 w 2505075"/>
                <a:gd name="connsiteY18" fmla="*/ 4529756 h 4610100"/>
                <a:gd name="connsiteX19" fmla="*/ 2136051 w 2505075"/>
                <a:gd name="connsiteY19" fmla="*/ 4560236 h 4610100"/>
                <a:gd name="connsiteX20" fmla="*/ 1966506 w 2505075"/>
                <a:gd name="connsiteY20" fmla="*/ 4604051 h 4610100"/>
                <a:gd name="connsiteX21" fmla="*/ 1729334 w 2505075"/>
                <a:gd name="connsiteY21" fmla="*/ 4564998 h 4610100"/>
                <a:gd name="connsiteX22" fmla="*/ 1660753 w 2505075"/>
                <a:gd name="connsiteY22" fmla="*/ 4506896 h 4610100"/>
                <a:gd name="connsiteX23" fmla="*/ 1734096 w 2505075"/>
                <a:gd name="connsiteY23" fmla="*/ 4407836 h 4610100"/>
                <a:gd name="connsiteX24" fmla="*/ 1886496 w 2505075"/>
                <a:gd name="connsiteY24" fmla="*/ 4358306 h 4610100"/>
                <a:gd name="connsiteX25" fmla="*/ 1980794 w 2505075"/>
                <a:gd name="connsiteY25" fmla="*/ 4264961 h 4610100"/>
                <a:gd name="connsiteX26" fmla="*/ 1989366 w 2505075"/>
                <a:gd name="connsiteY26" fmla="*/ 4249721 h 4610100"/>
                <a:gd name="connsiteX27" fmla="*/ 2080806 w 2505075"/>
                <a:gd name="connsiteY27" fmla="*/ 4107798 h 4610100"/>
                <a:gd name="connsiteX28" fmla="*/ 2096998 w 2505075"/>
                <a:gd name="connsiteY28" fmla="*/ 4062078 h 4610100"/>
                <a:gd name="connsiteX29" fmla="*/ 1957934 w 2505075"/>
                <a:gd name="connsiteY29" fmla="*/ 3826811 h 4610100"/>
                <a:gd name="connsiteX30" fmla="*/ 1895069 w 2505075"/>
                <a:gd name="connsiteY30" fmla="*/ 3535346 h 4610100"/>
                <a:gd name="connsiteX31" fmla="*/ 1867446 w 2505075"/>
                <a:gd name="connsiteY31" fmla="*/ 3420093 h 4610100"/>
                <a:gd name="connsiteX32" fmla="*/ 1754098 w 2505075"/>
                <a:gd name="connsiteY32" fmla="*/ 3091481 h 4610100"/>
                <a:gd name="connsiteX33" fmla="*/ 1736001 w 2505075"/>
                <a:gd name="connsiteY33" fmla="*/ 3229593 h 4610100"/>
                <a:gd name="connsiteX34" fmla="*/ 1749336 w 2505075"/>
                <a:gd name="connsiteY34" fmla="*/ 3292458 h 4610100"/>
                <a:gd name="connsiteX35" fmla="*/ 1694091 w 2505075"/>
                <a:gd name="connsiteY35" fmla="*/ 3704891 h 4610100"/>
                <a:gd name="connsiteX36" fmla="*/ 1691234 w 2505075"/>
                <a:gd name="connsiteY36" fmla="*/ 3723941 h 4610100"/>
                <a:gd name="connsiteX37" fmla="*/ 1696948 w 2505075"/>
                <a:gd name="connsiteY37" fmla="*/ 4043981 h 4610100"/>
                <a:gd name="connsiteX38" fmla="*/ 1709331 w 2505075"/>
                <a:gd name="connsiteY38" fmla="*/ 4361163 h 4610100"/>
                <a:gd name="connsiteX39" fmla="*/ 1676946 w 2505075"/>
                <a:gd name="connsiteY39" fmla="*/ 4403073 h 4610100"/>
                <a:gd name="connsiteX40" fmla="*/ 1531214 w 2505075"/>
                <a:gd name="connsiteY40" fmla="*/ 4415456 h 4610100"/>
                <a:gd name="connsiteX41" fmla="*/ 1507401 w 2505075"/>
                <a:gd name="connsiteY41" fmla="*/ 4398311 h 4610100"/>
                <a:gd name="connsiteX42" fmla="*/ 1443584 w 2505075"/>
                <a:gd name="connsiteY42" fmla="*/ 4370688 h 4610100"/>
                <a:gd name="connsiteX43" fmla="*/ 1330236 w 2505075"/>
                <a:gd name="connsiteY43" fmla="*/ 4422123 h 4610100"/>
                <a:gd name="connsiteX44" fmla="*/ 1224509 w 2505075"/>
                <a:gd name="connsiteY44" fmla="*/ 4439268 h 4610100"/>
                <a:gd name="connsiteX45" fmla="*/ 1021626 w 2505075"/>
                <a:gd name="connsiteY45" fmla="*/ 4407836 h 4610100"/>
                <a:gd name="connsiteX46" fmla="*/ 957808 w 2505075"/>
                <a:gd name="connsiteY46" fmla="*/ 4350686 h 4610100"/>
                <a:gd name="connsiteX47" fmla="*/ 1040676 w 2505075"/>
                <a:gd name="connsiteY47" fmla="*/ 4261151 h 4610100"/>
                <a:gd name="connsiteX48" fmla="*/ 1143546 w 2505075"/>
                <a:gd name="connsiteY48" fmla="*/ 4244958 h 4610100"/>
                <a:gd name="connsiteX49" fmla="*/ 1253084 w 2505075"/>
                <a:gd name="connsiteY49" fmla="*/ 4174473 h 4610100"/>
                <a:gd name="connsiteX50" fmla="*/ 1324521 w 2505075"/>
                <a:gd name="connsiteY50" fmla="*/ 4105893 h 4610100"/>
                <a:gd name="connsiteX51" fmla="*/ 1391196 w 2505075"/>
                <a:gd name="connsiteY51" fmla="*/ 4005881 h 4610100"/>
                <a:gd name="connsiteX52" fmla="*/ 1395006 w 2505075"/>
                <a:gd name="connsiteY52" fmla="*/ 3998261 h 4610100"/>
                <a:gd name="connsiteX53" fmla="*/ 1400721 w 2505075"/>
                <a:gd name="connsiteY53" fmla="*/ 3828716 h 4610100"/>
                <a:gd name="connsiteX54" fmla="*/ 1386434 w 2505075"/>
                <a:gd name="connsiteY54" fmla="*/ 3644883 h 4610100"/>
                <a:gd name="connsiteX55" fmla="*/ 1354048 w 2505075"/>
                <a:gd name="connsiteY55" fmla="*/ 3254358 h 4610100"/>
                <a:gd name="connsiteX56" fmla="*/ 1377861 w 2505075"/>
                <a:gd name="connsiteY56" fmla="*/ 3072431 h 4610100"/>
                <a:gd name="connsiteX57" fmla="*/ 1424534 w 2505075"/>
                <a:gd name="connsiteY57" fmla="*/ 2639996 h 4610100"/>
                <a:gd name="connsiteX58" fmla="*/ 1406436 w 2505075"/>
                <a:gd name="connsiteY58" fmla="*/ 2529506 h 4610100"/>
                <a:gd name="connsiteX59" fmla="*/ 1377861 w 2505075"/>
                <a:gd name="connsiteY59" fmla="*/ 2347578 h 4610100"/>
                <a:gd name="connsiteX60" fmla="*/ 1215936 w 2505075"/>
                <a:gd name="connsiteY60" fmla="*/ 2223753 h 4610100"/>
                <a:gd name="connsiteX61" fmla="*/ 1086396 w 2505075"/>
                <a:gd name="connsiteY61" fmla="*/ 2184701 h 4610100"/>
                <a:gd name="connsiteX62" fmla="*/ 986383 w 2505075"/>
                <a:gd name="connsiteY62" fmla="*/ 2132313 h 4610100"/>
                <a:gd name="connsiteX63" fmla="*/ 962571 w 2505075"/>
                <a:gd name="connsiteY63" fmla="*/ 2106596 h 4610100"/>
                <a:gd name="connsiteX64" fmla="*/ 943521 w 2505075"/>
                <a:gd name="connsiteY64" fmla="*/ 2053256 h 4610100"/>
                <a:gd name="connsiteX65" fmla="*/ 900658 w 2505075"/>
                <a:gd name="connsiteY65" fmla="*/ 2005631 h 4610100"/>
                <a:gd name="connsiteX66" fmla="*/ 872083 w 2505075"/>
                <a:gd name="connsiteY66" fmla="*/ 1971341 h 4610100"/>
                <a:gd name="connsiteX67" fmla="*/ 328206 w 2505075"/>
                <a:gd name="connsiteY67" fmla="*/ 1569386 h 4610100"/>
                <a:gd name="connsiteX68" fmla="*/ 57696 w 2505075"/>
                <a:gd name="connsiteY68" fmla="*/ 1357931 h 4610100"/>
                <a:gd name="connsiteX69" fmla="*/ 13881 w 2505075"/>
                <a:gd name="connsiteY69" fmla="*/ 1227438 h 4610100"/>
                <a:gd name="connsiteX70" fmla="*/ 80556 w 2505075"/>
                <a:gd name="connsiteY70" fmla="*/ 1016936 h 4610100"/>
                <a:gd name="connsiteX71" fmla="*/ 122466 w 2505075"/>
                <a:gd name="connsiteY71" fmla="*/ 955023 h 4610100"/>
                <a:gd name="connsiteX72" fmla="*/ 173901 w 2505075"/>
                <a:gd name="connsiteY72" fmla="*/ 856916 h 4610100"/>
                <a:gd name="connsiteX73" fmla="*/ 238671 w 2505075"/>
                <a:gd name="connsiteY73" fmla="*/ 852153 h 4610100"/>
                <a:gd name="connsiteX74" fmla="*/ 484416 w 2505075"/>
                <a:gd name="connsiteY74" fmla="*/ 1050273 h 4610100"/>
                <a:gd name="connsiteX75" fmla="*/ 823506 w 2505075"/>
                <a:gd name="connsiteY75" fmla="*/ 1307448 h 4610100"/>
                <a:gd name="connsiteX76" fmla="*/ 878751 w 2505075"/>
                <a:gd name="connsiteY76" fmla="*/ 1341738 h 4610100"/>
                <a:gd name="connsiteX77" fmla="*/ 903516 w 2505075"/>
                <a:gd name="connsiteY77" fmla="*/ 1341738 h 4610100"/>
                <a:gd name="connsiteX78" fmla="*/ 958761 w 2505075"/>
                <a:gd name="connsiteY78" fmla="*/ 1327451 h 4610100"/>
                <a:gd name="connsiteX79" fmla="*/ 1323569 w 2505075"/>
                <a:gd name="connsiteY79" fmla="*/ 1350311 h 4610100"/>
                <a:gd name="connsiteX80" fmla="*/ 1364526 w 2505075"/>
                <a:gd name="connsiteY80" fmla="*/ 1333166 h 4610100"/>
                <a:gd name="connsiteX81" fmla="*/ 1507401 w 2505075"/>
                <a:gd name="connsiteY81" fmla="*/ 1305543 h 4610100"/>
                <a:gd name="connsiteX82" fmla="*/ 1575028 w 2505075"/>
                <a:gd name="connsiteY82" fmla="*/ 1295066 h 4610100"/>
                <a:gd name="connsiteX83" fmla="*/ 1603603 w 2505075"/>
                <a:gd name="connsiteY83" fmla="*/ 1249346 h 4610100"/>
                <a:gd name="connsiteX84" fmla="*/ 1627416 w 2505075"/>
                <a:gd name="connsiteY84" fmla="*/ 1203626 h 4610100"/>
                <a:gd name="connsiteX85" fmla="*/ 1640751 w 2505075"/>
                <a:gd name="connsiteY85" fmla="*/ 1134093 h 4610100"/>
                <a:gd name="connsiteX86" fmla="*/ 1663611 w 2505075"/>
                <a:gd name="connsiteY86" fmla="*/ 1080753 h 4610100"/>
                <a:gd name="connsiteX87" fmla="*/ 1724571 w 2505075"/>
                <a:gd name="connsiteY87" fmla="*/ 1004553 h 4610100"/>
                <a:gd name="connsiteX88" fmla="*/ 1882686 w 2505075"/>
                <a:gd name="connsiteY88" fmla="*/ 815006 h 4610100"/>
                <a:gd name="connsiteX89" fmla="*/ 1795056 w 2505075"/>
                <a:gd name="connsiteY89" fmla="*/ 694991 h 4610100"/>
                <a:gd name="connsiteX90" fmla="*/ 1750289 w 2505075"/>
                <a:gd name="connsiteY90" fmla="*/ 562593 h 4610100"/>
                <a:gd name="connsiteX91" fmla="*/ 1640751 w 2505075"/>
                <a:gd name="connsiteY91" fmla="*/ 574023 h 4610100"/>
                <a:gd name="connsiteX92" fmla="*/ 1596936 w 2505075"/>
                <a:gd name="connsiteY92" fmla="*/ 552116 h 4610100"/>
                <a:gd name="connsiteX93" fmla="*/ 1616939 w 2505075"/>
                <a:gd name="connsiteY93" fmla="*/ 517826 h 4610100"/>
                <a:gd name="connsiteX94" fmla="*/ 1655991 w 2505075"/>
                <a:gd name="connsiteY94" fmla="*/ 376856 h 4610100"/>
                <a:gd name="connsiteX95" fmla="*/ 1740764 w 2505075"/>
                <a:gd name="connsiteY95" fmla="*/ 93963 h 4610100"/>
                <a:gd name="connsiteX96" fmla="*/ 1922691 w 2505075"/>
                <a:gd name="connsiteY96" fmla="*/ 10143 h 4610100"/>
                <a:gd name="connsiteX97" fmla="*/ 2188439 w 2505075"/>
                <a:gd name="connsiteY97" fmla="*/ 176831 h 4610100"/>
                <a:gd name="connsiteX98" fmla="*/ 2235111 w 2505075"/>
                <a:gd name="connsiteY98" fmla="*/ 248268 h 4610100"/>
                <a:gd name="connsiteX99" fmla="*/ 2247494 w 2505075"/>
                <a:gd name="connsiteY99" fmla="*/ 243506 h 4610100"/>
                <a:gd name="connsiteX100" fmla="*/ 2219871 w 2505075"/>
                <a:gd name="connsiteY100" fmla="*/ 305418 h 4610100"/>
                <a:gd name="connsiteX101" fmla="*/ 2249399 w 2505075"/>
                <a:gd name="connsiteY101" fmla="*/ 325421 h 4610100"/>
                <a:gd name="connsiteX102" fmla="*/ 2239874 w 2505075"/>
                <a:gd name="connsiteY102" fmla="*/ 371141 h 4610100"/>
                <a:gd name="connsiteX103" fmla="*/ 2223681 w 2505075"/>
                <a:gd name="connsiteY103" fmla="*/ 434958 h 4610100"/>
                <a:gd name="connsiteX104" fmla="*/ 2216061 w 2505075"/>
                <a:gd name="connsiteY104" fmla="*/ 522588 h 4610100"/>
                <a:gd name="connsiteX105" fmla="*/ 2250351 w 2505075"/>
                <a:gd name="connsiteY105" fmla="*/ 594026 h 4610100"/>
                <a:gd name="connsiteX106" fmla="*/ 2282736 w 2505075"/>
                <a:gd name="connsiteY106" fmla="*/ 631173 h 4610100"/>
                <a:gd name="connsiteX107" fmla="*/ 2335124 w 2505075"/>
                <a:gd name="connsiteY107" fmla="*/ 739758 h 4610100"/>
                <a:gd name="connsiteX108" fmla="*/ 2486571 w 2505075"/>
                <a:gd name="connsiteY108" fmla="*/ 1071228 h 4610100"/>
                <a:gd name="connsiteX109" fmla="*/ 2503716 w 2505075"/>
                <a:gd name="connsiteY109" fmla="*/ 1097898 h 4610100"/>
                <a:gd name="connsiteX110" fmla="*/ 2506574 w 2505075"/>
                <a:gd name="connsiteY110" fmla="*/ 1319831 h 4610100"/>
                <a:gd name="connsiteX111" fmla="*/ 1273086 w 2505075"/>
                <a:gd name="connsiteY111" fmla="*/ 1638918 h 4610100"/>
                <a:gd name="connsiteX112" fmla="*/ 1242606 w 2505075"/>
                <a:gd name="connsiteY112" fmla="*/ 1746551 h 4610100"/>
                <a:gd name="connsiteX113" fmla="*/ 1279753 w 2505075"/>
                <a:gd name="connsiteY113" fmla="*/ 1919906 h 4610100"/>
                <a:gd name="connsiteX114" fmla="*/ 1308328 w 2505075"/>
                <a:gd name="connsiteY114" fmla="*/ 1942766 h 4610100"/>
                <a:gd name="connsiteX115" fmla="*/ 1478826 w 2505075"/>
                <a:gd name="connsiteY115" fmla="*/ 1882758 h 4610100"/>
                <a:gd name="connsiteX116" fmla="*/ 1497876 w 2505075"/>
                <a:gd name="connsiteY116" fmla="*/ 1593198 h 4610100"/>
                <a:gd name="connsiteX117" fmla="*/ 1435964 w 2505075"/>
                <a:gd name="connsiteY117" fmla="*/ 1557956 h 4610100"/>
                <a:gd name="connsiteX118" fmla="*/ 1208316 w 2505075"/>
                <a:gd name="connsiteY118" fmla="*/ 1484613 h 4610100"/>
                <a:gd name="connsiteX119" fmla="*/ 1161644 w 2505075"/>
                <a:gd name="connsiteY119" fmla="*/ 1471278 h 4610100"/>
                <a:gd name="connsiteX120" fmla="*/ 1078776 w 2505075"/>
                <a:gd name="connsiteY120" fmla="*/ 1483661 h 4610100"/>
                <a:gd name="connsiteX121" fmla="*/ 1273086 w 2505075"/>
                <a:gd name="connsiteY121" fmla="*/ 1638918 h 4610100"/>
                <a:gd name="connsiteX122" fmla="*/ 1464539 w 2505075"/>
                <a:gd name="connsiteY122" fmla="*/ 2075163 h 4610100"/>
                <a:gd name="connsiteX123" fmla="*/ 1359764 w 2505075"/>
                <a:gd name="connsiteY123" fmla="*/ 2097071 h 4610100"/>
                <a:gd name="connsiteX124" fmla="*/ 1322616 w 2505075"/>
                <a:gd name="connsiteY124" fmla="*/ 2169461 h 4610100"/>
                <a:gd name="connsiteX125" fmla="*/ 1340714 w 2505075"/>
                <a:gd name="connsiteY125" fmla="*/ 2215181 h 4610100"/>
                <a:gd name="connsiteX126" fmla="*/ 1420723 w 2505075"/>
                <a:gd name="connsiteY126" fmla="*/ 2246613 h 4610100"/>
                <a:gd name="connsiteX127" fmla="*/ 1455014 w 2505075"/>
                <a:gd name="connsiteY127" fmla="*/ 2304716 h 4610100"/>
                <a:gd name="connsiteX128" fmla="*/ 1459776 w 2505075"/>
                <a:gd name="connsiteY128" fmla="*/ 2237088 h 4610100"/>
                <a:gd name="connsiteX129" fmla="*/ 1464539 w 2505075"/>
                <a:gd name="connsiteY129" fmla="*/ 2075163 h 461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2505075" h="4610100">
                  <a:moveTo>
                    <a:pt x="2506574" y="1319831"/>
                  </a:moveTo>
                  <a:cubicBezTo>
                    <a:pt x="2448471" y="1403651"/>
                    <a:pt x="2446566" y="1500806"/>
                    <a:pt x="2419896" y="1597008"/>
                  </a:cubicBezTo>
                  <a:cubicBezTo>
                    <a:pt x="2385606" y="1717976"/>
                    <a:pt x="2339886" y="1835133"/>
                    <a:pt x="2297024" y="1953243"/>
                  </a:cubicBezTo>
                  <a:cubicBezTo>
                    <a:pt x="2284641" y="1986581"/>
                    <a:pt x="2257971" y="1996106"/>
                    <a:pt x="2223681" y="1977056"/>
                  </a:cubicBezTo>
                  <a:cubicBezTo>
                    <a:pt x="2211299" y="1970388"/>
                    <a:pt x="2195106" y="1970388"/>
                    <a:pt x="2181771" y="1967531"/>
                  </a:cubicBezTo>
                  <a:cubicBezTo>
                    <a:pt x="2185581" y="2000868"/>
                    <a:pt x="2190344" y="2028491"/>
                    <a:pt x="2192249" y="2057066"/>
                  </a:cubicBezTo>
                  <a:cubicBezTo>
                    <a:pt x="2195106" y="2132313"/>
                    <a:pt x="2198916" y="2207561"/>
                    <a:pt x="2197964" y="2281856"/>
                  </a:cubicBezTo>
                  <a:cubicBezTo>
                    <a:pt x="2197964" y="2308526"/>
                    <a:pt x="2192249" y="2344721"/>
                    <a:pt x="2174151" y="2359961"/>
                  </a:cubicBezTo>
                  <a:cubicBezTo>
                    <a:pt x="2144624" y="2385678"/>
                    <a:pt x="2147481" y="2412348"/>
                    <a:pt x="2148434" y="2443781"/>
                  </a:cubicBezTo>
                  <a:cubicBezTo>
                    <a:pt x="2152244" y="2553318"/>
                    <a:pt x="2151291" y="2663808"/>
                    <a:pt x="2158911" y="2773346"/>
                  </a:cubicBezTo>
                  <a:cubicBezTo>
                    <a:pt x="2166531" y="2884788"/>
                    <a:pt x="2182724" y="2995278"/>
                    <a:pt x="2195106" y="3105768"/>
                  </a:cubicBezTo>
                  <a:cubicBezTo>
                    <a:pt x="2196059" y="3111483"/>
                    <a:pt x="2196059" y="3120056"/>
                    <a:pt x="2199869" y="3123866"/>
                  </a:cubicBezTo>
                  <a:cubicBezTo>
                    <a:pt x="2257971" y="3172443"/>
                    <a:pt x="2257019" y="3242928"/>
                    <a:pt x="2271306" y="3309603"/>
                  </a:cubicBezTo>
                  <a:cubicBezTo>
                    <a:pt x="2307501" y="3476291"/>
                    <a:pt x="2344649" y="3642978"/>
                    <a:pt x="2389416" y="3806808"/>
                  </a:cubicBezTo>
                  <a:cubicBezTo>
                    <a:pt x="2409419" y="3881103"/>
                    <a:pt x="2395131" y="3952541"/>
                    <a:pt x="2400846" y="4025883"/>
                  </a:cubicBezTo>
                  <a:cubicBezTo>
                    <a:pt x="2406561" y="4101131"/>
                    <a:pt x="2419896" y="4176378"/>
                    <a:pt x="2428469" y="4251626"/>
                  </a:cubicBezTo>
                  <a:cubicBezTo>
                    <a:pt x="2437041" y="4331636"/>
                    <a:pt x="2442756" y="4412598"/>
                    <a:pt x="2451329" y="4492608"/>
                  </a:cubicBezTo>
                  <a:cubicBezTo>
                    <a:pt x="2454186" y="4522136"/>
                    <a:pt x="2441804" y="4536423"/>
                    <a:pt x="2413229" y="4541186"/>
                  </a:cubicBezTo>
                  <a:cubicBezTo>
                    <a:pt x="2355126" y="4551663"/>
                    <a:pt x="2300834" y="4573571"/>
                    <a:pt x="2241779" y="4529756"/>
                  </a:cubicBezTo>
                  <a:cubicBezTo>
                    <a:pt x="2222729" y="4515468"/>
                    <a:pt x="2160816" y="4536423"/>
                    <a:pt x="2136051" y="4560236"/>
                  </a:cubicBezTo>
                  <a:cubicBezTo>
                    <a:pt x="2084616" y="4609766"/>
                    <a:pt x="2023656" y="4606908"/>
                    <a:pt x="1966506" y="4604051"/>
                  </a:cubicBezTo>
                  <a:cubicBezTo>
                    <a:pt x="1886496" y="4600241"/>
                    <a:pt x="1807439" y="4582143"/>
                    <a:pt x="1729334" y="4564998"/>
                  </a:cubicBezTo>
                  <a:cubicBezTo>
                    <a:pt x="1699806" y="4558331"/>
                    <a:pt x="1658848" y="4555473"/>
                    <a:pt x="1660753" y="4506896"/>
                  </a:cubicBezTo>
                  <a:cubicBezTo>
                    <a:pt x="1662659" y="4455461"/>
                    <a:pt x="1688376" y="4422123"/>
                    <a:pt x="1734096" y="4407836"/>
                  </a:cubicBezTo>
                  <a:cubicBezTo>
                    <a:pt x="1785531" y="4392596"/>
                    <a:pt x="1840776" y="4384023"/>
                    <a:pt x="1886496" y="4358306"/>
                  </a:cubicBezTo>
                  <a:cubicBezTo>
                    <a:pt x="1923644" y="4337351"/>
                    <a:pt x="1950314" y="4297346"/>
                    <a:pt x="1980794" y="4264961"/>
                  </a:cubicBezTo>
                  <a:cubicBezTo>
                    <a:pt x="1984603" y="4261151"/>
                    <a:pt x="1985556" y="4250673"/>
                    <a:pt x="1989366" y="4249721"/>
                  </a:cubicBezTo>
                  <a:cubicBezTo>
                    <a:pt x="2067471" y="4232576"/>
                    <a:pt x="2066519" y="4164948"/>
                    <a:pt x="2080806" y="4107798"/>
                  </a:cubicBezTo>
                  <a:cubicBezTo>
                    <a:pt x="2084616" y="4092558"/>
                    <a:pt x="2091284" y="4078271"/>
                    <a:pt x="2096998" y="4062078"/>
                  </a:cubicBezTo>
                  <a:cubicBezTo>
                    <a:pt x="1999844" y="4015406"/>
                    <a:pt x="1987461" y="3912536"/>
                    <a:pt x="1957934" y="3826811"/>
                  </a:cubicBezTo>
                  <a:cubicBezTo>
                    <a:pt x="1925548" y="3733466"/>
                    <a:pt x="1915071" y="3632501"/>
                    <a:pt x="1895069" y="3535346"/>
                  </a:cubicBezTo>
                  <a:cubicBezTo>
                    <a:pt x="1886496" y="3497246"/>
                    <a:pt x="1879828" y="3458193"/>
                    <a:pt x="1867446" y="3420093"/>
                  </a:cubicBezTo>
                  <a:cubicBezTo>
                    <a:pt x="1831251" y="3311508"/>
                    <a:pt x="1793151" y="3202923"/>
                    <a:pt x="1754098" y="3091481"/>
                  </a:cubicBezTo>
                  <a:cubicBezTo>
                    <a:pt x="1722666" y="3134343"/>
                    <a:pt x="1702664" y="3176253"/>
                    <a:pt x="1736001" y="3229593"/>
                  </a:cubicBezTo>
                  <a:cubicBezTo>
                    <a:pt x="1746478" y="3246738"/>
                    <a:pt x="1752194" y="3272456"/>
                    <a:pt x="1749336" y="3292458"/>
                  </a:cubicBezTo>
                  <a:cubicBezTo>
                    <a:pt x="1732191" y="3430571"/>
                    <a:pt x="1713141" y="3567731"/>
                    <a:pt x="1694091" y="3704891"/>
                  </a:cubicBezTo>
                  <a:cubicBezTo>
                    <a:pt x="1693139" y="3711558"/>
                    <a:pt x="1690281" y="3717273"/>
                    <a:pt x="1691234" y="3723941"/>
                  </a:cubicBezTo>
                  <a:cubicBezTo>
                    <a:pt x="1693139" y="3830621"/>
                    <a:pt x="1693139" y="3937301"/>
                    <a:pt x="1696948" y="4043981"/>
                  </a:cubicBezTo>
                  <a:cubicBezTo>
                    <a:pt x="1699806" y="4149708"/>
                    <a:pt x="1704569" y="4255436"/>
                    <a:pt x="1709331" y="4361163"/>
                  </a:cubicBezTo>
                  <a:cubicBezTo>
                    <a:pt x="1710284" y="4386881"/>
                    <a:pt x="1701711" y="4401168"/>
                    <a:pt x="1676946" y="4403073"/>
                  </a:cubicBezTo>
                  <a:cubicBezTo>
                    <a:pt x="1628369" y="4407836"/>
                    <a:pt x="1579791" y="4412598"/>
                    <a:pt x="1531214" y="4415456"/>
                  </a:cubicBezTo>
                  <a:cubicBezTo>
                    <a:pt x="1523594" y="4415456"/>
                    <a:pt x="1510259" y="4405931"/>
                    <a:pt x="1507401" y="4398311"/>
                  </a:cubicBezTo>
                  <a:cubicBezTo>
                    <a:pt x="1496923" y="4363068"/>
                    <a:pt x="1470253" y="4360211"/>
                    <a:pt x="1443584" y="4370688"/>
                  </a:cubicBezTo>
                  <a:cubicBezTo>
                    <a:pt x="1404531" y="4384976"/>
                    <a:pt x="1369289" y="4408788"/>
                    <a:pt x="1330236" y="4422123"/>
                  </a:cubicBezTo>
                  <a:cubicBezTo>
                    <a:pt x="1296898" y="4433553"/>
                    <a:pt x="1259751" y="4442126"/>
                    <a:pt x="1224509" y="4439268"/>
                  </a:cubicBezTo>
                  <a:cubicBezTo>
                    <a:pt x="1155929" y="4433553"/>
                    <a:pt x="1088301" y="4423076"/>
                    <a:pt x="1021626" y="4407836"/>
                  </a:cubicBezTo>
                  <a:cubicBezTo>
                    <a:pt x="994004" y="4402121"/>
                    <a:pt x="954951" y="4395453"/>
                    <a:pt x="957808" y="4350686"/>
                  </a:cubicBezTo>
                  <a:cubicBezTo>
                    <a:pt x="960666" y="4304966"/>
                    <a:pt x="997814" y="4267818"/>
                    <a:pt x="1040676" y="4261151"/>
                  </a:cubicBezTo>
                  <a:cubicBezTo>
                    <a:pt x="1074966" y="4256388"/>
                    <a:pt x="1109256" y="4250673"/>
                    <a:pt x="1143546" y="4244958"/>
                  </a:cubicBezTo>
                  <a:cubicBezTo>
                    <a:pt x="1190219" y="4237338"/>
                    <a:pt x="1227366" y="4219241"/>
                    <a:pt x="1253084" y="4174473"/>
                  </a:cubicBezTo>
                  <a:cubicBezTo>
                    <a:pt x="1268323" y="4146851"/>
                    <a:pt x="1303566" y="4131611"/>
                    <a:pt x="1324521" y="4105893"/>
                  </a:cubicBezTo>
                  <a:cubicBezTo>
                    <a:pt x="1349286" y="4075413"/>
                    <a:pt x="1369289" y="4039218"/>
                    <a:pt x="1391196" y="4005881"/>
                  </a:cubicBezTo>
                  <a:cubicBezTo>
                    <a:pt x="1393101" y="4003023"/>
                    <a:pt x="1395959" y="3998261"/>
                    <a:pt x="1395006" y="3998261"/>
                  </a:cubicBezTo>
                  <a:cubicBezTo>
                    <a:pt x="1330236" y="3941111"/>
                    <a:pt x="1417866" y="3888723"/>
                    <a:pt x="1400721" y="3828716"/>
                  </a:cubicBezTo>
                  <a:cubicBezTo>
                    <a:pt x="1383576" y="3770613"/>
                    <a:pt x="1383576" y="3705843"/>
                    <a:pt x="1386434" y="3644883"/>
                  </a:cubicBezTo>
                  <a:cubicBezTo>
                    <a:pt x="1394053" y="3512486"/>
                    <a:pt x="1378814" y="3383898"/>
                    <a:pt x="1354048" y="3254358"/>
                  </a:cubicBezTo>
                  <a:cubicBezTo>
                    <a:pt x="1343571" y="3197208"/>
                    <a:pt x="1367384" y="3133391"/>
                    <a:pt x="1377861" y="3072431"/>
                  </a:cubicBezTo>
                  <a:cubicBezTo>
                    <a:pt x="1404531" y="2929556"/>
                    <a:pt x="1420723" y="2785728"/>
                    <a:pt x="1424534" y="2639996"/>
                  </a:cubicBezTo>
                  <a:cubicBezTo>
                    <a:pt x="1425486" y="2604753"/>
                    <a:pt x="1413103" y="2569511"/>
                    <a:pt x="1406436" y="2529506"/>
                  </a:cubicBezTo>
                  <a:cubicBezTo>
                    <a:pt x="1451203" y="2481881"/>
                    <a:pt x="1438821" y="2392346"/>
                    <a:pt x="1377861" y="2347578"/>
                  </a:cubicBezTo>
                  <a:cubicBezTo>
                    <a:pt x="1322616" y="2307573"/>
                    <a:pt x="1267371" y="2268521"/>
                    <a:pt x="1215936" y="2223753"/>
                  </a:cubicBezTo>
                  <a:cubicBezTo>
                    <a:pt x="1176884" y="2189463"/>
                    <a:pt x="1133069" y="2173271"/>
                    <a:pt x="1086396" y="2184701"/>
                  </a:cubicBezTo>
                  <a:cubicBezTo>
                    <a:pt x="1033056" y="2197083"/>
                    <a:pt x="1021626" y="2144696"/>
                    <a:pt x="986383" y="2132313"/>
                  </a:cubicBezTo>
                  <a:cubicBezTo>
                    <a:pt x="976858" y="2129456"/>
                    <a:pt x="967333" y="2117073"/>
                    <a:pt x="962571" y="2106596"/>
                  </a:cubicBezTo>
                  <a:cubicBezTo>
                    <a:pt x="954951" y="2091356"/>
                    <a:pt x="951141" y="2074211"/>
                    <a:pt x="943521" y="2053256"/>
                  </a:cubicBezTo>
                  <a:cubicBezTo>
                    <a:pt x="912089" y="2063733"/>
                    <a:pt x="887323" y="2058018"/>
                    <a:pt x="900658" y="2005631"/>
                  </a:cubicBezTo>
                  <a:cubicBezTo>
                    <a:pt x="902564" y="1997058"/>
                    <a:pt x="884466" y="1979913"/>
                    <a:pt x="872083" y="1971341"/>
                  </a:cubicBezTo>
                  <a:cubicBezTo>
                    <a:pt x="691108" y="1837038"/>
                    <a:pt x="508228" y="1703688"/>
                    <a:pt x="328206" y="1569386"/>
                  </a:cubicBezTo>
                  <a:cubicBezTo>
                    <a:pt x="231051" y="1496996"/>
                    <a:pt x="155803" y="1429368"/>
                    <a:pt x="57696" y="1357931"/>
                  </a:cubicBezTo>
                  <a:cubicBezTo>
                    <a:pt x="10071" y="1322688"/>
                    <a:pt x="-2312" y="1280778"/>
                    <a:pt x="13881" y="1227438"/>
                  </a:cubicBezTo>
                  <a:cubicBezTo>
                    <a:pt x="34836" y="1156953"/>
                    <a:pt x="55791" y="1085516"/>
                    <a:pt x="80556" y="1016936"/>
                  </a:cubicBezTo>
                  <a:cubicBezTo>
                    <a:pt x="88176" y="994076"/>
                    <a:pt x="110083" y="976931"/>
                    <a:pt x="122466" y="955023"/>
                  </a:cubicBezTo>
                  <a:cubicBezTo>
                    <a:pt x="140563" y="923591"/>
                    <a:pt x="156756" y="889301"/>
                    <a:pt x="173901" y="856916"/>
                  </a:cubicBezTo>
                  <a:cubicBezTo>
                    <a:pt x="192951" y="823578"/>
                    <a:pt x="213906" y="832151"/>
                    <a:pt x="238671" y="852153"/>
                  </a:cubicBezTo>
                  <a:cubicBezTo>
                    <a:pt x="326301" y="921686"/>
                    <a:pt x="394881" y="981693"/>
                    <a:pt x="484416" y="1050273"/>
                  </a:cubicBezTo>
                  <a:cubicBezTo>
                    <a:pt x="594906" y="1137903"/>
                    <a:pt x="709206" y="1222676"/>
                    <a:pt x="823506" y="1307448"/>
                  </a:cubicBezTo>
                  <a:cubicBezTo>
                    <a:pt x="840651" y="1320783"/>
                    <a:pt x="859701" y="1332213"/>
                    <a:pt x="878751" y="1341738"/>
                  </a:cubicBezTo>
                  <a:cubicBezTo>
                    <a:pt x="885418" y="1345548"/>
                    <a:pt x="895896" y="1343643"/>
                    <a:pt x="903516" y="1341738"/>
                  </a:cubicBezTo>
                  <a:cubicBezTo>
                    <a:pt x="922566" y="1337928"/>
                    <a:pt x="940664" y="1326498"/>
                    <a:pt x="958761" y="1327451"/>
                  </a:cubicBezTo>
                  <a:cubicBezTo>
                    <a:pt x="1080681" y="1334118"/>
                    <a:pt x="1201648" y="1343643"/>
                    <a:pt x="1323569" y="1350311"/>
                  </a:cubicBezTo>
                  <a:cubicBezTo>
                    <a:pt x="1336903" y="1351263"/>
                    <a:pt x="1351191" y="1338881"/>
                    <a:pt x="1364526" y="1333166"/>
                  </a:cubicBezTo>
                  <a:cubicBezTo>
                    <a:pt x="1410246" y="1314116"/>
                    <a:pt x="1450251" y="1278873"/>
                    <a:pt x="1507401" y="1305543"/>
                  </a:cubicBezTo>
                  <a:cubicBezTo>
                    <a:pt x="1524546" y="1314116"/>
                    <a:pt x="1555026" y="1305543"/>
                    <a:pt x="1575028" y="1295066"/>
                  </a:cubicBezTo>
                  <a:cubicBezTo>
                    <a:pt x="1588364" y="1288398"/>
                    <a:pt x="1595031" y="1265538"/>
                    <a:pt x="1603603" y="1249346"/>
                  </a:cubicBezTo>
                  <a:cubicBezTo>
                    <a:pt x="1612176" y="1234106"/>
                    <a:pt x="1622653" y="1219818"/>
                    <a:pt x="1627416" y="1203626"/>
                  </a:cubicBezTo>
                  <a:cubicBezTo>
                    <a:pt x="1634084" y="1180766"/>
                    <a:pt x="1635036" y="1156953"/>
                    <a:pt x="1640751" y="1134093"/>
                  </a:cubicBezTo>
                  <a:cubicBezTo>
                    <a:pt x="1645514" y="1115996"/>
                    <a:pt x="1652181" y="1095993"/>
                    <a:pt x="1663611" y="1080753"/>
                  </a:cubicBezTo>
                  <a:cubicBezTo>
                    <a:pt x="1681709" y="1054083"/>
                    <a:pt x="1710284" y="1033128"/>
                    <a:pt x="1724571" y="1004553"/>
                  </a:cubicBezTo>
                  <a:cubicBezTo>
                    <a:pt x="1760766" y="929306"/>
                    <a:pt x="1796961" y="855963"/>
                    <a:pt x="1882686" y="815006"/>
                  </a:cubicBezTo>
                  <a:cubicBezTo>
                    <a:pt x="1852206" y="771191"/>
                    <a:pt x="1833156" y="708326"/>
                    <a:pt x="1795056" y="694991"/>
                  </a:cubicBezTo>
                  <a:cubicBezTo>
                    <a:pt x="1712189" y="665463"/>
                    <a:pt x="1756003" y="608313"/>
                    <a:pt x="1750289" y="562593"/>
                  </a:cubicBezTo>
                  <a:cubicBezTo>
                    <a:pt x="1712189" y="567356"/>
                    <a:pt x="1676946" y="573071"/>
                    <a:pt x="1640751" y="574023"/>
                  </a:cubicBezTo>
                  <a:cubicBezTo>
                    <a:pt x="1626464" y="574023"/>
                    <a:pt x="1612176" y="559736"/>
                    <a:pt x="1596936" y="552116"/>
                  </a:cubicBezTo>
                  <a:cubicBezTo>
                    <a:pt x="1603603" y="540686"/>
                    <a:pt x="1608366" y="526398"/>
                    <a:pt x="1616939" y="517826"/>
                  </a:cubicBezTo>
                  <a:cubicBezTo>
                    <a:pt x="1657896" y="477821"/>
                    <a:pt x="1669326" y="434958"/>
                    <a:pt x="1655991" y="376856"/>
                  </a:cubicBezTo>
                  <a:cubicBezTo>
                    <a:pt x="1632178" y="269223"/>
                    <a:pt x="1644561" y="163496"/>
                    <a:pt x="1740764" y="93963"/>
                  </a:cubicBezTo>
                  <a:cubicBezTo>
                    <a:pt x="1794103" y="54911"/>
                    <a:pt x="1858873" y="24431"/>
                    <a:pt x="1922691" y="10143"/>
                  </a:cubicBezTo>
                  <a:cubicBezTo>
                    <a:pt x="2017941" y="-10812"/>
                    <a:pt x="2150339" y="81581"/>
                    <a:pt x="2188439" y="176831"/>
                  </a:cubicBezTo>
                  <a:cubicBezTo>
                    <a:pt x="2198916" y="202548"/>
                    <a:pt x="2219871" y="224456"/>
                    <a:pt x="2235111" y="248268"/>
                  </a:cubicBezTo>
                  <a:cubicBezTo>
                    <a:pt x="2238921" y="246363"/>
                    <a:pt x="2243684" y="245411"/>
                    <a:pt x="2247494" y="243506"/>
                  </a:cubicBezTo>
                  <a:cubicBezTo>
                    <a:pt x="2237969" y="265413"/>
                    <a:pt x="2228444" y="288273"/>
                    <a:pt x="2219871" y="305418"/>
                  </a:cubicBezTo>
                  <a:cubicBezTo>
                    <a:pt x="2232254" y="313991"/>
                    <a:pt x="2249399" y="318753"/>
                    <a:pt x="2249399" y="325421"/>
                  </a:cubicBezTo>
                  <a:cubicBezTo>
                    <a:pt x="2250351" y="340661"/>
                    <a:pt x="2249399" y="364473"/>
                    <a:pt x="2239874" y="371141"/>
                  </a:cubicBezTo>
                  <a:cubicBezTo>
                    <a:pt x="2212251" y="390191"/>
                    <a:pt x="2217014" y="407336"/>
                    <a:pt x="2223681" y="434958"/>
                  </a:cubicBezTo>
                  <a:cubicBezTo>
                    <a:pt x="2230349" y="462581"/>
                    <a:pt x="2222729" y="494013"/>
                    <a:pt x="2216061" y="522588"/>
                  </a:cubicBezTo>
                  <a:cubicBezTo>
                    <a:pt x="2208441" y="557831"/>
                    <a:pt x="2205584" y="583548"/>
                    <a:pt x="2250351" y="594026"/>
                  </a:cubicBezTo>
                  <a:cubicBezTo>
                    <a:pt x="2263686" y="596883"/>
                    <a:pt x="2275116" y="616886"/>
                    <a:pt x="2282736" y="631173"/>
                  </a:cubicBezTo>
                  <a:cubicBezTo>
                    <a:pt x="2301786" y="666416"/>
                    <a:pt x="2313216" y="706421"/>
                    <a:pt x="2335124" y="739758"/>
                  </a:cubicBezTo>
                  <a:cubicBezTo>
                    <a:pt x="2401799" y="845486"/>
                    <a:pt x="2458949" y="945498"/>
                    <a:pt x="2486571" y="1071228"/>
                  </a:cubicBezTo>
                  <a:cubicBezTo>
                    <a:pt x="2488476" y="1080753"/>
                    <a:pt x="2498001" y="1089326"/>
                    <a:pt x="2503716" y="1097898"/>
                  </a:cubicBezTo>
                  <a:cubicBezTo>
                    <a:pt x="2506574" y="1174098"/>
                    <a:pt x="2506574" y="1246488"/>
                    <a:pt x="2506574" y="1319831"/>
                  </a:cubicBezTo>
                  <a:close/>
                  <a:moveTo>
                    <a:pt x="1273086" y="1638918"/>
                  </a:moveTo>
                  <a:cubicBezTo>
                    <a:pt x="1260703" y="1678923"/>
                    <a:pt x="1240701" y="1713213"/>
                    <a:pt x="1242606" y="1746551"/>
                  </a:cubicBezTo>
                  <a:cubicBezTo>
                    <a:pt x="1247369" y="1804653"/>
                    <a:pt x="1264514" y="1862756"/>
                    <a:pt x="1279753" y="1919906"/>
                  </a:cubicBezTo>
                  <a:cubicBezTo>
                    <a:pt x="1282611" y="1929431"/>
                    <a:pt x="1301661" y="1944671"/>
                    <a:pt x="1308328" y="1942766"/>
                  </a:cubicBezTo>
                  <a:cubicBezTo>
                    <a:pt x="1365478" y="1924668"/>
                    <a:pt x="1420723" y="1903713"/>
                    <a:pt x="1478826" y="1882758"/>
                  </a:cubicBezTo>
                  <a:cubicBezTo>
                    <a:pt x="1432153" y="1777031"/>
                    <a:pt x="1483589" y="1684638"/>
                    <a:pt x="1497876" y="1593198"/>
                  </a:cubicBezTo>
                  <a:cubicBezTo>
                    <a:pt x="1474064" y="1579863"/>
                    <a:pt x="1451203" y="1573196"/>
                    <a:pt x="1435964" y="1557956"/>
                  </a:cubicBezTo>
                  <a:cubicBezTo>
                    <a:pt x="1372146" y="1493186"/>
                    <a:pt x="1285469" y="1505568"/>
                    <a:pt x="1208316" y="1484613"/>
                  </a:cubicBezTo>
                  <a:cubicBezTo>
                    <a:pt x="1193076" y="1480803"/>
                    <a:pt x="1176884" y="1476041"/>
                    <a:pt x="1161644" y="1471278"/>
                  </a:cubicBezTo>
                  <a:cubicBezTo>
                    <a:pt x="1133069" y="1461753"/>
                    <a:pt x="1103541" y="1450323"/>
                    <a:pt x="1078776" y="1483661"/>
                  </a:cubicBezTo>
                  <a:cubicBezTo>
                    <a:pt x="1146404" y="1537001"/>
                    <a:pt x="1211173" y="1588436"/>
                    <a:pt x="1273086" y="1638918"/>
                  </a:cubicBezTo>
                  <a:close/>
                  <a:moveTo>
                    <a:pt x="1464539" y="2075163"/>
                  </a:moveTo>
                  <a:cubicBezTo>
                    <a:pt x="1427391" y="2082783"/>
                    <a:pt x="1393101" y="2089451"/>
                    <a:pt x="1359764" y="2097071"/>
                  </a:cubicBezTo>
                  <a:cubicBezTo>
                    <a:pt x="1318806" y="2106596"/>
                    <a:pt x="1305471" y="2129456"/>
                    <a:pt x="1322616" y="2169461"/>
                  </a:cubicBezTo>
                  <a:cubicBezTo>
                    <a:pt x="1329284" y="2184701"/>
                    <a:pt x="1334998" y="2199941"/>
                    <a:pt x="1340714" y="2215181"/>
                  </a:cubicBezTo>
                  <a:cubicBezTo>
                    <a:pt x="1396911" y="2194226"/>
                    <a:pt x="1396911" y="2194226"/>
                    <a:pt x="1420723" y="2246613"/>
                  </a:cubicBezTo>
                  <a:cubicBezTo>
                    <a:pt x="1428344" y="2262806"/>
                    <a:pt x="1438821" y="2278046"/>
                    <a:pt x="1455014" y="2304716"/>
                  </a:cubicBezTo>
                  <a:cubicBezTo>
                    <a:pt x="1456919" y="2271378"/>
                    <a:pt x="1451203" y="2248518"/>
                    <a:pt x="1459776" y="2237088"/>
                  </a:cubicBezTo>
                  <a:cubicBezTo>
                    <a:pt x="1499781" y="2183748"/>
                    <a:pt x="1503591" y="2132313"/>
                    <a:pt x="1464539" y="2075163"/>
                  </a:cubicBezTo>
                  <a:close/>
                </a:path>
              </a:pathLst>
            </a:custGeom>
            <a:solidFill>
              <a:srgbClr val="003076"/>
            </a:solidFill>
            <a:ln w="9525" cap="flat">
              <a:noFill/>
              <a:prstDash val="solid"/>
              <a:miter/>
            </a:ln>
          </p:spPr>
          <p:txBody>
            <a:bodyPr rtlCol="0" anchor="ctr"/>
            <a:lstStyle/>
            <a:p>
              <a:endParaRPr lang="en-US" sz="2097" dirty="0"/>
            </a:p>
          </p:txBody>
        </p:sp>
        <p:sp>
          <p:nvSpPr>
            <p:cNvPr id="203" name="Freeform: Shape 30">
              <a:extLst>
                <a:ext uri="{FF2B5EF4-FFF2-40B4-BE49-F238E27FC236}">
                  <a16:creationId xmlns:a16="http://schemas.microsoft.com/office/drawing/2014/main" id="{A33BB3DD-89CA-87FD-2C58-AE0B1B813EBE}"/>
                </a:ext>
              </a:extLst>
            </p:cNvPr>
            <p:cNvSpPr/>
            <p:nvPr/>
          </p:nvSpPr>
          <p:spPr>
            <a:xfrm flipH="1">
              <a:off x="700577" y="1399349"/>
              <a:ext cx="647458" cy="566880"/>
            </a:xfrm>
            <a:custGeom>
              <a:avLst/>
              <a:gdLst>
                <a:gd name="connsiteX0" fmla="*/ 325755 w 647458"/>
                <a:gd name="connsiteY0" fmla="*/ 3000 h 566880"/>
                <a:gd name="connsiteX1" fmla="*/ 143828 w 647458"/>
                <a:gd name="connsiteY1" fmla="*/ 86820 h 566880"/>
                <a:gd name="connsiteX2" fmla="*/ 59055 w 647458"/>
                <a:gd name="connsiteY2" fmla="*/ 369713 h 566880"/>
                <a:gd name="connsiteX3" fmla="*/ 20003 w 647458"/>
                <a:gd name="connsiteY3" fmla="*/ 510683 h 566880"/>
                <a:gd name="connsiteX4" fmla="*/ 0 w 647458"/>
                <a:gd name="connsiteY4" fmla="*/ 544973 h 566880"/>
                <a:gd name="connsiteX5" fmla="*/ 43815 w 647458"/>
                <a:gd name="connsiteY5" fmla="*/ 566880 h 566880"/>
                <a:gd name="connsiteX6" fmla="*/ 65495 w 647458"/>
                <a:gd name="connsiteY6" fmla="*/ 564618 h 566880"/>
                <a:gd name="connsiteX7" fmla="*/ 178721 w 647458"/>
                <a:gd name="connsiteY7" fmla="*/ 530129 h 566880"/>
                <a:gd name="connsiteX8" fmla="*/ 603774 w 647458"/>
                <a:gd name="connsiteY8" fmla="*/ 274215 h 566880"/>
                <a:gd name="connsiteX9" fmla="*/ 647458 w 647458"/>
                <a:gd name="connsiteY9" fmla="*/ 237555 h 566880"/>
                <a:gd name="connsiteX10" fmla="*/ 638175 w 647458"/>
                <a:gd name="connsiteY10" fmla="*/ 241125 h 566880"/>
                <a:gd name="connsiteX11" fmla="*/ 591503 w 647458"/>
                <a:gd name="connsiteY11" fmla="*/ 169688 h 566880"/>
                <a:gd name="connsiteX12" fmla="*/ 325755 w 647458"/>
                <a:gd name="connsiteY12" fmla="*/ 3000 h 56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7458" h="566880">
                  <a:moveTo>
                    <a:pt x="325755" y="3000"/>
                  </a:moveTo>
                  <a:cubicBezTo>
                    <a:pt x="261937" y="17288"/>
                    <a:pt x="197167" y="47768"/>
                    <a:pt x="143828" y="86820"/>
                  </a:cubicBezTo>
                  <a:cubicBezTo>
                    <a:pt x="47625" y="156353"/>
                    <a:pt x="35242" y="262080"/>
                    <a:pt x="59055" y="369713"/>
                  </a:cubicBezTo>
                  <a:cubicBezTo>
                    <a:pt x="72390" y="427815"/>
                    <a:pt x="60960" y="470678"/>
                    <a:pt x="20003" y="510683"/>
                  </a:cubicBezTo>
                  <a:cubicBezTo>
                    <a:pt x="11430" y="519255"/>
                    <a:pt x="6667" y="533543"/>
                    <a:pt x="0" y="544973"/>
                  </a:cubicBezTo>
                  <a:cubicBezTo>
                    <a:pt x="15240" y="552593"/>
                    <a:pt x="29528" y="566880"/>
                    <a:pt x="43815" y="566880"/>
                  </a:cubicBezTo>
                  <a:lnTo>
                    <a:pt x="65495" y="564618"/>
                  </a:lnTo>
                  <a:lnTo>
                    <a:pt x="178721" y="530129"/>
                  </a:lnTo>
                  <a:cubicBezTo>
                    <a:pt x="449670" y="395635"/>
                    <a:pt x="455226" y="398414"/>
                    <a:pt x="603774" y="274215"/>
                  </a:cubicBezTo>
                  <a:lnTo>
                    <a:pt x="647458" y="237555"/>
                  </a:lnTo>
                  <a:lnTo>
                    <a:pt x="638175" y="241125"/>
                  </a:lnTo>
                  <a:cubicBezTo>
                    <a:pt x="622935" y="217313"/>
                    <a:pt x="601980" y="195405"/>
                    <a:pt x="591503" y="169688"/>
                  </a:cubicBezTo>
                  <a:cubicBezTo>
                    <a:pt x="553403" y="74438"/>
                    <a:pt x="421005" y="-17955"/>
                    <a:pt x="325755" y="3000"/>
                  </a:cubicBezTo>
                  <a:close/>
                </a:path>
              </a:pathLst>
            </a:custGeom>
            <a:solidFill>
              <a:srgbClr val="FFC000"/>
            </a:solidFill>
            <a:ln w="9525" cap="flat">
              <a:noFill/>
              <a:prstDash val="solid"/>
              <a:miter/>
            </a:ln>
          </p:spPr>
          <p:txBody>
            <a:bodyPr rtlCol="0" anchor="ctr"/>
            <a:lstStyle/>
            <a:p>
              <a:endParaRPr lang="en-US" sz="2097"/>
            </a:p>
          </p:txBody>
        </p:sp>
      </p:grpSp>
      <p:grpSp>
        <p:nvGrpSpPr>
          <p:cNvPr id="204" name="Group 203">
            <a:extLst>
              <a:ext uri="{FF2B5EF4-FFF2-40B4-BE49-F238E27FC236}">
                <a16:creationId xmlns:a16="http://schemas.microsoft.com/office/drawing/2014/main" id="{4C8DC31C-C7D9-39D8-D2E0-50755418810F}"/>
              </a:ext>
            </a:extLst>
          </p:cNvPr>
          <p:cNvGrpSpPr/>
          <p:nvPr/>
        </p:nvGrpSpPr>
        <p:grpSpPr>
          <a:xfrm>
            <a:off x="3850434" y="-2161645"/>
            <a:ext cx="4320000" cy="2101651"/>
            <a:chOff x="3936000" y="-1"/>
            <a:chExt cx="4320000" cy="2101651"/>
          </a:xfrm>
        </p:grpSpPr>
        <p:sp>
          <p:nvSpPr>
            <p:cNvPr id="205" name="Freeform: Shape 204">
              <a:extLst>
                <a:ext uri="{FF2B5EF4-FFF2-40B4-BE49-F238E27FC236}">
                  <a16:creationId xmlns:a16="http://schemas.microsoft.com/office/drawing/2014/main" id="{2951B2A6-B14A-020C-395F-0A3719022A40}"/>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06" name="TextBox 23">
              <a:extLst>
                <a:ext uri="{FF2B5EF4-FFF2-40B4-BE49-F238E27FC236}">
                  <a16:creationId xmlns:a16="http://schemas.microsoft.com/office/drawing/2014/main" id="{2518F12E-D5C0-C561-A435-5A4B2AC1AF91}"/>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sp>
        <p:nvSpPr>
          <p:cNvPr id="234" name="Freeform: Shape 233">
            <a:extLst>
              <a:ext uri="{FF2B5EF4-FFF2-40B4-BE49-F238E27FC236}">
                <a16:creationId xmlns:a16="http://schemas.microsoft.com/office/drawing/2014/main" id="{2315BBFF-FD2C-7F34-98FB-1E1429AF373F}"/>
              </a:ext>
            </a:extLst>
          </p:cNvPr>
          <p:cNvSpPr/>
          <p:nvPr/>
        </p:nvSpPr>
        <p:spPr>
          <a:xfrm>
            <a:off x="12337437"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35" name="Slide Number Placeholder 1">
            <a:extLst>
              <a:ext uri="{FF2B5EF4-FFF2-40B4-BE49-F238E27FC236}">
                <a16:creationId xmlns:a16="http://schemas.microsoft.com/office/drawing/2014/main" id="{5625C890-BC17-4C35-978B-D71B54071C86}"/>
              </a:ext>
            </a:extLst>
          </p:cNvPr>
          <p:cNvSpPr txBox="1">
            <a:spLocks/>
          </p:cNvSpPr>
          <p:nvPr/>
        </p:nvSpPr>
        <p:spPr>
          <a:xfrm>
            <a:off x="12221195" y="6409787"/>
            <a:ext cx="561931"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600" b="1" dirty="0">
                <a:solidFill>
                  <a:schemeClr val="bg1"/>
                </a:solidFill>
                <a:latin typeface="Times New Roman" panose="02020603050405020304" pitchFamily="18" charset="0"/>
                <a:cs typeface="Times New Roman" panose="02020603050405020304" pitchFamily="18" charset="0"/>
              </a:rPr>
              <a:t>2</a:t>
            </a:r>
          </a:p>
        </p:txBody>
      </p:sp>
      <p:sp>
        <p:nvSpPr>
          <p:cNvPr id="236" name="Freeform: Shape 235">
            <a:extLst>
              <a:ext uri="{FF2B5EF4-FFF2-40B4-BE49-F238E27FC236}">
                <a16:creationId xmlns:a16="http://schemas.microsoft.com/office/drawing/2014/main" id="{C2F1265F-E611-2323-5CCC-E9EFCEF3CBF3}"/>
              </a:ext>
            </a:extLst>
          </p:cNvPr>
          <p:cNvSpPr/>
          <p:nvPr/>
        </p:nvSpPr>
        <p:spPr>
          <a:xfrm>
            <a:off x="12193832"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37" name="TextBox 28">
            <a:extLst>
              <a:ext uri="{FF2B5EF4-FFF2-40B4-BE49-F238E27FC236}">
                <a16:creationId xmlns:a16="http://schemas.microsoft.com/office/drawing/2014/main" id="{F11916EB-313F-79B8-E219-CE3F02DF2AAE}"/>
              </a:ext>
            </a:extLst>
          </p:cNvPr>
          <p:cNvSpPr txBox="1"/>
          <p:nvPr/>
        </p:nvSpPr>
        <p:spPr>
          <a:xfrm>
            <a:off x="443618" y="-772428"/>
            <a:ext cx="3165668" cy="329386"/>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du stage</a:t>
            </a:r>
          </a:p>
        </p:txBody>
      </p:sp>
      <p:grpSp>
        <p:nvGrpSpPr>
          <p:cNvPr id="238" name="Group 237">
            <a:extLst>
              <a:ext uri="{FF2B5EF4-FFF2-40B4-BE49-F238E27FC236}">
                <a16:creationId xmlns:a16="http://schemas.microsoft.com/office/drawing/2014/main" id="{36757973-3526-B061-DC11-601C69562642}"/>
              </a:ext>
            </a:extLst>
          </p:cNvPr>
          <p:cNvGrpSpPr/>
          <p:nvPr/>
        </p:nvGrpSpPr>
        <p:grpSpPr>
          <a:xfrm>
            <a:off x="1094658" y="-2106360"/>
            <a:ext cx="1188000" cy="1187100"/>
            <a:chOff x="993058" y="3339400"/>
            <a:chExt cx="1188000" cy="1187100"/>
          </a:xfrm>
        </p:grpSpPr>
        <p:grpSp>
          <p:nvGrpSpPr>
            <p:cNvPr id="239" name="Group 238">
              <a:extLst>
                <a:ext uri="{FF2B5EF4-FFF2-40B4-BE49-F238E27FC236}">
                  <a16:creationId xmlns:a16="http://schemas.microsoft.com/office/drawing/2014/main" id="{CCFCDC39-ED1A-A1D2-2D96-1C478C062C0D}"/>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241" name="Google Shape;65;p15">
                <a:extLst>
                  <a:ext uri="{FF2B5EF4-FFF2-40B4-BE49-F238E27FC236}">
                    <a16:creationId xmlns:a16="http://schemas.microsoft.com/office/drawing/2014/main" id="{E0175F7A-DD63-055D-98C6-9D2F0D95AB0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66;p15">
                <a:extLst>
                  <a:ext uri="{FF2B5EF4-FFF2-40B4-BE49-F238E27FC236}">
                    <a16:creationId xmlns:a16="http://schemas.microsoft.com/office/drawing/2014/main" id="{FE3683F2-DCBD-B31B-4F97-E0BB1A679F0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0" name="TextBox 27">
              <a:extLst>
                <a:ext uri="{FF2B5EF4-FFF2-40B4-BE49-F238E27FC236}">
                  <a16:creationId xmlns:a16="http://schemas.microsoft.com/office/drawing/2014/main" id="{2751A717-30A3-3297-E79A-E7F49EB662ED}"/>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pic>
        <p:nvPicPr>
          <p:cNvPr id="3" name="Image 2">
            <a:extLst>
              <a:ext uri="{FF2B5EF4-FFF2-40B4-BE49-F238E27FC236}">
                <a16:creationId xmlns:a16="http://schemas.microsoft.com/office/drawing/2014/main" id="{CACF8891-E418-4EE4-A66D-1291032C08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77" y="63465"/>
            <a:ext cx="2052929" cy="1450704"/>
          </a:xfrm>
          <a:prstGeom prst="rect">
            <a:avLst/>
          </a:prstGeom>
        </p:spPr>
      </p:pic>
      <p:sp>
        <p:nvSpPr>
          <p:cNvPr id="40" name="ZoneTexte 39">
            <a:extLst>
              <a:ext uri="{FF2B5EF4-FFF2-40B4-BE49-F238E27FC236}">
                <a16:creationId xmlns:a16="http://schemas.microsoft.com/office/drawing/2014/main" id="{4C7F8735-4491-456B-804C-66749BDC221A}"/>
              </a:ext>
            </a:extLst>
          </p:cNvPr>
          <p:cNvSpPr txBox="1"/>
          <p:nvPr/>
        </p:nvSpPr>
        <p:spPr>
          <a:xfrm>
            <a:off x="5282644" y="4221083"/>
            <a:ext cx="1878025" cy="499624"/>
          </a:xfrm>
          <a:prstGeom prst="rect">
            <a:avLst/>
          </a:prstGeom>
          <a:noFill/>
        </p:spPr>
        <p:txBody>
          <a:bodyPr wrap="square">
            <a:spAutoFit/>
          </a:bodyPr>
          <a:lstStyle/>
          <a:p>
            <a:pPr algn="ctr">
              <a:lnSpc>
                <a:spcPct val="170000"/>
              </a:lnSpc>
              <a:defRPr/>
            </a:pPr>
            <a:r>
              <a:rPr lang="fr-FR" b="1" dirty="0">
                <a:solidFill>
                  <a:srgbClr val="916400"/>
                </a:solidFill>
                <a:latin typeface="Times New Roman" panose="02020603050405020304" pitchFamily="18" charset="0"/>
                <a:cs typeface="Times New Roman" panose="02020603050405020304" pitchFamily="18" charset="0"/>
              </a:rPr>
              <a:t>Jury</a:t>
            </a:r>
            <a:r>
              <a:rPr lang="fr-FR" sz="1800" b="1" dirty="0">
                <a:solidFill>
                  <a:srgbClr val="916400"/>
                </a:solidFill>
                <a:latin typeface="Times New Roman" panose="02020603050405020304" pitchFamily="18" charset="0"/>
                <a:cs typeface="Times New Roman" panose="02020603050405020304" pitchFamily="18" charset="0"/>
              </a:rPr>
              <a:t> :</a:t>
            </a:r>
          </a:p>
        </p:txBody>
      </p:sp>
      <p:pic>
        <p:nvPicPr>
          <p:cNvPr id="4" name="Image 3">
            <a:extLst>
              <a:ext uri="{FF2B5EF4-FFF2-40B4-BE49-F238E27FC236}">
                <a16:creationId xmlns:a16="http://schemas.microsoft.com/office/drawing/2014/main" id="{9BD70ED0-40D6-4D3D-BB1C-FE7F087D81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200" y="2173706"/>
            <a:ext cx="3039828" cy="1824546"/>
          </a:xfrm>
          <a:prstGeom prst="rect">
            <a:avLst/>
          </a:prstGeom>
        </p:spPr>
      </p:pic>
      <p:sp>
        <p:nvSpPr>
          <p:cNvPr id="33" name="ZoneTexte 32">
            <a:extLst>
              <a:ext uri="{FF2B5EF4-FFF2-40B4-BE49-F238E27FC236}">
                <a16:creationId xmlns:a16="http://schemas.microsoft.com/office/drawing/2014/main" id="{323C7B50-4272-4FFF-9F64-E9D8FA539CAE}"/>
              </a:ext>
            </a:extLst>
          </p:cNvPr>
          <p:cNvSpPr txBox="1"/>
          <p:nvPr/>
        </p:nvSpPr>
        <p:spPr>
          <a:xfrm>
            <a:off x="5098823" y="4642444"/>
            <a:ext cx="3635501" cy="499624"/>
          </a:xfrm>
          <a:prstGeom prst="rect">
            <a:avLst/>
          </a:prstGeom>
          <a:noFill/>
        </p:spPr>
        <p:txBody>
          <a:bodyPr wrap="square">
            <a:spAutoFit/>
          </a:bodyPr>
          <a:lstStyle/>
          <a:p>
            <a:pPr>
              <a:lnSpc>
                <a:spcPct val="170000"/>
              </a:lnSpc>
              <a:defRPr/>
            </a:pPr>
            <a:r>
              <a:rPr lang="en-US" sz="1800" b="1" spc="94" dirty="0">
                <a:solidFill>
                  <a:srgbClr val="000000"/>
                </a:solidFill>
                <a:latin typeface="Times New Roman" panose="02020603050405020304" pitchFamily="18" charset="0"/>
                <a:cs typeface="Times New Roman" panose="02020603050405020304" pitchFamily="18" charset="0"/>
              </a:rPr>
              <a:t>Mr. Mounir KRIAA</a:t>
            </a:r>
            <a:endParaRPr lang="fr-FR" sz="1800" b="1" dirty="0">
              <a:solidFill>
                <a:prstClr val="black"/>
              </a:solidFill>
              <a:latin typeface="Times New Roman" panose="02020603050405020304" pitchFamily="18" charset="0"/>
              <a:cs typeface="Times New Roman" panose="02020603050405020304" pitchFamily="18" charset="0"/>
            </a:endParaRPr>
          </a:p>
        </p:txBody>
      </p:sp>
      <p:sp>
        <p:nvSpPr>
          <p:cNvPr id="34" name="ZoneTexte 33">
            <a:extLst>
              <a:ext uri="{FF2B5EF4-FFF2-40B4-BE49-F238E27FC236}">
                <a16:creationId xmlns:a16="http://schemas.microsoft.com/office/drawing/2014/main" id="{CCFBDD4E-3FE4-4993-9D83-3DD023596AF7}"/>
              </a:ext>
            </a:extLst>
          </p:cNvPr>
          <p:cNvSpPr txBox="1"/>
          <p:nvPr/>
        </p:nvSpPr>
        <p:spPr>
          <a:xfrm>
            <a:off x="5098823" y="5032516"/>
            <a:ext cx="3635501" cy="499624"/>
          </a:xfrm>
          <a:prstGeom prst="rect">
            <a:avLst/>
          </a:prstGeom>
          <a:noFill/>
        </p:spPr>
        <p:txBody>
          <a:bodyPr wrap="square">
            <a:spAutoFit/>
          </a:bodyPr>
          <a:lstStyle/>
          <a:p>
            <a:pPr>
              <a:lnSpc>
                <a:spcPct val="170000"/>
              </a:lnSpc>
              <a:defRPr/>
            </a:pPr>
            <a:r>
              <a:rPr lang="en-US" sz="1800" b="1" spc="94" dirty="0">
                <a:solidFill>
                  <a:srgbClr val="000000"/>
                </a:solidFill>
                <a:latin typeface="Times New Roman" panose="02020603050405020304" pitchFamily="18" charset="0"/>
                <a:cs typeface="Times New Roman" panose="02020603050405020304" pitchFamily="18" charset="0"/>
              </a:rPr>
              <a:t>Mr. Fahmi BARGUI</a:t>
            </a:r>
            <a:endParaRPr lang="fr-FR" sz="18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505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B282C7BC-F721-65E7-6CC3-2AF9B29C563B}"/>
              </a:ext>
            </a:extLst>
          </p:cNvPr>
          <p:cNvGrpSpPr/>
          <p:nvPr/>
        </p:nvGrpSpPr>
        <p:grpSpPr>
          <a:xfrm>
            <a:off x="3936000" y="-1"/>
            <a:ext cx="4320000" cy="2101651"/>
            <a:chOff x="3936000" y="-1"/>
            <a:chExt cx="4320000" cy="2101651"/>
          </a:xfrm>
        </p:grpSpPr>
        <p:sp>
          <p:nvSpPr>
            <p:cNvPr id="5" name="Freeform: Shape 4">
              <a:extLst>
                <a:ext uri="{FF2B5EF4-FFF2-40B4-BE49-F238E27FC236}">
                  <a16:creationId xmlns:a16="http://schemas.microsoft.com/office/drawing/2014/main" id="{2EED3CA3-BAE4-31C8-FC99-65BBABF406A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TextBox 23">
              <a:extLst>
                <a:ext uri="{FF2B5EF4-FFF2-40B4-BE49-F238E27FC236}">
                  <a16:creationId xmlns:a16="http://schemas.microsoft.com/office/drawing/2014/main" id="{BDBB7377-6587-5C63-1930-0C094697E9FA}"/>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sp>
        <p:nvSpPr>
          <p:cNvPr id="1079" name="TextBox 28">
            <a:extLst>
              <a:ext uri="{FF2B5EF4-FFF2-40B4-BE49-F238E27FC236}">
                <a16:creationId xmlns:a16="http://schemas.microsoft.com/office/drawing/2014/main" id="{E803CAD3-635D-21E7-AB85-AFD5B8B9F9DD}"/>
              </a:ext>
            </a:extLst>
          </p:cNvPr>
          <p:cNvSpPr txBox="1"/>
          <p:nvPr/>
        </p:nvSpPr>
        <p:spPr>
          <a:xfrm>
            <a:off x="0" y="3811762"/>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pic>
        <p:nvPicPr>
          <p:cNvPr id="1083" name="Picture 1082" descr="A cartoon character carrying a toolbox and a wrench&#10;&#10;Description automatically generated with low confidence">
            <a:extLst>
              <a:ext uri="{FF2B5EF4-FFF2-40B4-BE49-F238E27FC236}">
                <a16:creationId xmlns:a16="http://schemas.microsoft.com/office/drawing/2014/main" id="{0051FF47-D17D-530E-641D-2D754CE91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313" y="5183919"/>
            <a:ext cx="1580807" cy="1540193"/>
          </a:xfrm>
          <a:prstGeom prst="rect">
            <a:avLst/>
          </a:prstGeom>
        </p:spPr>
      </p:pic>
      <p:grpSp>
        <p:nvGrpSpPr>
          <p:cNvPr id="1106" name="Group 1105">
            <a:extLst>
              <a:ext uri="{FF2B5EF4-FFF2-40B4-BE49-F238E27FC236}">
                <a16:creationId xmlns:a16="http://schemas.microsoft.com/office/drawing/2014/main" id="{2FFF5D9E-E54D-B72B-CE13-95170E3BF1A0}"/>
              </a:ext>
            </a:extLst>
          </p:cNvPr>
          <p:cNvGrpSpPr/>
          <p:nvPr/>
        </p:nvGrpSpPr>
        <p:grpSpPr>
          <a:xfrm>
            <a:off x="1094658" y="2536760"/>
            <a:ext cx="1188000" cy="1187100"/>
            <a:chOff x="993058" y="3339400"/>
            <a:chExt cx="1188000" cy="1187100"/>
          </a:xfrm>
        </p:grpSpPr>
        <p:grpSp>
          <p:nvGrpSpPr>
            <p:cNvPr id="1107" name="Group 1106">
              <a:extLst>
                <a:ext uri="{FF2B5EF4-FFF2-40B4-BE49-F238E27FC236}">
                  <a16:creationId xmlns:a16="http://schemas.microsoft.com/office/drawing/2014/main" id="{96070265-330B-D276-CA55-440811AF1AA9}"/>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1109" name="Google Shape;65;p15">
                <a:extLst>
                  <a:ext uri="{FF2B5EF4-FFF2-40B4-BE49-F238E27FC236}">
                    <a16:creationId xmlns:a16="http://schemas.microsoft.com/office/drawing/2014/main" id="{96FE3915-514F-ECC7-DCF5-8102FD81AEE4}"/>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66;p15">
                <a:extLst>
                  <a:ext uri="{FF2B5EF4-FFF2-40B4-BE49-F238E27FC236}">
                    <a16:creationId xmlns:a16="http://schemas.microsoft.com/office/drawing/2014/main" id="{F5F9D446-4DBF-6435-D50D-6C2B6178F30D}"/>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08" name="TextBox 27">
              <a:extLst>
                <a:ext uri="{FF2B5EF4-FFF2-40B4-BE49-F238E27FC236}">
                  <a16:creationId xmlns:a16="http://schemas.microsoft.com/office/drawing/2014/main" id="{DD6C15C7-7792-5436-8356-A065E5FB6F0D}"/>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grpSp>
        <p:nvGrpSpPr>
          <p:cNvPr id="1120" name="Group 1119">
            <a:extLst>
              <a:ext uri="{FF2B5EF4-FFF2-40B4-BE49-F238E27FC236}">
                <a16:creationId xmlns:a16="http://schemas.microsoft.com/office/drawing/2014/main" id="{6F6DA2AD-F4F1-0CB3-DF8A-E1DB01B7FDC5}"/>
              </a:ext>
            </a:extLst>
          </p:cNvPr>
          <p:cNvGrpSpPr/>
          <p:nvPr/>
        </p:nvGrpSpPr>
        <p:grpSpPr>
          <a:xfrm>
            <a:off x="11724627" y="6292069"/>
            <a:ext cx="467373" cy="576000"/>
            <a:chOff x="11602707" y="6123456"/>
            <a:chExt cx="589294" cy="734544"/>
          </a:xfrm>
        </p:grpSpPr>
        <p:sp>
          <p:nvSpPr>
            <p:cNvPr id="1121" name="Freeform: Shape 1120">
              <a:extLst>
                <a:ext uri="{FF2B5EF4-FFF2-40B4-BE49-F238E27FC236}">
                  <a16:creationId xmlns:a16="http://schemas.microsoft.com/office/drawing/2014/main" id="{450021A9-4D16-45BF-A40C-43D683DFDDDF}"/>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122" name="Group 1121">
              <a:extLst>
                <a:ext uri="{FF2B5EF4-FFF2-40B4-BE49-F238E27FC236}">
                  <a16:creationId xmlns:a16="http://schemas.microsoft.com/office/drawing/2014/main" id="{865FC297-DC39-8B97-CDB9-F1EA5E59FF50}"/>
                </a:ext>
              </a:extLst>
            </p:cNvPr>
            <p:cNvGrpSpPr/>
            <p:nvPr/>
          </p:nvGrpSpPr>
          <p:grpSpPr>
            <a:xfrm>
              <a:off x="11746312" y="6279077"/>
              <a:ext cx="445689" cy="578923"/>
              <a:chOff x="11746312" y="6279077"/>
              <a:chExt cx="445689" cy="578923"/>
            </a:xfrm>
          </p:grpSpPr>
          <p:sp>
            <p:nvSpPr>
              <p:cNvPr id="1123" name="Freeform: Shape 1122">
                <a:extLst>
                  <a:ext uri="{FF2B5EF4-FFF2-40B4-BE49-F238E27FC236}">
                    <a16:creationId xmlns:a16="http://schemas.microsoft.com/office/drawing/2014/main" id="{0CE3C5AF-B768-8E53-C91E-BB37C7568E9D}"/>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24" name="Slide Number Placeholder 1">
                <a:extLst>
                  <a:ext uri="{FF2B5EF4-FFF2-40B4-BE49-F238E27FC236}">
                    <a16:creationId xmlns:a16="http://schemas.microsoft.com/office/drawing/2014/main" id="{831806FC-F1F2-7176-444B-534BA11D6EED}"/>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28" name="TextBox 28">
            <a:extLst>
              <a:ext uri="{FF2B5EF4-FFF2-40B4-BE49-F238E27FC236}">
                <a16:creationId xmlns:a16="http://schemas.microsoft.com/office/drawing/2014/main" id="{18B90006-F99F-4EDD-9159-E96E6632F3B4}"/>
              </a:ext>
            </a:extLst>
          </p:cNvPr>
          <p:cNvSpPr txBox="1"/>
          <p:nvPr/>
        </p:nvSpPr>
        <p:spPr>
          <a:xfrm>
            <a:off x="1709345" y="-1059396"/>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29" name="Group 1086">
            <a:extLst>
              <a:ext uri="{FF2B5EF4-FFF2-40B4-BE49-F238E27FC236}">
                <a16:creationId xmlns:a16="http://schemas.microsoft.com/office/drawing/2014/main" id="{9528ED69-EB78-4E2A-9359-7BC66DBFE973}"/>
              </a:ext>
            </a:extLst>
          </p:cNvPr>
          <p:cNvGrpSpPr/>
          <p:nvPr/>
        </p:nvGrpSpPr>
        <p:grpSpPr>
          <a:xfrm>
            <a:off x="2602120" y="-2198852"/>
            <a:ext cx="1188000" cy="1026608"/>
            <a:chOff x="3354429" y="3172449"/>
            <a:chExt cx="1188000" cy="1187100"/>
          </a:xfrm>
        </p:grpSpPr>
        <p:sp>
          <p:nvSpPr>
            <p:cNvPr id="30" name="TextBox 27">
              <a:extLst>
                <a:ext uri="{FF2B5EF4-FFF2-40B4-BE49-F238E27FC236}">
                  <a16:creationId xmlns:a16="http://schemas.microsoft.com/office/drawing/2014/main" id="{6D9FD258-DC96-4757-8343-6C3233613B4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31" name="Group 1088">
              <a:extLst>
                <a:ext uri="{FF2B5EF4-FFF2-40B4-BE49-F238E27FC236}">
                  <a16:creationId xmlns:a16="http://schemas.microsoft.com/office/drawing/2014/main" id="{137E86E3-29CA-4C55-B1B9-B575A0118D26}"/>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32" name="Google Shape;65;p15">
                <a:extLst>
                  <a:ext uri="{FF2B5EF4-FFF2-40B4-BE49-F238E27FC236}">
                    <a16:creationId xmlns:a16="http://schemas.microsoft.com/office/drawing/2014/main" id="{ED07A586-8956-4673-A27E-941DBD8EB9B0}"/>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6;p15">
                <a:extLst>
                  <a:ext uri="{FF2B5EF4-FFF2-40B4-BE49-F238E27FC236}">
                    <a16:creationId xmlns:a16="http://schemas.microsoft.com/office/drawing/2014/main" id="{49D3EA39-161E-450E-ACAB-BB9B78A5523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3246732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B282C7BC-F721-65E7-6CC3-2AF9B29C563B}"/>
              </a:ext>
            </a:extLst>
          </p:cNvPr>
          <p:cNvGrpSpPr/>
          <p:nvPr/>
        </p:nvGrpSpPr>
        <p:grpSpPr>
          <a:xfrm>
            <a:off x="3936000" y="0"/>
            <a:ext cx="4320000" cy="1817514"/>
            <a:chOff x="3936000" y="-1"/>
            <a:chExt cx="4320000" cy="2101651"/>
          </a:xfrm>
        </p:grpSpPr>
        <p:sp>
          <p:nvSpPr>
            <p:cNvPr id="5" name="Freeform: Shape 4">
              <a:extLst>
                <a:ext uri="{FF2B5EF4-FFF2-40B4-BE49-F238E27FC236}">
                  <a16:creationId xmlns:a16="http://schemas.microsoft.com/office/drawing/2014/main" id="{2EED3CA3-BAE4-31C8-FC99-65BBABF406A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TextBox 23">
              <a:extLst>
                <a:ext uri="{FF2B5EF4-FFF2-40B4-BE49-F238E27FC236}">
                  <a16:creationId xmlns:a16="http://schemas.microsoft.com/office/drawing/2014/main" id="{BDBB7377-6587-5C63-1930-0C094697E9FA}"/>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pic>
        <p:nvPicPr>
          <p:cNvPr id="1067" name="Picture 1066" descr="A cartoon character carrying a toolbox and a wrench&#10;&#10;Description automatically generated with low confidence">
            <a:extLst>
              <a:ext uri="{FF2B5EF4-FFF2-40B4-BE49-F238E27FC236}">
                <a16:creationId xmlns:a16="http://schemas.microsoft.com/office/drawing/2014/main" id="{3E3764DC-4336-CEAD-AAC7-8881071935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4185" y="5183920"/>
            <a:ext cx="1580807" cy="1331964"/>
          </a:xfrm>
          <a:prstGeom prst="rect">
            <a:avLst/>
          </a:prstGeom>
        </p:spPr>
      </p:pic>
      <p:sp>
        <p:nvSpPr>
          <p:cNvPr id="1086" name="TextBox 28">
            <a:extLst>
              <a:ext uri="{FF2B5EF4-FFF2-40B4-BE49-F238E27FC236}">
                <a16:creationId xmlns:a16="http://schemas.microsoft.com/office/drawing/2014/main" id="{5F37419D-FF5D-6AF0-9AD0-BFF944E10E02}"/>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1087" name="Group 1086">
            <a:extLst>
              <a:ext uri="{FF2B5EF4-FFF2-40B4-BE49-F238E27FC236}">
                <a16:creationId xmlns:a16="http://schemas.microsoft.com/office/drawing/2014/main" id="{53634AFD-54DF-B2AB-74E2-BB6FBA3CFCAF}"/>
              </a:ext>
            </a:extLst>
          </p:cNvPr>
          <p:cNvGrpSpPr/>
          <p:nvPr/>
        </p:nvGrpSpPr>
        <p:grpSpPr>
          <a:xfrm>
            <a:off x="3342000" y="3255165"/>
            <a:ext cx="1188000" cy="1026608"/>
            <a:chOff x="3354429" y="3172449"/>
            <a:chExt cx="1188000" cy="1187100"/>
          </a:xfrm>
        </p:grpSpPr>
        <p:sp>
          <p:nvSpPr>
            <p:cNvPr id="1088" name="TextBox 27">
              <a:extLst>
                <a:ext uri="{FF2B5EF4-FFF2-40B4-BE49-F238E27FC236}">
                  <a16:creationId xmlns:a16="http://schemas.microsoft.com/office/drawing/2014/main" id="{0AEAF502-BA74-EE37-3885-C533BE572A3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1089" name="Group 1088">
              <a:extLst>
                <a:ext uri="{FF2B5EF4-FFF2-40B4-BE49-F238E27FC236}">
                  <a16:creationId xmlns:a16="http://schemas.microsoft.com/office/drawing/2014/main" id="{A6931EDD-A4C3-85E1-A0A3-84817B940417}"/>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090" name="Google Shape;65;p15">
                <a:extLst>
                  <a:ext uri="{FF2B5EF4-FFF2-40B4-BE49-F238E27FC236}">
                    <a16:creationId xmlns:a16="http://schemas.microsoft.com/office/drawing/2014/main" id="{51AD06DB-E8FD-7D76-9613-559D3B06DEDE}"/>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66;p15">
                <a:extLst>
                  <a:ext uri="{FF2B5EF4-FFF2-40B4-BE49-F238E27FC236}">
                    <a16:creationId xmlns:a16="http://schemas.microsoft.com/office/drawing/2014/main" id="{2824B516-49C1-5817-9749-AD5521E62301}"/>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096" name="Group 1095">
            <a:extLst>
              <a:ext uri="{FF2B5EF4-FFF2-40B4-BE49-F238E27FC236}">
                <a16:creationId xmlns:a16="http://schemas.microsoft.com/office/drawing/2014/main" id="{C11984A9-2AF1-ACC9-E135-A44A7F1739EB}"/>
              </a:ext>
            </a:extLst>
          </p:cNvPr>
          <p:cNvGrpSpPr/>
          <p:nvPr/>
        </p:nvGrpSpPr>
        <p:grpSpPr>
          <a:xfrm>
            <a:off x="11724627" y="6292069"/>
            <a:ext cx="467373" cy="498127"/>
            <a:chOff x="11602707" y="6123456"/>
            <a:chExt cx="589294" cy="734544"/>
          </a:xfrm>
        </p:grpSpPr>
        <p:sp>
          <p:nvSpPr>
            <p:cNvPr id="1097" name="Freeform: Shape 1096">
              <a:extLst>
                <a:ext uri="{FF2B5EF4-FFF2-40B4-BE49-F238E27FC236}">
                  <a16:creationId xmlns:a16="http://schemas.microsoft.com/office/drawing/2014/main" id="{CBFA625B-6674-F0A9-84E3-EF1FC6DDFC34}"/>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098" name="Group 1097">
              <a:extLst>
                <a:ext uri="{FF2B5EF4-FFF2-40B4-BE49-F238E27FC236}">
                  <a16:creationId xmlns:a16="http://schemas.microsoft.com/office/drawing/2014/main" id="{F5826BE9-9614-2FE0-577A-6197C7A58A47}"/>
                </a:ext>
              </a:extLst>
            </p:cNvPr>
            <p:cNvGrpSpPr/>
            <p:nvPr/>
          </p:nvGrpSpPr>
          <p:grpSpPr>
            <a:xfrm>
              <a:off x="11746312" y="6279077"/>
              <a:ext cx="445689" cy="578923"/>
              <a:chOff x="11746312" y="6279077"/>
              <a:chExt cx="445689" cy="578923"/>
            </a:xfrm>
          </p:grpSpPr>
          <p:sp>
            <p:nvSpPr>
              <p:cNvPr id="1099" name="Freeform: Shape 1098">
                <a:extLst>
                  <a:ext uri="{FF2B5EF4-FFF2-40B4-BE49-F238E27FC236}">
                    <a16:creationId xmlns:a16="http://schemas.microsoft.com/office/drawing/2014/main" id="{D6CD0984-8189-EF9B-A35D-15ED94944A42}"/>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00" name="Slide Number Placeholder 1">
                <a:extLst>
                  <a:ext uri="{FF2B5EF4-FFF2-40B4-BE49-F238E27FC236}">
                    <a16:creationId xmlns:a16="http://schemas.microsoft.com/office/drawing/2014/main" id="{D95476E4-E6B0-68AD-EBE3-88D762907986}"/>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29" name="TextBox 28">
            <a:extLst>
              <a:ext uri="{FF2B5EF4-FFF2-40B4-BE49-F238E27FC236}">
                <a16:creationId xmlns:a16="http://schemas.microsoft.com/office/drawing/2014/main" id="{840BCC12-FBEA-4979-B9B1-F507262296E4}"/>
              </a:ext>
            </a:extLst>
          </p:cNvPr>
          <p:cNvSpPr txBox="1"/>
          <p:nvPr/>
        </p:nvSpPr>
        <p:spPr>
          <a:xfrm>
            <a:off x="0" y="3811762"/>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30" name="Group 1105">
            <a:extLst>
              <a:ext uri="{FF2B5EF4-FFF2-40B4-BE49-F238E27FC236}">
                <a16:creationId xmlns:a16="http://schemas.microsoft.com/office/drawing/2014/main" id="{3281B6E0-6B03-4597-B0AC-0126FF6418C3}"/>
              </a:ext>
            </a:extLst>
          </p:cNvPr>
          <p:cNvGrpSpPr/>
          <p:nvPr/>
        </p:nvGrpSpPr>
        <p:grpSpPr>
          <a:xfrm>
            <a:off x="1094658" y="2536760"/>
            <a:ext cx="1188000" cy="1187100"/>
            <a:chOff x="993058" y="3339400"/>
            <a:chExt cx="1188000" cy="1187100"/>
          </a:xfrm>
        </p:grpSpPr>
        <p:grpSp>
          <p:nvGrpSpPr>
            <p:cNvPr id="31" name="Group 1106">
              <a:extLst>
                <a:ext uri="{FF2B5EF4-FFF2-40B4-BE49-F238E27FC236}">
                  <a16:creationId xmlns:a16="http://schemas.microsoft.com/office/drawing/2014/main" id="{D8ADA9BF-DABF-4DCB-BD7B-FC6A1AA09F9C}"/>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33" name="Google Shape;65;p15">
                <a:extLst>
                  <a:ext uri="{FF2B5EF4-FFF2-40B4-BE49-F238E27FC236}">
                    <a16:creationId xmlns:a16="http://schemas.microsoft.com/office/drawing/2014/main" id="{5635D4DF-2198-43CC-900C-42913768410B}"/>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6;p15">
                <a:extLst>
                  <a:ext uri="{FF2B5EF4-FFF2-40B4-BE49-F238E27FC236}">
                    <a16:creationId xmlns:a16="http://schemas.microsoft.com/office/drawing/2014/main" id="{0560B404-B753-4950-AF89-A31A553E9206}"/>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2" name="TextBox 27">
              <a:extLst>
                <a:ext uri="{FF2B5EF4-FFF2-40B4-BE49-F238E27FC236}">
                  <a16:creationId xmlns:a16="http://schemas.microsoft.com/office/drawing/2014/main" id="{B9BE3E0C-4394-4499-A35F-0E91F2B010D5}"/>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grpSp>
        <p:nvGrpSpPr>
          <p:cNvPr id="48" name="Group 10">
            <a:extLst>
              <a:ext uri="{FF2B5EF4-FFF2-40B4-BE49-F238E27FC236}">
                <a16:creationId xmlns:a16="http://schemas.microsoft.com/office/drawing/2014/main" id="{3222A18E-15E8-476B-B128-3970815151D1}"/>
              </a:ext>
            </a:extLst>
          </p:cNvPr>
          <p:cNvGrpSpPr/>
          <p:nvPr/>
        </p:nvGrpSpPr>
        <p:grpSpPr>
          <a:xfrm>
            <a:off x="5641328" y="-2051182"/>
            <a:ext cx="1188000" cy="1187100"/>
            <a:chOff x="3354429" y="3172449"/>
            <a:chExt cx="1188000" cy="1187100"/>
          </a:xfrm>
        </p:grpSpPr>
        <p:sp>
          <p:nvSpPr>
            <p:cNvPr id="49" name="TextBox 27">
              <a:extLst>
                <a:ext uri="{FF2B5EF4-FFF2-40B4-BE49-F238E27FC236}">
                  <a16:creationId xmlns:a16="http://schemas.microsoft.com/office/drawing/2014/main" id="{FC09CF42-8859-4CDA-AC99-EF3595CC9B1C}"/>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50" name="Group 12">
              <a:extLst>
                <a:ext uri="{FF2B5EF4-FFF2-40B4-BE49-F238E27FC236}">
                  <a16:creationId xmlns:a16="http://schemas.microsoft.com/office/drawing/2014/main" id="{DA86D9B1-E783-4D23-ABA2-6F5057739456}"/>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51" name="Google Shape;65;p15">
                <a:extLst>
                  <a:ext uri="{FF2B5EF4-FFF2-40B4-BE49-F238E27FC236}">
                    <a16:creationId xmlns:a16="http://schemas.microsoft.com/office/drawing/2014/main" id="{195AAD23-C94F-4AAF-91D0-9C224819817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66;p15">
                <a:extLst>
                  <a:ext uri="{FF2B5EF4-FFF2-40B4-BE49-F238E27FC236}">
                    <a16:creationId xmlns:a16="http://schemas.microsoft.com/office/drawing/2014/main" id="{6753DCBF-527D-4530-8C79-C5DA70F4603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53" name="TextBox 28">
            <a:extLst>
              <a:ext uri="{FF2B5EF4-FFF2-40B4-BE49-F238E27FC236}">
                <a16:creationId xmlns:a16="http://schemas.microsoft.com/office/drawing/2014/main" id="{C9E8C1CC-192B-4732-A62D-F35F29CDA3AC}"/>
              </a:ext>
            </a:extLst>
          </p:cNvPr>
          <p:cNvSpPr txBox="1"/>
          <p:nvPr/>
        </p:nvSpPr>
        <p:spPr>
          <a:xfrm>
            <a:off x="5187761" y="-783336"/>
            <a:ext cx="2562207" cy="682495"/>
          </a:xfrm>
          <a:prstGeom prst="rect">
            <a:avLst/>
          </a:prstGeom>
        </p:spPr>
        <p:txBody>
          <a:bodyPr wrap="square" lIns="0" tIns="0" rIns="0" bIns="0" rtlCol="0" anchor="t">
            <a:spAutoFit/>
          </a:bodyPr>
          <a:lstStyle/>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Processus</a:t>
            </a:r>
            <a:r>
              <a:rPr lang="fr-FR" sz="2000" dirty="0">
                <a:latin typeface="Times New Roman" panose="02020603050405020304" pitchFamily="18" charset="0"/>
                <a:cs typeface="Times New Roman" panose="02020603050405020304" pitchFamily="18" charset="0"/>
              </a:rPr>
              <a:t> </a:t>
            </a:r>
            <a:r>
              <a:rPr lang="fr-FR" b="1" dirty="0">
                <a:solidFill>
                  <a:srgbClr val="003076"/>
                </a:solidFill>
                <a:latin typeface="Times New Roman" panose="02020603050405020304" pitchFamily="18" charset="0"/>
                <a:cs typeface="Times New Roman" panose="02020603050405020304" pitchFamily="18" charset="0"/>
              </a:rPr>
              <a:t>métier </a:t>
            </a:r>
          </a:p>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actuels</a:t>
            </a:r>
            <a:endParaRPr lang="en-US" b="1" dirty="0">
              <a:solidFill>
                <a:srgbClr val="00307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551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B282C7BC-F721-65E7-6CC3-2AF9B29C563B}"/>
              </a:ext>
            </a:extLst>
          </p:cNvPr>
          <p:cNvGrpSpPr/>
          <p:nvPr/>
        </p:nvGrpSpPr>
        <p:grpSpPr>
          <a:xfrm>
            <a:off x="3936000" y="-1"/>
            <a:ext cx="4320000" cy="2101651"/>
            <a:chOff x="3936000" y="-1"/>
            <a:chExt cx="4320000" cy="2101651"/>
          </a:xfrm>
        </p:grpSpPr>
        <p:sp>
          <p:nvSpPr>
            <p:cNvPr id="5" name="Freeform: Shape 4">
              <a:extLst>
                <a:ext uri="{FF2B5EF4-FFF2-40B4-BE49-F238E27FC236}">
                  <a16:creationId xmlns:a16="http://schemas.microsoft.com/office/drawing/2014/main" id="{2EED3CA3-BAE4-31C8-FC99-65BBABF406A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TextBox 23">
              <a:extLst>
                <a:ext uri="{FF2B5EF4-FFF2-40B4-BE49-F238E27FC236}">
                  <a16:creationId xmlns:a16="http://schemas.microsoft.com/office/drawing/2014/main" id="{BDBB7377-6587-5C63-1930-0C094697E9FA}"/>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pic>
        <p:nvPicPr>
          <p:cNvPr id="1067" name="Picture 1066" descr="A cartoon character carrying a toolbox and a wrench&#10;&#10;Description automatically generated with low confidence">
            <a:extLst>
              <a:ext uri="{FF2B5EF4-FFF2-40B4-BE49-F238E27FC236}">
                <a16:creationId xmlns:a16="http://schemas.microsoft.com/office/drawing/2014/main" id="{3E3764DC-4336-CEAD-AAC7-8881071935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1305" y="5183919"/>
            <a:ext cx="1580807" cy="1540193"/>
          </a:xfrm>
          <a:prstGeom prst="rect">
            <a:avLst/>
          </a:prstGeom>
        </p:spPr>
      </p:pic>
      <p:grpSp>
        <p:nvGrpSpPr>
          <p:cNvPr id="11" name="Group 10">
            <a:extLst>
              <a:ext uri="{FF2B5EF4-FFF2-40B4-BE49-F238E27FC236}">
                <a16:creationId xmlns:a16="http://schemas.microsoft.com/office/drawing/2014/main" id="{DF60B889-99DD-064E-857F-119365922969}"/>
              </a:ext>
            </a:extLst>
          </p:cNvPr>
          <p:cNvGrpSpPr/>
          <p:nvPr/>
        </p:nvGrpSpPr>
        <p:grpSpPr>
          <a:xfrm>
            <a:off x="5561305" y="2581369"/>
            <a:ext cx="1188000" cy="1187100"/>
            <a:chOff x="3354429" y="3172449"/>
            <a:chExt cx="1188000" cy="1187100"/>
          </a:xfrm>
        </p:grpSpPr>
        <p:sp>
          <p:nvSpPr>
            <p:cNvPr id="12" name="TextBox 27">
              <a:extLst>
                <a:ext uri="{FF2B5EF4-FFF2-40B4-BE49-F238E27FC236}">
                  <a16:creationId xmlns:a16="http://schemas.microsoft.com/office/drawing/2014/main" id="{F0CD443A-3EA5-CAD7-EF8A-35F82356C4EA}"/>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13" name="Group 12">
              <a:extLst>
                <a:ext uri="{FF2B5EF4-FFF2-40B4-BE49-F238E27FC236}">
                  <a16:creationId xmlns:a16="http://schemas.microsoft.com/office/drawing/2014/main" id="{C5785C0B-2658-223A-EC42-37843BCD091D}"/>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4" name="Google Shape;65;p15">
                <a:extLst>
                  <a:ext uri="{FF2B5EF4-FFF2-40B4-BE49-F238E27FC236}">
                    <a16:creationId xmlns:a16="http://schemas.microsoft.com/office/drawing/2014/main" id="{D75FF92B-0625-7341-E00F-35E7F4D4A34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6;p15">
                <a:extLst>
                  <a:ext uri="{FF2B5EF4-FFF2-40B4-BE49-F238E27FC236}">
                    <a16:creationId xmlns:a16="http://schemas.microsoft.com/office/drawing/2014/main" id="{3EEFF9EE-A494-423A-0EE1-38C4CA02AC8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6" name="TextBox 28">
            <a:extLst>
              <a:ext uri="{FF2B5EF4-FFF2-40B4-BE49-F238E27FC236}">
                <a16:creationId xmlns:a16="http://schemas.microsoft.com/office/drawing/2014/main" id="{52604FE6-125B-A30E-AA45-7A4B9CB69FC3}"/>
              </a:ext>
            </a:extLst>
          </p:cNvPr>
          <p:cNvSpPr txBox="1"/>
          <p:nvPr/>
        </p:nvSpPr>
        <p:spPr>
          <a:xfrm>
            <a:off x="5136062" y="3851015"/>
            <a:ext cx="2562207" cy="682495"/>
          </a:xfrm>
          <a:prstGeom prst="rect">
            <a:avLst/>
          </a:prstGeom>
        </p:spPr>
        <p:txBody>
          <a:bodyPr wrap="square" lIns="0" tIns="0" rIns="0" bIns="0" rtlCol="0" anchor="t">
            <a:spAutoFit/>
          </a:bodyPr>
          <a:lstStyle/>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Processus</a:t>
            </a:r>
            <a:r>
              <a:rPr lang="fr-FR" sz="2000" dirty="0">
                <a:latin typeface="Times New Roman" panose="02020603050405020304" pitchFamily="18" charset="0"/>
                <a:cs typeface="Times New Roman" panose="02020603050405020304" pitchFamily="18" charset="0"/>
              </a:rPr>
              <a:t> </a:t>
            </a:r>
            <a:r>
              <a:rPr lang="fr-FR" b="1" dirty="0">
                <a:solidFill>
                  <a:srgbClr val="003076"/>
                </a:solidFill>
                <a:latin typeface="Times New Roman" panose="02020603050405020304" pitchFamily="18" charset="0"/>
                <a:cs typeface="Times New Roman" panose="02020603050405020304" pitchFamily="18" charset="0"/>
              </a:rPr>
              <a:t>métier </a:t>
            </a:r>
          </a:p>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actuels</a:t>
            </a:r>
            <a:endParaRPr lang="en-US" b="1" dirty="0">
              <a:solidFill>
                <a:srgbClr val="003076"/>
              </a:solidFill>
              <a:latin typeface="Times New Roman" panose="02020603050405020304" pitchFamily="18" charset="0"/>
              <a:cs typeface="Times New Roman" panose="02020603050405020304" pitchFamily="18" charset="0"/>
            </a:endParaRPr>
          </a:p>
        </p:txBody>
      </p:sp>
      <p:grpSp>
        <p:nvGrpSpPr>
          <p:cNvPr id="33" name="Group 32">
            <a:extLst>
              <a:ext uri="{FF2B5EF4-FFF2-40B4-BE49-F238E27FC236}">
                <a16:creationId xmlns:a16="http://schemas.microsoft.com/office/drawing/2014/main" id="{EA32D49A-6557-D801-AC79-A75149781621}"/>
              </a:ext>
            </a:extLst>
          </p:cNvPr>
          <p:cNvGrpSpPr/>
          <p:nvPr/>
        </p:nvGrpSpPr>
        <p:grpSpPr>
          <a:xfrm>
            <a:off x="11724627" y="6292069"/>
            <a:ext cx="467373" cy="576000"/>
            <a:chOff x="11602707" y="6123456"/>
            <a:chExt cx="589294" cy="734544"/>
          </a:xfrm>
        </p:grpSpPr>
        <p:sp>
          <p:nvSpPr>
            <p:cNvPr id="34" name="Freeform: Shape 33">
              <a:extLst>
                <a:ext uri="{FF2B5EF4-FFF2-40B4-BE49-F238E27FC236}">
                  <a16:creationId xmlns:a16="http://schemas.microsoft.com/office/drawing/2014/main" id="{6080BDE0-E76E-ADDA-DD26-9ACEF3CF1077}"/>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5" name="Group 34">
              <a:extLst>
                <a:ext uri="{FF2B5EF4-FFF2-40B4-BE49-F238E27FC236}">
                  <a16:creationId xmlns:a16="http://schemas.microsoft.com/office/drawing/2014/main" id="{9AC85841-03E2-64CB-4AF1-A7613766C6EA}"/>
                </a:ext>
              </a:extLst>
            </p:cNvPr>
            <p:cNvGrpSpPr/>
            <p:nvPr/>
          </p:nvGrpSpPr>
          <p:grpSpPr>
            <a:xfrm>
              <a:off x="11746312" y="6279077"/>
              <a:ext cx="445689" cy="578923"/>
              <a:chOff x="11746312" y="6279077"/>
              <a:chExt cx="445689" cy="578923"/>
            </a:xfrm>
          </p:grpSpPr>
          <p:sp>
            <p:nvSpPr>
              <p:cNvPr id="36" name="Freeform: Shape 35">
                <a:extLst>
                  <a:ext uri="{FF2B5EF4-FFF2-40B4-BE49-F238E27FC236}">
                    <a16:creationId xmlns:a16="http://schemas.microsoft.com/office/drawing/2014/main" id="{DFEFA6CD-CC4D-5033-7F3E-82745038F03C}"/>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7" name="Slide Number Placeholder 1">
                <a:extLst>
                  <a:ext uri="{FF2B5EF4-FFF2-40B4-BE49-F238E27FC236}">
                    <a16:creationId xmlns:a16="http://schemas.microsoft.com/office/drawing/2014/main" id="{51E22844-0E6A-A41A-A0C1-A43A679C2AAB}"/>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46" name="TextBox 28">
            <a:extLst>
              <a:ext uri="{FF2B5EF4-FFF2-40B4-BE49-F238E27FC236}">
                <a16:creationId xmlns:a16="http://schemas.microsoft.com/office/drawing/2014/main" id="{8D64FC3A-0EDF-4742-B428-70914DD9FC3A}"/>
              </a:ext>
            </a:extLst>
          </p:cNvPr>
          <p:cNvSpPr txBox="1"/>
          <p:nvPr/>
        </p:nvSpPr>
        <p:spPr>
          <a:xfrm>
            <a:off x="0" y="3811762"/>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47" name="Group 1105">
            <a:extLst>
              <a:ext uri="{FF2B5EF4-FFF2-40B4-BE49-F238E27FC236}">
                <a16:creationId xmlns:a16="http://schemas.microsoft.com/office/drawing/2014/main" id="{260FA98E-569A-49C7-B95E-E3C886C8EA0E}"/>
              </a:ext>
            </a:extLst>
          </p:cNvPr>
          <p:cNvGrpSpPr/>
          <p:nvPr/>
        </p:nvGrpSpPr>
        <p:grpSpPr>
          <a:xfrm>
            <a:off x="1094658" y="2536760"/>
            <a:ext cx="1188000" cy="1187100"/>
            <a:chOff x="993058" y="3339400"/>
            <a:chExt cx="1188000" cy="1187100"/>
          </a:xfrm>
        </p:grpSpPr>
        <p:grpSp>
          <p:nvGrpSpPr>
            <p:cNvPr id="48" name="Group 1106">
              <a:extLst>
                <a:ext uri="{FF2B5EF4-FFF2-40B4-BE49-F238E27FC236}">
                  <a16:creationId xmlns:a16="http://schemas.microsoft.com/office/drawing/2014/main" id="{2FEDF745-B64A-4185-AD36-2B9F5C3FCDF2}"/>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50" name="Google Shape;65;p15">
                <a:extLst>
                  <a:ext uri="{FF2B5EF4-FFF2-40B4-BE49-F238E27FC236}">
                    <a16:creationId xmlns:a16="http://schemas.microsoft.com/office/drawing/2014/main" id="{AC4A3EE7-F281-4AB2-B259-51C40070DEBD}"/>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6;p15">
                <a:extLst>
                  <a:ext uri="{FF2B5EF4-FFF2-40B4-BE49-F238E27FC236}">
                    <a16:creationId xmlns:a16="http://schemas.microsoft.com/office/drawing/2014/main" id="{CE12775F-F0E4-4E04-952F-BE922C4F84D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9" name="TextBox 27">
              <a:extLst>
                <a:ext uri="{FF2B5EF4-FFF2-40B4-BE49-F238E27FC236}">
                  <a16:creationId xmlns:a16="http://schemas.microsoft.com/office/drawing/2014/main" id="{78094248-1189-4996-8477-BF3EC6642A3B}"/>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52" name="TextBox 28">
            <a:extLst>
              <a:ext uri="{FF2B5EF4-FFF2-40B4-BE49-F238E27FC236}">
                <a16:creationId xmlns:a16="http://schemas.microsoft.com/office/drawing/2014/main" id="{F153B89B-3348-45CD-8378-15480A1EE115}"/>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53" name="Group 1086">
            <a:extLst>
              <a:ext uri="{FF2B5EF4-FFF2-40B4-BE49-F238E27FC236}">
                <a16:creationId xmlns:a16="http://schemas.microsoft.com/office/drawing/2014/main" id="{4FFD14C8-F2F7-4138-882B-4D1717FCE603}"/>
              </a:ext>
            </a:extLst>
          </p:cNvPr>
          <p:cNvGrpSpPr/>
          <p:nvPr/>
        </p:nvGrpSpPr>
        <p:grpSpPr>
          <a:xfrm>
            <a:off x="3342000" y="3255165"/>
            <a:ext cx="1188000" cy="1026608"/>
            <a:chOff x="3354429" y="3172449"/>
            <a:chExt cx="1188000" cy="1187100"/>
          </a:xfrm>
        </p:grpSpPr>
        <p:sp>
          <p:nvSpPr>
            <p:cNvPr id="54" name="TextBox 27">
              <a:extLst>
                <a:ext uri="{FF2B5EF4-FFF2-40B4-BE49-F238E27FC236}">
                  <a16:creationId xmlns:a16="http://schemas.microsoft.com/office/drawing/2014/main" id="{23716956-B850-440A-B660-863F6E56A1B8}"/>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55" name="Group 1088">
              <a:extLst>
                <a:ext uri="{FF2B5EF4-FFF2-40B4-BE49-F238E27FC236}">
                  <a16:creationId xmlns:a16="http://schemas.microsoft.com/office/drawing/2014/main" id="{9A6EBCFE-192C-4B04-ABEC-CB21484FDC48}"/>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56" name="Google Shape;65;p15">
                <a:extLst>
                  <a:ext uri="{FF2B5EF4-FFF2-40B4-BE49-F238E27FC236}">
                    <a16:creationId xmlns:a16="http://schemas.microsoft.com/office/drawing/2014/main" id="{A71673C6-EDBD-4A8B-B4BC-EA48F6517A3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66;p15">
                <a:extLst>
                  <a:ext uri="{FF2B5EF4-FFF2-40B4-BE49-F238E27FC236}">
                    <a16:creationId xmlns:a16="http://schemas.microsoft.com/office/drawing/2014/main" id="{63305E78-AC31-437B-96BA-480F7B2B8260}"/>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8" name="Group 2">
            <a:extLst>
              <a:ext uri="{FF2B5EF4-FFF2-40B4-BE49-F238E27FC236}">
                <a16:creationId xmlns:a16="http://schemas.microsoft.com/office/drawing/2014/main" id="{5F77BF0D-F41D-4A9D-A6FC-BCBAA8E07D8C}"/>
              </a:ext>
            </a:extLst>
          </p:cNvPr>
          <p:cNvGrpSpPr/>
          <p:nvPr/>
        </p:nvGrpSpPr>
        <p:grpSpPr>
          <a:xfrm>
            <a:off x="8444182" y="-2186404"/>
            <a:ext cx="1188000" cy="1187100"/>
            <a:chOff x="3354429" y="3172449"/>
            <a:chExt cx="1188000" cy="1187100"/>
          </a:xfrm>
        </p:grpSpPr>
        <p:sp>
          <p:nvSpPr>
            <p:cNvPr id="59" name="TextBox 27">
              <a:extLst>
                <a:ext uri="{FF2B5EF4-FFF2-40B4-BE49-F238E27FC236}">
                  <a16:creationId xmlns:a16="http://schemas.microsoft.com/office/drawing/2014/main" id="{6FF4142C-6BD3-4123-95D2-B8AB9BD4163A}"/>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60" name="Group 6">
              <a:extLst>
                <a:ext uri="{FF2B5EF4-FFF2-40B4-BE49-F238E27FC236}">
                  <a16:creationId xmlns:a16="http://schemas.microsoft.com/office/drawing/2014/main" id="{EC66AE19-87A7-49D7-8D59-E5E9B9B8FB5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61" name="Google Shape;65;p15">
                <a:extLst>
                  <a:ext uri="{FF2B5EF4-FFF2-40B4-BE49-F238E27FC236}">
                    <a16:creationId xmlns:a16="http://schemas.microsoft.com/office/drawing/2014/main" id="{36A1F78D-8ABF-4798-B20C-7411160D2AE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6;p15">
                <a:extLst>
                  <a:ext uri="{FF2B5EF4-FFF2-40B4-BE49-F238E27FC236}">
                    <a16:creationId xmlns:a16="http://schemas.microsoft.com/office/drawing/2014/main" id="{89ACC7F1-EF34-4213-90C4-134D9E46CC91}"/>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63" name="TextBox 34">
            <a:extLst>
              <a:ext uri="{FF2B5EF4-FFF2-40B4-BE49-F238E27FC236}">
                <a16:creationId xmlns:a16="http://schemas.microsoft.com/office/drawing/2014/main" id="{43DB1E79-3065-4CE0-BB6D-D2022214DBD0}"/>
              </a:ext>
            </a:extLst>
          </p:cNvPr>
          <p:cNvSpPr txBox="1"/>
          <p:nvPr/>
        </p:nvSpPr>
        <p:spPr>
          <a:xfrm>
            <a:off x="7305484" y="-914192"/>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65" name="Group 1105">
            <a:extLst>
              <a:ext uri="{FF2B5EF4-FFF2-40B4-BE49-F238E27FC236}">
                <a16:creationId xmlns:a16="http://schemas.microsoft.com/office/drawing/2014/main" id="{E79874F4-418D-428E-AA09-BB66CB952805}"/>
              </a:ext>
            </a:extLst>
          </p:cNvPr>
          <p:cNvGrpSpPr/>
          <p:nvPr/>
        </p:nvGrpSpPr>
        <p:grpSpPr>
          <a:xfrm>
            <a:off x="1094658" y="2538076"/>
            <a:ext cx="1188000" cy="1187100"/>
            <a:chOff x="993058" y="3339400"/>
            <a:chExt cx="1188000" cy="1187100"/>
          </a:xfrm>
        </p:grpSpPr>
        <p:grpSp>
          <p:nvGrpSpPr>
            <p:cNvPr id="66" name="Group 1106">
              <a:extLst>
                <a:ext uri="{FF2B5EF4-FFF2-40B4-BE49-F238E27FC236}">
                  <a16:creationId xmlns:a16="http://schemas.microsoft.com/office/drawing/2014/main" id="{643F96C2-DC9D-4420-990B-F64EC5F31513}"/>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68" name="Google Shape;65;p15">
                <a:extLst>
                  <a:ext uri="{FF2B5EF4-FFF2-40B4-BE49-F238E27FC236}">
                    <a16:creationId xmlns:a16="http://schemas.microsoft.com/office/drawing/2014/main" id="{CC344CFB-9FB0-431E-B31C-C1366A77D46C}"/>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6;p15">
                <a:extLst>
                  <a:ext uri="{FF2B5EF4-FFF2-40B4-BE49-F238E27FC236}">
                    <a16:creationId xmlns:a16="http://schemas.microsoft.com/office/drawing/2014/main" id="{EECC9CF8-C9B6-4AD0-8190-6670DB603A7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7" name="TextBox 27">
              <a:extLst>
                <a:ext uri="{FF2B5EF4-FFF2-40B4-BE49-F238E27FC236}">
                  <a16:creationId xmlns:a16="http://schemas.microsoft.com/office/drawing/2014/main" id="{31D983F9-8874-41AB-881E-259A301E4036}"/>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Tree>
    <p:extLst>
      <p:ext uri="{BB962C8B-B14F-4D97-AF65-F5344CB8AC3E}">
        <p14:creationId xmlns:p14="http://schemas.microsoft.com/office/powerpoint/2010/main" val="2008514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B282C7BC-F721-65E7-6CC3-2AF9B29C563B}"/>
              </a:ext>
            </a:extLst>
          </p:cNvPr>
          <p:cNvGrpSpPr/>
          <p:nvPr/>
        </p:nvGrpSpPr>
        <p:grpSpPr>
          <a:xfrm>
            <a:off x="3936000" y="-1"/>
            <a:ext cx="4320000" cy="2101651"/>
            <a:chOff x="3936000" y="-1"/>
            <a:chExt cx="4320000" cy="2101651"/>
          </a:xfrm>
        </p:grpSpPr>
        <p:sp>
          <p:nvSpPr>
            <p:cNvPr id="5" name="Freeform: Shape 4">
              <a:extLst>
                <a:ext uri="{FF2B5EF4-FFF2-40B4-BE49-F238E27FC236}">
                  <a16:creationId xmlns:a16="http://schemas.microsoft.com/office/drawing/2014/main" id="{2EED3CA3-BAE4-31C8-FC99-65BBABF406A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TextBox 23">
              <a:extLst>
                <a:ext uri="{FF2B5EF4-FFF2-40B4-BE49-F238E27FC236}">
                  <a16:creationId xmlns:a16="http://schemas.microsoft.com/office/drawing/2014/main" id="{BDBB7377-6587-5C63-1930-0C094697E9FA}"/>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pic>
        <p:nvPicPr>
          <p:cNvPr id="1067" name="Picture 1066" descr="A cartoon character carrying a toolbox and a wrench&#10;&#10;Description automatically generated with low confidence">
            <a:extLst>
              <a:ext uri="{FF2B5EF4-FFF2-40B4-BE49-F238E27FC236}">
                <a16:creationId xmlns:a16="http://schemas.microsoft.com/office/drawing/2014/main" id="{3E3764DC-4336-CEAD-AAC7-8881071935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345" y="5183919"/>
            <a:ext cx="1580807" cy="1540193"/>
          </a:xfrm>
          <a:prstGeom prst="rect">
            <a:avLst/>
          </a:prstGeom>
        </p:spPr>
      </p:pic>
      <p:grpSp>
        <p:nvGrpSpPr>
          <p:cNvPr id="3" name="Group 2">
            <a:extLst>
              <a:ext uri="{FF2B5EF4-FFF2-40B4-BE49-F238E27FC236}">
                <a16:creationId xmlns:a16="http://schemas.microsoft.com/office/drawing/2014/main" id="{AF77EC8A-C7D8-0824-7752-0086A501F273}"/>
              </a:ext>
            </a:extLst>
          </p:cNvPr>
          <p:cNvGrpSpPr/>
          <p:nvPr/>
        </p:nvGrpSpPr>
        <p:grpSpPr>
          <a:xfrm>
            <a:off x="7865469" y="3223249"/>
            <a:ext cx="1188000" cy="1187100"/>
            <a:chOff x="3354429" y="3172449"/>
            <a:chExt cx="1188000" cy="1187100"/>
          </a:xfrm>
        </p:grpSpPr>
        <p:sp>
          <p:nvSpPr>
            <p:cNvPr id="4" name="TextBox 27">
              <a:extLst>
                <a:ext uri="{FF2B5EF4-FFF2-40B4-BE49-F238E27FC236}">
                  <a16:creationId xmlns:a16="http://schemas.microsoft.com/office/drawing/2014/main" id="{EEE61E23-44C3-4E3C-2675-59125AB03135}"/>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7" name="Group 6">
              <a:extLst>
                <a:ext uri="{FF2B5EF4-FFF2-40B4-BE49-F238E27FC236}">
                  <a16:creationId xmlns:a16="http://schemas.microsoft.com/office/drawing/2014/main" id="{9CF319A8-102D-5DDB-E7D6-83B3E2348285}"/>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 name="Google Shape;65;p15">
                <a:extLst>
                  <a:ext uri="{FF2B5EF4-FFF2-40B4-BE49-F238E27FC236}">
                    <a16:creationId xmlns:a16="http://schemas.microsoft.com/office/drawing/2014/main" id="{B7ECF5C3-2839-ED91-9525-8EA67A22D4F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p15">
                <a:extLst>
                  <a:ext uri="{FF2B5EF4-FFF2-40B4-BE49-F238E27FC236}">
                    <a16:creationId xmlns:a16="http://schemas.microsoft.com/office/drawing/2014/main" id="{5C120914-A6EC-3580-DD9B-FF90E67678B4}"/>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1" name="TextBox 34">
            <a:extLst>
              <a:ext uri="{FF2B5EF4-FFF2-40B4-BE49-F238E27FC236}">
                <a16:creationId xmlns:a16="http://schemas.microsoft.com/office/drawing/2014/main" id="{580691A7-E61C-E619-BF99-5C07CD1CD411}"/>
              </a:ext>
            </a:extLst>
          </p:cNvPr>
          <p:cNvSpPr txBox="1"/>
          <p:nvPr/>
        </p:nvSpPr>
        <p:spPr>
          <a:xfrm>
            <a:off x="6726771" y="4495461"/>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29" name="Group 28">
            <a:extLst>
              <a:ext uri="{FF2B5EF4-FFF2-40B4-BE49-F238E27FC236}">
                <a16:creationId xmlns:a16="http://schemas.microsoft.com/office/drawing/2014/main" id="{E55375AC-901B-A647-C058-D9B36479EA54}"/>
              </a:ext>
            </a:extLst>
          </p:cNvPr>
          <p:cNvGrpSpPr/>
          <p:nvPr/>
        </p:nvGrpSpPr>
        <p:grpSpPr>
          <a:xfrm>
            <a:off x="11724627" y="6292069"/>
            <a:ext cx="467373" cy="576000"/>
            <a:chOff x="11602707" y="6123456"/>
            <a:chExt cx="589294" cy="734544"/>
          </a:xfrm>
        </p:grpSpPr>
        <p:sp>
          <p:nvSpPr>
            <p:cNvPr id="30" name="Freeform: Shape 29">
              <a:extLst>
                <a:ext uri="{FF2B5EF4-FFF2-40B4-BE49-F238E27FC236}">
                  <a16:creationId xmlns:a16="http://schemas.microsoft.com/office/drawing/2014/main" id="{6B52A674-0790-9672-8C2E-F85950D371BE}"/>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1" name="Group 30">
              <a:extLst>
                <a:ext uri="{FF2B5EF4-FFF2-40B4-BE49-F238E27FC236}">
                  <a16:creationId xmlns:a16="http://schemas.microsoft.com/office/drawing/2014/main" id="{9D4D4AC8-F974-EC34-BE24-11193B4412F1}"/>
                </a:ext>
              </a:extLst>
            </p:cNvPr>
            <p:cNvGrpSpPr/>
            <p:nvPr/>
          </p:nvGrpSpPr>
          <p:grpSpPr>
            <a:xfrm>
              <a:off x="11746312" y="6279077"/>
              <a:ext cx="445689" cy="578923"/>
              <a:chOff x="11746312" y="6279077"/>
              <a:chExt cx="445689" cy="578923"/>
            </a:xfrm>
          </p:grpSpPr>
          <p:sp>
            <p:nvSpPr>
              <p:cNvPr id="32" name="Freeform: Shape 31">
                <a:extLst>
                  <a:ext uri="{FF2B5EF4-FFF2-40B4-BE49-F238E27FC236}">
                    <a16:creationId xmlns:a16="http://schemas.microsoft.com/office/drawing/2014/main" id="{130431CA-41FE-F3F6-D078-2A756BFD6CC0}"/>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3" name="Slide Number Placeholder 1">
                <a:extLst>
                  <a:ext uri="{FF2B5EF4-FFF2-40B4-BE49-F238E27FC236}">
                    <a16:creationId xmlns:a16="http://schemas.microsoft.com/office/drawing/2014/main" id="{DAA3E06F-CBD4-32B5-BFD1-4FD9946BCAED}"/>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60" name="TextBox 28">
            <a:extLst>
              <a:ext uri="{FF2B5EF4-FFF2-40B4-BE49-F238E27FC236}">
                <a16:creationId xmlns:a16="http://schemas.microsoft.com/office/drawing/2014/main" id="{6FE892FD-4C95-436C-B9A6-00CEF74C40AF}"/>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61" name="Group 1105">
            <a:extLst>
              <a:ext uri="{FF2B5EF4-FFF2-40B4-BE49-F238E27FC236}">
                <a16:creationId xmlns:a16="http://schemas.microsoft.com/office/drawing/2014/main" id="{87340A45-6BC1-434B-B391-1C79B0C5462F}"/>
              </a:ext>
            </a:extLst>
          </p:cNvPr>
          <p:cNvGrpSpPr/>
          <p:nvPr/>
        </p:nvGrpSpPr>
        <p:grpSpPr>
          <a:xfrm>
            <a:off x="1094658" y="2538076"/>
            <a:ext cx="1188000" cy="1187100"/>
            <a:chOff x="993058" y="3339400"/>
            <a:chExt cx="1188000" cy="1187100"/>
          </a:xfrm>
        </p:grpSpPr>
        <p:grpSp>
          <p:nvGrpSpPr>
            <p:cNvPr id="62" name="Group 1106">
              <a:extLst>
                <a:ext uri="{FF2B5EF4-FFF2-40B4-BE49-F238E27FC236}">
                  <a16:creationId xmlns:a16="http://schemas.microsoft.com/office/drawing/2014/main" id="{B95EF249-E207-47D4-BFC8-4904CBC884BE}"/>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64" name="Google Shape;65;p15">
                <a:extLst>
                  <a:ext uri="{FF2B5EF4-FFF2-40B4-BE49-F238E27FC236}">
                    <a16:creationId xmlns:a16="http://schemas.microsoft.com/office/drawing/2014/main" id="{6883545B-2438-49A0-A780-78088698438C}"/>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6;p15">
                <a:extLst>
                  <a:ext uri="{FF2B5EF4-FFF2-40B4-BE49-F238E27FC236}">
                    <a16:creationId xmlns:a16="http://schemas.microsoft.com/office/drawing/2014/main" id="{1C4AD373-12DB-419F-8E94-1B986F42B3F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3" name="TextBox 27">
              <a:extLst>
                <a:ext uri="{FF2B5EF4-FFF2-40B4-BE49-F238E27FC236}">
                  <a16:creationId xmlns:a16="http://schemas.microsoft.com/office/drawing/2014/main" id="{85F6D58A-9341-4355-AA30-3DE2F0C4066A}"/>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72" name="TextBox 28">
            <a:extLst>
              <a:ext uri="{FF2B5EF4-FFF2-40B4-BE49-F238E27FC236}">
                <a16:creationId xmlns:a16="http://schemas.microsoft.com/office/drawing/2014/main" id="{44F8EDF5-E796-4970-AE86-4C33B490B425}"/>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73" name="Group 1086">
            <a:extLst>
              <a:ext uri="{FF2B5EF4-FFF2-40B4-BE49-F238E27FC236}">
                <a16:creationId xmlns:a16="http://schemas.microsoft.com/office/drawing/2014/main" id="{A062AB54-ED8A-40BA-B681-7D7E3A813D12}"/>
              </a:ext>
            </a:extLst>
          </p:cNvPr>
          <p:cNvGrpSpPr/>
          <p:nvPr/>
        </p:nvGrpSpPr>
        <p:grpSpPr>
          <a:xfrm>
            <a:off x="3342000" y="3255165"/>
            <a:ext cx="1188000" cy="1026608"/>
            <a:chOff x="3354429" y="3172449"/>
            <a:chExt cx="1188000" cy="1187100"/>
          </a:xfrm>
        </p:grpSpPr>
        <p:sp>
          <p:nvSpPr>
            <p:cNvPr id="74" name="TextBox 27">
              <a:extLst>
                <a:ext uri="{FF2B5EF4-FFF2-40B4-BE49-F238E27FC236}">
                  <a16:creationId xmlns:a16="http://schemas.microsoft.com/office/drawing/2014/main" id="{A7BD9DFF-24BC-468D-A03F-708FF5FB3695}"/>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75" name="Group 1088">
              <a:extLst>
                <a:ext uri="{FF2B5EF4-FFF2-40B4-BE49-F238E27FC236}">
                  <a16:creationId xmlns:a16="http://schemas.microsoft.com/office/drawing/2014/main" id="{CA8B8B79-1B75-4962-91B7-5D06BFBE458A}"/>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6" name="Google Shape;65;p15">
                <a:extLst>
                  <a:ext uri="{FF2B5EF4-FFF2-40B4-BE49-F238E27FC236}">
                    <a16:creationId xmlns:a16="http://schemas.microsoft.com/office/drawing/2014/main" id="{2FDD34FF-F0CE-49A1-B461-B341B62683C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6;p15">
                <a:extLst>
                  <a:ext uri="{FF2B5EF4-FFF2-40B4-BE49-F238E27FC236}">
                    <a16:creationId xmlns:a16="http://schemas.microsoft.com/office/drawing/2014/main" id="{440E8147-ED28-420B-A116-8EA13DC4626E}"/>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8" name="Group 10">
            <a:extLst>
              <a:ext uri="{FF2B5EF4-FFF2-40B4-BE49-F238E27FC236}">
                <a16:creationId xmlns:a16="http://schemas.microsoft.com/office/drawing/2014/main" id="{47EFBB70-343B-4991-B2AC-2FDDFB090CE0}"/>
              </a:ext>
            </a:extLst>
          </p:cNvPr>
          <p:cNvGrpSpPr/>
          <p:nvPr/>
        </p:nvGrpSpPr>
        <p:grpSpPr>
          <a:xfrm>
            <a:off x="5538771" y="2582685"/>
            <a:ext cx="1188000" cy="1187100"/>
            <a:chOff x="3354429" y="3172449"/>
            <a:chExt cx="1188000" cy="1187100"/>
          </a:xfrm>
        </p:grpSpPr>
        <p:sp>
          <p:nvSpPr>
            <p:cNvPr id="79" name="TextBox 27">
              <a:extLst>
                <a:ext uri="{FF2B5EF4-FFF2-40B4-BE49-F238E27FC236}">
                  <a16:creationId xmlns:a16="http://schemas.microsoft.com/office/drawing/2014/main" id="{D4E95BF3-4B97-43AB-953B-D92239CBE97E}"/>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80" name="Group 12">
              <a:extLst>
                <a:ext uri="{FF2B5EF4-FFF2-40B4-BE49-F238E27FC236}">
                  <a16:creationId xmlns:a16="http://schemas.microsoft.com/office/drawing/2014/main" id="{74ADD7B4-D000-4CC5-8573-E89F23E1C09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1" name="Google Shape;65;p15">
                <a:extLst>
                  <a:ext uri="{FF2B5EF4-FFF2-40B4-BE49-F238E27FC236}">
                    <a16:creationId xmlns:a16="http://schemas.microsoft.com/office/drawing/2014/main" id="{2775F950-F4D8-4FF0-905A-379B2B88E06C}"/>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6;p15">
                <a:extLst>
                  <a:ext uri="{FF2B5EF4-FFF2-40B4-BE49-F238E27FC236}">
                    <a16:creationId xmlns:a16="http://schemas.microsoft.com/office/drawing/2014/main" id="{70FF4606-F1E6-4518-8F78-88A88065DCD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83" name="TextBox 28">
            <a:extLst>
              <a:ext uri="{FF2B5EF4-FFF2-40B4-BE49-F238E27FC236}">
                <a16:creationId xmlns:a16="http://schemas.microsoft.com/office/drawing/2014/main" id="{16C4F0D0-F7C5-4599-B6A8-99D5388DEE81}"/>
              </a:ext>
            </a:extLst>
          </p:cNvPr>
          <p:cNvSpPr txBox="1"/>
          <p:nvPr/>
        </p:nvSpPr>
        <p:spPr>
          <a:xfrm>
            <a:off x="5136062" y="3851015"/>
            <a:ext cx="2562207" cy="682495"/>
          </a:xfrm>
          <a:prstGeom prst="rect">
            <a:avLst/>
          </a:prstGeom>
        </p:spPr>
        <p:txBody>
          <a:bodyPr wrap="square" lIns="0" tIns="0" rIns="0" bIns="0" rtlCol="0" anchor="t">
            <a:spAutoFit/>
          </a:bodyPr>
          <a:lstStyle/>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Processus</a:t>
            </a:r>
            <a:r>
              <a:rPr lang="fr-FR" sz="2000" dirty="0">
                <a:latin typeface="Times New Roman" panose="02020603050405020304" pitchFamily="18" charset="0"/>
                <a:cs typeface="Times New Roman" panose="02020603050405020304" pitchFamily="18" charset="0"/>
              </a:rPr>
              <a:t> </a:t>
            </a:r>
            <a:r>
              <a:rPr lang="fr-FR" b="1" dirty="0">
                <a:solidFill>
                  <a:srgbClr val="003076"/>
                </a:solidFill>
                <a:latin typeface="Times New Roman" panose="02020603050405020304" pitchFamily="18" charset="0"/>
                <a:cs typeface="Times New Roman" panose="02020603050405020304" pitchFamily="18" charset="0"/>
              </a:rPr>
              <a:t>métier </a:t>
            </a:r>
          </a:p>
          <a:p>
            <a:pPr algn="ctr">
              <a:lnSpc>
                <a:spcPts val="2800"/>
              </a:lnSpc>
            </a:pPr>
            <a:r>
              <a:rPr lang="fr-FR" b="1" dirty="0">
                <a:solidFill>
                  <a:srgbClr val="003076"/>
                </a:solidFill>
                <a:latin typeface="Times New Roman" panose="02020603050405020304" pitchFamily="18" charset="0"/>
                <a:cs typeface="Times New Roman" panose="02020603050405020304" pitchFamily="18" charset="0"/>
              </a:rPr>
              <a:t>actuels</a:t>
            </a:r>
            <a:endParaRPr lang="en-US" b="1" dirty="0">
              <a:solidFill>
                <a:srgbClr val="003076"/>
              </a:solidFill>
              <a:latin typeface="Times New Roman" panose="02020603050405020304" pitchFamily="18" charset="0"/>
              <a:cs typeface="Times New Roman" panose="02020603050405020304" pitchFamily="18" charset="0"/>
            </a:endParaRPr>
          </a:p>
        </p:txBody>
      </p:sp>
      <p:grpSp>
        <p:nvGrpSpPr>
          <p:cNvPr id="90" name="Group 9">
            <a:extLst>
              <a:ext uri="{FF2B5EF4-FFF2-40B4-BE49-F238E27FC236}">
                <a16:creationId xmlns:a16="http://schemas.microsoft.com/office/drawing/2014/main" id="{17190EFE-E552-40A7-90FE-C03A8E4DA893}"/>
              </a:ext>
            </a:extLst>
          </p:cNvPr>
          <p:cNvGrpSpPr/>
          <p:nvPr/>
        </p:nvGrpSpPr>
        <p:grpSpPr>
          <a:xfrm>
            <a:off x="9836145" y="-2367848"/>
            <a:ext cx="1188000" cy="1187100"/>
            <a:chOff x="3354429" y="3172449"/>
            <a:chExt cx="1188000" cy="1187100"/>
          </a:xfrm>
        </p:grpSpPr>
        <p:sp>
          <p:nvSpPr>
            <p:cNvPr id="91" name="TextBox 27">
              <a:extLst>
                <a:ext uri="{FF2B5EF4-FFF2-40B4-BE49-F238E27FC236}">
                  <a16:creationId xmlns:a16="http://schemas.microsoft.com/office/drawing/2014/main" id="{9F1654DD-D776-49E2-9200-B99588BCED2D}"/>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92" name="Group 17">
              <a:extLst>
                <a:ext uri="{FF2B5EF4-FFF2-40B4-BE49-F238E27FC236}">
                  <a16:creationId xmlns:a16="http://schemas.microsoft.com/office/drawing/2014/main" id="{DAF07651-9FFD-4D18-A243-AD0A1D6A3868}"/>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93" name="Google Shape;65;p15">
                <a:extLst>
                  <a:ext uri="{FF2B5EF4-FFF2-40B4-BE49-F238E27FC236}">
                    <a16:creationId xmlns:a16="http://schemas.microsoft.com/office/drawing/2014/main" id="{B6342608-586B-4DA3-A36F-ADFEBE9B9DA6}"/>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66;p15">
                <a:extLst>
                  <a:ext uri="{FF2B5EF4-FFF2-40B4-BE49-F238E27FC236}">
                    <a16:creationId xmlns:a16="http://schemas.microsoft.com/office/drawing/2014/main" id="{6DE06638-CDB3-4069-96F6-940D5EDF85A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5" name="TextBox 37">
            <a:extLst>
              <a:ext uri="{FF2B5EF4-FFF2-40B4-BE49-F238E27FC236}">
                <a16:creationId xmlns:a16="http://schemas.microsoft.com/office/drawing/2014/main" id="{FD9BA227-B1F9-4E3D-823C-F9F09AB7DAE8}"/>
              </a:ext>
            </a:extLst>
          </p:cNvPr>
          <p:cNvSpPr txBox="1"/>
          <p:nvPr/>
        </p:nvSpPr>
        <p:spPr>
          <a:xfrm>
            <a:off x="9518009" y="-998812"/>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spTree>
    <p:extLst>
      <p:ext uri="{BB962C8B-B14F-4D97-AF65-F5344CB8AC3E}">
        <p14:creationId xmlns:p14="http://schemas.microsoft.com/office/powerpoint/2010/main" val="4124193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B282C7BC-F721-65E7-6CC3-2AF9B29C563B}"/>
              </a:ext>
            </a:extLst>
          </p:cNvPr>
          <p:cNvGrpSpPr/>
          <p:nvPr/>
        </p:nvGrpSpPr>
        <p:grpSpPr>
          <a:xfrm>
            <a:off x="3936000" y="-1"/>
            <a:ext cx="4320000" cy="2101651"/>
            <a:chOff x="3936000" y="-1"/>
            <a:chExt cx="4320000" cy="2101651"/>
          </a:xfrm>
        </p:grpSpPr>
        <p:sp>
          <p:nvSpPr>
            <p:cNvPr id="5" name="Freeform: Shape 4">
              <a:extLst>
                <a:ext uri="{FF2B5EF4-FFF2-40B4-BE49-F238E27FC236}">
                  <a16:creationId xmlns:a16="http://schemas.microsoft.com/office/drawing/2014/main" id="{2EED3CA3-BAE4-31C8-FC99-65BBABF406A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TextBox 23">
              <a:extLst>
                <a:ext uri="{FF2B5EF4-FFF2-40B4-BE49-F238E27FC236}">
                  <a16:creationId xmlns:a16="http://schemas.microsoft.com/office/drawing/2014/main" id="{BDBB7377-6587-5C63-1930-0C094697E9FA}"/>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grpSp>
        <p:nvGrpSpPr>
          <p:cNvPr id="1027" name="Group 1026">
            <a:extLst>
              <a:ext uri="{FF2B5EF4-FFF2-40B4-BE49-F238E27FC236}">
                <a16:creationId xmlns:a16="http://schemas.microsoft.com/office/drawing/2014/main" id="{8E77DC79-E83A-F5AC-D4A6-F6DCE755B29F}"/>
              </a:ext>
            </a:extLst>
          </p:cNvPr>
          <p:cNvGrpSpPr/>
          <p:nvPr/>
        </p:nvGrpSpPr>
        <p:grpSpPr>
          <a:xfrm>
            <a:off x="5444705" y="-2890505"/>
            <a:ext cx="2039199" cy="2773676"/>
            <a:chOff x="5444705" y="2687335"/>
            <a:chExt cx="2039199" cy="2773676"/>
          </a:xfrm>
        </p:grpSpPr>
        <p:grpSp>
          <p:nvGrpSpPr>
            <p:cNvPr id="1028" name="Group 1027">
              <a:extLst>
                <a:ext uri="{FF2B5EF4-FFF2-40B4-BE49-F238E27FC236}">
                  <a16:creationId xmlns:a16="http://schemas.microsoft.com/office/drawing/2014/main" id="{6E516082-CF88-A59D-AE95-80A998614163}"/>
                </a:ext>
              </a:extLst>
            </p:cNvPr>
            <p:cNvGrpSpPr/>
            <p:nvPr/>
          </p:nvGrpSpPr>
          <p:grpSpPr>
            <a:xfrm>
              <a:off x="5444705" y="2687335"/>
              <a:ext cx="2039199" cy="2773676"/>
              <a:chOff x="5383745" y="2687335"/>
              <a:chExt cx="2039199" cy="2773676"/>
            </a:xfrm>
          </p:grpSpPr>
          <p:sp>
            <p:nvSpPr>
              <p:cNvPr id="1030" name="TextBox 31">
                <a:extLst>
                  <a:ext uri="{FF2B5EF4-FFF2-40B4-BE49-F238E27FC236}">
                    <a16:creationId xmlns:a16="http://schemas.microsoft.com/office/drawing/2014/main" id="{7AE380A5-110C-DF56-C357-A74D42720E0D}"/>
                  </a:ext>
                </a:extLst>
              </p:cNvPr>
              <p:cNvSpPr txBox="1"/>
              <p:nvPr/>
            </p:nvSpPr>
            <p:spPr>
              <a:xfrm>
                <a:off x="5383745" y="4772553"/>
                <a:ext cx="203919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Etude </a:t>
                </a:r>
                <a:r>
                  <a:rPr lang="en-US" sz="2000" b="1" dirty="0" err="1">
                    <a:solidFill>
                      <a:srgbClr val="003076"/>
                    </a:solidFill>
                    <a:latin typeface="Times New Roman" panose="02020603050405020304" pitchFamily="18" charset="0"/>
                    <a:cs typeface="Times New Roman" panose="02020603050405020304" pitchFamily="18" charset="0"/>
                  </a:rPr>
                  <a:t>conceptuelle</a:t>
                </a:r>
                <a:endParaRPr lang="en-US" sz="2000" b="1" dirty="0">
                  <a:solidFill>
                    <a:srgbClr val="003076"/>
                  </a:solidFill>
                  <a:latin typeface="Times New Roman" panose="02020603050405020304" pitchFamily="18" charset="0"/>
                  <a:cs typeface="Times New Roman" panose="02020603050405020304" pitchFamily="18" charset="0"/>
                </a:endParaRPr>
              </a:p>
            </p:txBody>
          </p:sp>
          <p:grpSp>
            <p:nvGrpSpPr>
              <p:cNvPr id="1031" name="Group 1030">
                <a:extLst>
                  <a:ext uri="{FF2B5EF4-FFF2-40B4-BE49-F238E27FC236}">
                    <a16:creationId xmlns:a16="http://schemas.microsoft.com/office/drawing/2014/main" id="{522B274F-83DF-43B4-A443-EB7204C09143}"/>
                  </a:ext>
                </a:extLst>
              </p:cNvPr>
              <p:cNvGrpSpPr/>
              <p:nvPr/>
            </p:nvGrpSpPr>
            <p:grpSpPr>
              <a:xfrm>
                <a:off x="5383745" y="2687335"/>
                <a:ext cx="1916343" cy="1916689"/>
                <a:chOff x="644563" y="2629095"/>
                <a:chExt cx="2010780" cy="2018571"/>
              </a:xfrm>
              <a:solidFill>
                <a:srgbClr val="A9B5FF"/>
              </a:solidFill>
            </p:grpSpPr>
            <p:grpSp>
              <p:nvGrpSpPr>
                <p:cNvPr id="1032" name="Group 1031">
                  <a:extLst>
                    <a:ext uri="{FF2B5EF4-FFF2-40B4-BE49-F238E27FC236}">
                      <a16:creationId xmlns:a16="http://schemas.microsoft.com/office/drawing/2014/main" id="{D005856B-F42A-DC6D-9C2D-EC0E10FD1A82}"/>
                    </a:ext>
                  </a:extLst>
                </p:cNvPr>
                <p:cNvGrpSpPr/>
                <p:nvPr/>
              </p:nvGrpSpPr>
              <p:grpSpPr>
                <a:xfrm>
                  <a:off x="889617" y="2925751"/>
                  <a:ext cx="1547999" cy="1479833"/>
                  <a:chOff x="983732" y="2983025"/>
                  <a:chExt cx="1432303" cy="1391746"/>
                </a:xfrm>
                <a:grpFill/>
              </p:grpSpPr>
              <p:grpSp>
                <p:nvGrpSpPr>
                  <p:cNvPr id="1052" name="Group 3">
                    <a:extLst>
                      <a:ext uri="{FF2B5EF4-FFF2-40B4-BE49-F238E27FC236}">
                        <a16:creationId xmlns:a16="http://schemas.microsoft.com/office/drawing/2014/main" id="{C36A25F9-4D4F-BF40-8D47-41C33FF4D7E0}"/>
                      </a:ext>
                    </a:extLst>
                  </p:cNvPr>
                  <p:cNvGrpSpPr/>
                  <p:nvPr/>
                </p:nvGrpSpPr>
                <p:grpSpPr>
                  <a:xfrm>
                    <a:off x="983732" y="2983025"/>
                    <a:ext cx="1432303" cy="1391746"/>
                    <a:chOff x="-74045" y="112719"/>
                    <a:chExt cx="6635229" cy="6447349"/>
                  </a:xfrm>
                  <a:grpFill/>
                </p:grpSpPr>
                <p:sp>
                  <p:nvSpPr>
                    <p:cNvPr id="1054" name="Freeform 4">
                      <a:extLst>
                        <a:ext uri="{FF2B5EF4-FFF2-40B4-BE49-F238E27FC236}">
                          <a16:creationId xmlns:a16="http://schemas.microsoft.com/office/drawing/2014/main" id="{DC2E1225-AFC2-D1D7-C6A3-DF8F3A790F75}"/>
                        </a:ext>
                      </a:extLst>
                    </p:cNvPr>
                    <p:cNvSpPr/>
                    <p:nvPr/>
                  </p:nvSpPr>
                  <p:spPr>
                    <a:xfrm>
                      <a:off x="-74045" y="112719"/>
                      <a:ext cx="6635229" cy="6447349"/>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grpFill/>
                  </p:spPr>
                  <p:txBody>
                    <a:bodyPr/>
                    <a:lstStyle/>
                    <a:p>
                      <a:endParaRPr lang="fr-FR" dirty="0"/>
                    </a:p>
                  </p:txBody>
                </p:sp>
              </p:grpSp>
              <p:sp>
                <p:nvSpPr>
                  <p:cNvPr id="1053" name="TextBox 27">
                    <a:extLst>
                      <a:ext uri="{FF2B5EF4-FFF2-40B4-BE49-F238E27FC236}">
                        <a16:creationId xmlns:a16="http://schemas.microsoft.com/office/drawing/2014/main" id="{E76805AE-B00C-7CEE-F113-FB6AE65061DA}"/>
                      </a:ext>
                    </a:extLst>
                  </p:cNvPr>
                  <p:cNvSpPr txBox="1"/>
                  <p:nvPr/>
                </p:nvSpPr>
                <p:spPr>
                  <a:xfrm>
                    <a:off x="1146177" y="3373891"/>
                    <a:ext cx="1077811" cy="637758"/>
                  </a:xfrm>
                  <a:prstGeom prst="rect">
                    <a:avLst/>
                  </a:prstGeom>
                  <a:grpFill/>
                </p:spPr>
                <p:txBody>
                  <a:bodyPr lIns="0" tIns="0" rIns="0" bIns="0" rtlCol="0" anchor="t">
                    <a:spAutoFit/>
                  </a:bodyPr>
                  <a:lstStyle/>
                  <a:p>
                    <a:pPr algn="ctr">
                      <a:lnSpc>
                        <a:spcPts val="4806"/>
                      </a:lnSpc>
                    </a:pPr>
                    <a:r>
                      <a:rPr lang="en-US" sz="4666" b="1" dirty="0">
                        <a:solidFill>
                          <a:schemeClr val="bg1"/>
                        </a:solidFill>
                        <a:latin typeface="Nunito"/>
                      </a:rPr>
                      <a:t>3</a:t>
                    </a:r>
                  </a:p>
                </p:txBody>
              </p:sp>
            </p:grpSp>
            <p:grpSp>
              <p:nvGrpSpPr>
                <p:cNvPr id="1047" name="Group 1046">
                  <a:extLst>
                    <a:ext uri="{FF2B5EF4-FFF2-40B4-BE49-F238E27FC236}">
                      <a16:creationId xmlns:a16="http://schemas.microsoft.com/office/drawing/2014/main" id="{E8811F99-5C91-0C93-FDD5-8FB2F783FCE9}"/>
                    </a:ext>
                  </a:extLst>
                </p:cNvPr>
                <p:cNvGrpSpPr/>
                <p:nvPr/>
              </p:nvGrpSpPr>
              <p:grpSpPr>
                <a:xfrm>
                  <a:off x="644563" y="2629095"/>
                  <a:ext cx="2010780" cy="2018571"/>
                  <a:chOff x="2527882" y="1688053"/>
                  <a:chExt cx="4010433" cy="4254352"/>
                </a:xfrm>
                <a:grpFill/>
              </p:grpSpPr>
              <p:sp>
                <p:nvSpPr>
                  <p:cNvPr id="1048" name="Rectangle 8">
                    <a:extLst>
                      <a:ext uri="{FF2B5EF4-FFF2-40B4-BE49-F238E27FC236}">
                        <a16:creationId xmlns:a16="http://schemas.microsoft.com/office/drawing/2014/main" id="{B9EF5924-FDA3-3F5D-F6F9-D86E69272670}"/>
                      </a:ext>
                    </a:extLst>
                  </p:cNvPr>
                  <p:cNvSpPr/>
                  <p:nvPr/>
                </p:nvSpPr>
                <p:spPr>
                  <a:xfrm>
                    <a:off x="2527882" y="3860800"/>
                    <a:ext cx="2044119" cy="2024231"/>
                  </a:xfrm>
                  <a:custGeom>
                    <a:avLst/>
                    <a:gdLst/>
                    <a:ahLst/>
                    <a:cxnLst/>
                    <a:rect l="l" t="t" r="r" b="b"/>
                    <a:pathLst>
                      <a:path w="2044119" h="2024231">
                        <a:moveTo>
                          <a:pt x="366464" y="0"/>
                        </a:moveTo>
                        <a:lnTo>
                          <a:pt x="556662" y="0"/>
                        </a:lnTo>
                        <a:cubicBezTo>
                          <a:pt x="561251" y="574041"/>
                          <a:pt x="908815" y="1117284"/>
                          <a:pt x="1480062" y="1349474"/>
                        </a:cubicBezTo>
                        <a:cubicBezTo>
                          <a:pt x="1664906" y="1424606"/>
                          <a:pt x="1856123" y="1460241"/>
                          <a:pt x="2044119" y="1459681"/>
                        </a:cubicBezTo>
                        <a:lnTo>
                          <a:pt x="2044119" y="1643731"/>
                        </a:lnTo>
                        <a:cubicBezTo>
                          <a:pt x="1976201" y="1643868"/>
                          <a:pt x="1907852" y="1639074"/>
                          <a:pt x="1839496" y="1629946"/>
                        </a:cubicBezTo>
                        <a:lnTo>
                          <a:pt x="1546504" y="2024231"/>
                        </a:lnTo>
                        <a:lnTo>
                          <a:pt x="955093" y="1783846"/>
                        </a:lnTo>
                        <a:lnTo>
                          <a:pt x="1025507" y="1299093"/>
                        </a:lnTo>
                        <a:cubicBezTo>
                          <a:pt x="905134" y="1209445"/>
                          <a:pt x="799404" y="1105116"/>
                          <a:pt x="713898" y="986746"/>
                        </a:cubicBezTo>
                        <a:lnTo>
                          <a:pt x="719682" y="1004573"/>
                        </a:lnTo>
                        <a:lnTo>
                          <a:pt x="195230" y="1037088"/>
                        </a:lnTo>
                        <a:lnTo>
                          <a:pt x="0" y="435261"/>
                        </a:lnTo>
                        <a:lnTo>
                          <a:pt x="381694" y="2021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049" name="Oval 21">
                    <a:extLst>
                      <a:ext uri="{FF2B5EF4-FFF2-40B4-BE49-F238E27FC236}">
                        <a16:creationId xmlns:a16="http://schemas.microsoft.com/office/drawing/2014/main" id="{7DC71C04-CBEC-6816-8F19-0E3B710DDD13}"/>
                      </a:ext>
                    </a:extLst>
                  </p:cNvPr>
                  <p:cNvSpPr/>
                  <p:nvPr/>
                </p:nvSpPr>
                <p:spPr>
                  <a:xfrm rot="437364">
                    <a:off x="4621553" y="3784736"/>
                    <a:ext cx="1916762" cy="2157669"/>
                  </a:xfrm>
                  <a:custGeom>
                    <a:avLst/>
                    <a:gdLst/>
                    <a:ahLst/>
                    <a:cxnLst/>
                    <a:rect l="l" t="t" r="r" b="b"/>
                    <a:pathLst>
                      <a:path w="1916761" h="2157668">
                        <a:moveTo>
                          <a:pt x="1708415" y="144041"/>
                        </a:moveTo>
                        <a:lnTo>
                          <a:pt x="1725767" y="154715"/>
                        </a:lnTo>
                        <a:lnTo>
                          <a:pt x="1708415" y="150430"/>
                        </a:lnTo>
                        <a:close/>
                        <a:moveTo>
                          <a:pt x="1300025" y="24192"/>
                        </a:moveTo>
                        <a:lnTo>
                          <a:pt x="1489147" y="0"/>
                        </a:lnTo>
                        <a:cubicBezTo>
                          <a:pt x="1500273" y="82796"/>
                          <a:pt x="1504062" y="167059"/>
                          <a:pt x="1500308" y="252054"/>
                        </a:cubicBezTo>
                        <a:lnTo>
                          <a:pt x="1916761" y="480508"/>
                        </a:lnTo>
                        <a:lnTo>
                          <a:pt x="1751401" y="1090339"/>
                        </a:lnTo>
                        <a:lnTo>
                          <a:pt x="1246060" y="1081941"/>
                        </a:lnTo>
                        <a:cubicBezTo>
                          <a:pt x="1182167" y="1187433"/>
                          <a:pt x="1104758" y="1282578"/>
                          <a:pt x="1018020" y="1367515"/>
                        </a:cubicBezTo>
                        <a:lnTo>
                          <a:pt x="1183977" y="1795543"/>
                        </a:lnTo>
                        <a:lnTo>
                          <a:pt x="660625" y="2157668"/>
                        </a:lnTo>
                        <a:lnTo>
                          <a:pt x="452734" y="1979318"/>
                        </a:lnTo>
                        <a:lnTo>
                          <a:pt x="452343" y="1979754"/>
                        </a:lnTo>
                        <a:lnTo>
                          <a:pt x="407306" y="1940346"/>
                        </a:lnTo>
                        <a:lnTo>
                          <a:pt x="263664" y="1817114"/>
                        </a:lnTo>
                        <a:lnTo>
                          <a:pt x="265236" y="1816026"/>
                        </a:lnTo>
                        <a:lnTo>
                          <a:pt x="248277" y="1801186"/>
                        </a:lnTo>
                        <a:cubicBezTo>
                          <a:pt x="175016" y="1821669"/>
                          <a:pt x="99852" y="1836107"/>
                          <a:pt x="23294" y="1843500"/>
                        </a:cubicBezTo>
                        <a:lnTo>
                          <a:pt x="0" y="1661401"/>
                        </a:lnTo>
                        <a:cubicBezTo>
                          <a:pt x="586249" y="1594555"/>
                          <a:pt x="1099236" y="1182477"/>
                          <a:pt x="1261282" y="584868"/>
                        </a:cubicBezTo>
                        <a:cubicBezTo>
                          <a:pt x="1312404" y="396331"/>
                          <a:pt x="1323933" y="206529"/>
                          <a:pt x="1300025" y="241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050" name="Oval 21">
                    <a:extLst>
                      <a:ext uri="{FF2B5EF4-FFF2-40B4-BE49-F238E27FC236}">
                        <a16:creationId xmlns:a16="http://schemas.microsoft.com/office/drawing/2014/main" id="{10753D85-E61E-9DA8-5D1E-21ED37E6D437}"/>
                      </a:ext>
                    </a:extLst>
                  </p:cNvPr>
                  <p:cNvSpPr/>
                  <p:nvPr/>
                </p:nvSpPr>
                <p:spPr>
                  <a:xfrm rot="437364">
                    <a:off x="2587685" y="1787246"/>
                    <a:ext cx="1903947" cy="2166804"/>
                  </a:xfrm>
                  <a:custGeom>
                    <a:avLst/>
                    <a:gdLst/>
                    <a:ahLst/>
                    <a:cxnLst/>
                    <a:rect l="l" t="t" r="r" b="b"/>
                    <a:pathLst>
                      <a:path w="1903947" h="2166804">
                        <a:moveTo>
                          <a:pt x="1248722" y="0"/>
                        </a:moveTo>
                        <a:lnTo>
                          <a:pt x="1627097" y="360618"/>
                        </a:lnTo>
                        <a:lnTo>
                          <a:pt x="1623294" y="362966"/>
                        </a:lnTo>
                        <a:cubicBezTo>
                          <a:pt x="1706758" y="337014"/>
                          <a:pt x="1792834" y="318893"/>
                          <a:pt x="1880669" y="309126"/>
                        </a:cubicBezTo>
                        <a:lnTo>
                          <a:pt x="1903947" y="491102"/>
                        </a:lnTo>
                        <a:cubicBezTo>
                          <a:pt x="1322097" y="562522"/>
                          <a:pt x="814151" y="973268"/>
                          <a:pt x="653054" y="1567381"/>
                        </a:cubicBezTo>
                        <a:cubicBezTo>
                          <a:pt x="600572" y="1760932"/>
                          <a:pt x="589817" y="1955818"/>
                          <a:pt x="615630" y="2142672"/>
                        </a:cubicBezTo>
                        <a:lnTo>
                          <a:pt x="426969" y="2166804"/>
                        </a:lnTo>
                        <a:cubicBezTo>
                          <a:pt x="416234" y="2094458"/>
                          <a:pt x="410995" y="2020927"/>
                          <a:pt x="410980" y="1946726"/>
                        </a:cubicBezTo>
                        <a:lnTo>
                          <a:pt x="0" y="1721274"/>
                        </a:lnTo>
                        <a:lnTo>
                          <a:pt x="165358" y="1111442"/>
                        </a:lnTo>
                        <a:lnTo>
                          <a:pt x="636319" y="1119271"/>
                        </a:lnTo>
                        <a:cubicBezTo>
                          <a:pt x="700213" y="1007851"/>
                          <a:pt x="777366" y="906262"/>
                          <a:pt x="864645" y="815331"/>
                        </a:cubicBezTo>
                        <a:lnTo>
                          <a:pt x="706904" y="33456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051" name="Rectangle 15">
                    <a:extLst>
                      <a:ext uri="{FF2B5EF4-FFF2-40B4-BE49-F238E27FC236}">
                        <a16:creationId xmlns:a16="http://schemas.microsoft.com/office/drawing/2014/main" id="{392763F1-DFF3-9D82-923C-63A239F09788}"/>
                      </a:ext>
                    </a:extLst>
                  </p:cNvPr>
                  <p:cNvSpPr/>
                  <p:nvPr/>
                </p:nvSpPr>
                <p:spPr>
                  <a:xfrm>
                    <a:off x="4405312" y="1688053"/>
                    <a:ext cx="2040813" cy="2068155"/>
                  </a:xfrm>
                  <a:custGeom>
                    <a:avLst/>
                    <a:gdLst/>
                    <a:ahLst/>
                    <a:cxnLst/>
                    <a:rect l="l" t="t" r="r" b="b"/>
                    <a:pathLst>
                      <a:path w="2040813" h="2068155">
                        <a:moveTo>
                          <a:pt x="520053" y="0"/>
                        </a:moveTo>
                        <a:lnTo>
                          <a:pt x="1111462" y="240384"/>
                        </a:lnTo>
                        <a:lnTo>
                          <a:pt x="1036786" y="754460"/>
                        </a:lnTo>
                        <a:lnTo>
                          <a:pt x="1021317" y="748171"/>
                        </a:lnTo>
                        <a:cubicBezTo>
                          <a:pt x="1142506" y="837417"/>
                          <a:pt x="1249045" y="941474"/>
                          <a:pt x="1335290" y="1059739"/>
                        </a:cubicBezTo>
                        <a:lnTo>
                          <a:pt x="1814020" y="1005063"/>
                        </a:lnTo>
                        <a:lnTo>
                          <a:pt x="2040813" y="1596059"/>
                        </a:lnTo>
                        <a:lnTo>
                          <a:pt x="1672411" y="1848385"/>
                        </a:lnTo>
                        <a:cubicBezTo>
                          <a:pt x="1682906" y="1920885"/>
                          <a:pt x="1688379" y="1994315"/>
                          <a:pt x="1687912" y="2068155"/>
                        </a:cubicBezTo>
                        <a:lnTo>
                          <a:pt x="1497249" y="2068155"/>
                        </a:lnTo>
                        <a:cubicBezTo>
                          <a:pt x="1499106" y="1488724"/>
                          <a:pt x="1150503" y="938186"/>
                          <a:pt x="574393" y="704018"/>
                        </a:cubicBezTo>
                        <a:cubicBezTo>
                          <a:pt x="467666" y="660637"/>
                          <a:pt x="358815" y="630425"/>
                          <a:pt x="249685" y="612618"/>
                        </a:cubicBezTo>
                        <a:cubicBezTo>
                          <a:pt x="213308" y="606683"/>
                          <a:pt x="176901" y="602126"/>
                          <a:pt x="140531" y="598919"/>
                        </a:cubicBezTo>
                        <a:cubicBezTo>
                          <a:pt x="93574" y="594779"/>
                          <a:pt x="46680" y="592889"/>
                          <a:pt x="0" y="593905"/>
                        </a:cubicBezTo>
                        <a:lnTo>
                          <a:pt x="0" y="409496"/>
                        </a:lnTo>
                        <a:cubicBezTo>
                          <a:pt x="74584" y="408781"/>
                          <a:pt x="149703" y="413983"/>
                          <a:pt x="224810" y="424420"/>
                        </a:cubicBezTo>
                        <a:lnTo>
                          <a:pt x="209339" y="41813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grpSp>
        </p:grpSp>
        <p:sp>
          <p:nvSpPr>
            <p:cNvPr id="1029" name="Freeform 5">
              <a:extLst>
                <a:ext uri="{FF2B5EF4-FFF2-40B4-BE49-F238E27FC236}">
                  <a16:creationId xmlns:a16="http://schemas.microsoft.com/office/drawing/2014/main" id="{4893533B-788B-C92F-BE15-1FECCC2C8B46}"/>
                </a:ext>
              </a:extLst>
            </p:cNvPr>
            <p:cNvSpPr/>
            <p:nvPr/>
          </p:nvSpPr>
          <p:spPr>
            <a:xfrm>
              <a:off x="5513451" y="4529004"/>
              <a:ext cx="1684799" cy="372762"/>
            </a:xfrm>
            <a:custGeom>
              <a:avLst/>
              <a:gdLst/>
              <a:ahLst/>
              <a:cxnLst/>
              <a:rect l="l" t="t" r="r" b="b"/>
              <a:pathLst>
                <a:path w="2527199" h="559143">
                  <a:moveTo>
                    <a:pt x="0" y="0"/>
                  </a:moveTo>
                  <a:lnTo>
                    <a:pt x="2527199" y="0"/>
                  </a:lnTo>
                  <a:lnTo>
                    <a:pt x="2527199" y="559142"/>
                  </a:lnTo>
                  <a:lnTo>
                    <a:pt x="0" y="559142"/>
                  </a:lnTo>
                  <a:lnTo>
                    <a:pt x="0" y="0"/>
                  </a:lnTo>
                  <a:close/>
                </a:path>
              </a:pathLst>
            </a:custGeom>
            <a:blipFill>
              <a:blip r:embed="rId3">
                <a:alphaModFix amt="68000"/>
              </a:blip>
              <a:stretch>
                <a:fillRect/>
              </a:stretch>
            </a:blipFill>
          </p:spPr>
        </p:sp>
      </p:grpSp>
      <p:pic>
        <p:nvPicPr>
          <p:cNvPr id="1067" name="Picture 1066" descr="A cartoon character carrying a toolbox and a wrench&#10;&#10;Description automatically generated with low confidence">
            <a:extLst>
              <a:ext uri="{FF2B5EF4-FFF2-40B4-BE49-F238E27FC236}">
                <a16:creationId xmlns:a16="http://schemas.microsoft.com/office/drawing/2014/main" id="{3E3764DC-4336-CEAD-AAC7-8881071935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1472" y="5199365"/>
            <a:ext cx="1580807" cy="1540193"/>
          </a:xfrm>
          <a:prstGeom prst="rect">
            <a:avLst/>
          </a:prstGeom>
        </p:spPr>
      </p:pic>
      <p:grpSp>
        <p:nvGrpSpPr>
          <p:cNvPr id="10" name="Group 9">
            <a:extLst>
              <a:ext uri="{FF2B5EF4-FFF2-40B4-BE49-F238E27FC236}">
                <a16:creationId xmlns:a16="http://schemas.microsoft.com/office/drawing/2014/main" id="{F4F58BE6-AEF0-F304-1559-73E871202EE2}"/>
              </a:ext>
            </a:extLst>
          </p:cNvPr>
          <p:cNvGrpSpPr/>
          <p:nvPr/>
        </p:nvGrpSpPr>
        <p:grpSpPr>
          <a:xfrm>
            <a:off x="10114574" y="2625978"/>
            <a:ext cx="1188000" cy="1187100"/>
            <a:chOff x="3354429" y="3172449"/>
            <a:chExt cx="1188000" cy="1187100"/>
          </a:xfrm>
        </p:grpSpPr>
        <p:sp>
          <p:nvSpPr>
            <p:cNvPr id="17" name="TextBox 27">
              <a:extLst>
                <a:ext uri="{FF2B5EF4-FFF2-40B4-BE49-F238E27FC236}">
                  <a16:creationId xmlns:a16="http://schemas.microsoft.com/office/drawing/2014/main" id="{4E709330-3A0B-4DB1-56BA-62596774F032}"/>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18" name="Group 17">
              <a:extLst>
                <a:ext uri="{FF2B5EF4-FFF2-40B4-BE49-F238E27FC236}">
                  <a16:creationId xmlns:a16="http://schemas.microsoft.com/office/drawing/2014/main" id="{D100F8AF-E96F-B1F9-A639-C7A0D9163843}"/>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9" name="Google Shape;65;p15">
                <a:extLst>
                  <a:ext uri="{FF2B5EF4-FFF2-40B4-BE49-F238E27FC236}">
                    <a16:creationId xmlns:a16="http://schemas.microsoft.com/office/drawing/2014/main" id="{411DB957-630C-45AD-F24B-AA72A8D1E6B1}"/>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6;p15">
                <a:extLst>
                  <a:ext uri="{FF2B5EF4-FFF2-40B4-BE49-F238E27FC236}">
                    <a16:creationId xmlns:a16="http://schemas.microsoft.com/office/drawing/2014/main" id="{28B62462-1213-C8BD-A964-9C62F0E9F4DE}"/>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2" name="TextBox 37">
            <a:extLst>
              <a:ext uri="{FF2B5EF4-FFF2-40B4-BE49-F238E27FC236}">
                <a16:creationId xmlns:a16="http://schemas.microsoft.com/office/drawing/2014/main" id="{5D09CCFD-29E9-84FD-3FFE-7FAF97FE3B87}"/>
              </a:ext>
            </a:extLst>
          </p:cNvPr>
          <p:cNvSpPr txBox="1"/>
          <p:nvPr/>
        </p:nvSpPr>
        <p:spPr>
          <a:xfrm>
            <a:off x="9757909" y="3991110"/>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grpSp>
        <p:nvGrpSpPr>
          <p:cNvPr id="31" name="Group 30">
            <a:extLst>
              <a:ext uri="{FF2B5EF4-FFF2-40B4-BE49-F238E27FC236}">
                <a16:creationId xmlns:a16="http://schemas.microsoft.com/office/drawing/2014/main" id="{F61C5680-D2FF-F05C-EF69-4DF419DD7A83}"/>
              </a:ext>
            </a:extLst>
          </p:cNvPr>
          <p:cNvGrpSpPr/>
          <p:nvPr/>
        </p:nvGrpSpPr>
        <p:grpSpPr>
          <a:xfrm>
            <a:off x="11724627" y="6292069"/>
            <a:ext cx="467373" cy="576000"/>
            <a:chOff x="11602707" y="6123456"/>
            <a:chExt cx="589294" cy="734544"/>
          </a:xfrm>
        </p:grpSpPr>
        <p:sp>
          <p:nvSpPr>
            <p:cNvPr id="32" name="Freeform: Shape 31">
              <a:extLst>
                <a:ext uri="{FF2B5EF4-FFF2-40B4-BE49-F238E27FC236}">
                  <a16:creationId xmlns:a16="http://schemas.microsoft.com/office/drawing/2014/main" id="{F85BF927-E323-BF97-DDCE-959B219CAECA}"/>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3" name="Group 32">
              <a:extLst>
                <a:ext uri="{FF2B5EF4-FFF2-40B4-BE49-F238E27FC236}">
                  <a16:creationId xmlns:a16="http://schemas.microsoft.com/office/drawing/2014/main" id="{8318CB77-E75E-A8F5-C772-CE5514D20D93}"/>
                </a:ext>
              </a:extLst>
            </p:cNvPr>
            <p:cNvGrpSpPr/>
            <p:nvPr/>
          </p:nvGrpSpPr>
          <p:grpSpPr>
            <a:xfrm>
              <a:off x="11746312" y="6279077"/>
              <a:ext cx="445689" cy="578923"/>
              <a:chOff x="11746312" y="6279077"/>
              <a:chExt cx="445689" cy="578923"/>
            </a:xfrm>
          </p:grpSpPr>
          <p:sp>
            <p:nvSpPr>
              <p:cNvPr id="34" name="Freeform: Shape 33">
                <a:extLst>
                  <a:ext uri="{FF2B5EF4-FFF2-40B4-BE49-F238E27FC236}">
                    <a16:creationId xmlns:a16="http://schemas.microsoft.com/office/drawing/2014/main" id="{23941493-8E70-469A-005C-5070527F51DB}"/>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5" name="Slide Number Placeholder 1">
                <a:extLst>
                  <a:ext uri="{FF2B5EF4-FFF2-40B4-BE49-F238E27FC236}">
                    <a16:creationId xmlns:a16="http://schemas.microsoft.com/office/drawing/2014/main" id="{F52ABBE9-F9AA-9718-1E46-F2EFE6493329}"/>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grpSp>
        <p:nvGrpSpPr>
          <p:cNvPr id="115" name="Group 9">
            <a:extLst>
              <a:ext uri="{FF2B5EF4-FFF2-40B4-BE49-F238E27FC236}">
                <a16:creationId xmlns:a16="http://schemas.microsoft.com/office/drawing/2014/main" id="{248691C8-0DDE-4D78-BA7E-5FC3232ADF2B}"/>
              </a:ext>
            </a:extLst>
          </p:cNvPr>
          <p:cNvGrpSpPr/>
          <p:nvPr/>
        </p:nvGrpSpPr>
        <p:grpSpPr>
          <a:xfrm>
            <a:off x="10076045" y="-2290286"/>
            <a:ext cx="1188000" cy="1187100"/>
            <a:chOff x="3354429" y="3172449"/>
            <a:chExt cx="1188000" cy="1187100"/>
          </a:xfrm>
        </p:grpSpPr>
        <p:sp>
          <p:nvSpPr>
            <p:cNvPr id="116" name="TextBox 27">
              <a:extLst>
                <a:ext uri="{FF2B5EF4-FFF2-40B4-BE49-F238E27FC236}">
                  <a16:creationId xmlns:a16="http://schemas.microsoft.com/office/drawing/2014/main" id="{B778E693-B308-4BAC-9D40-EB1681585E98}"/>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6</a:t>
              </a:r>
            </a:p>
          </p:txBody>
        </p:sp>
        <p:grpSp>
          <p:nvGrpSpPr>
            <p:cNvPr id="117" name="Group 17">
              <a:extLst>
                <a:ext uri="{FF2B5EF4-FFF2-40B4-BE49-F238E27FC236}">
                  <a16:creationId xmlns:a16="http://schemas.microsoft.com/office/drawing/2014/main" id="{564E898E-C5A8-470F-9BC6-96C370D757FE}"/>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18" name="Google Shape;65;p15">
                <a:extLst>
                  <a:ext uri="{FF2B5EF4-FFF2-40B4-BE49-F238E27FC236}">
                    <a16:creationId xmlns:a16="http://schemas.microsoft.com/office/drawing/2014/main" id="{B1B52D6B-39D1-4336-82EC-431C1265415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66;p15">
                <a:extLst>
                  <a:ext uri="{FF2B5EF4-FFF2-40B4-BE49-F238E27FC236}">
                    <a16:creationId xmlns:a16="http://schemas.microsoft.com/office/drawing/2014/main" id="{B594F36F-4B99-4888-BAE9-D1D65A8E6AC0}"/>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21" name="ZoneTexte 120">
            <a:extLst>
              <a:ext uri="{FF2B5EF4-FFF2-40B4-BE49-F238E27FC236}">
                <a16:creationId xmlns:a16="http://schemas.microsoft.com/office/drawing/2014/main" id="{C7537DE7-F331-4813-95B7-1A149831B01F}"/>
              </a:ext>
            </a:extLst>
          </p:cNvPr>
          <p:cNvSpPr txBox="1"/>
          <p:nvPr/>
        </p:nvSpPr>
        <p:spPr>
          <a:xfrm>
            <a:off x="8086262" y="-998465"/>
            <a:ext cx="6115050" cy="415755"/>
          </a:xfrm>
          <a:prstGeom prst="rect">
            <a:avLst/>
          </a:prstGeom>
          <a:noFill/>
        </p:spPr>
        <p:txBody>
          <a:bodyPr wrap="square">
            <a:spAutoFit/>
          </a:bodyPr>
          <a:lstStyle/>
          <a:p>
            <a:pPr algn="ctr">
              <a:lnSpc>
                <a:spcPts val="2800"/>
              </a:lnSpc>
            </a:pPr>
            <a:r>
              <a:rPr lang="en-US" sz="1800" b="1" dirty="0">
                <a:solidFill>
                  <a:srgbClr val="003076"/>
                </a:solidFill>
                <a:latin typeface="Times New Roman" panose="02020603050405020304" pitchFamily="18" charset="0"/>
                <a:cs typeface="Times New Roman" panose="02020603050405020304" pitchFamily="18" charset="0"/>
              </a:rPr>
              <a:t>Outils de développement</a:t>
            </a:r>
          </a:p>
        </p:txBody>
      </p:sp>
      <p:sp>
        <p:nvSpPr>
          <p:cNvPr id="61" name="TextBox 28">
            <a:extLst>
              <a:ext uri="{FF2B5EF4-FFF2-40B4-BE49-F238E27FC236}">
                <a16:creationId xmlns:a16="http://schemas.microsoft.com/office/drawing/2014/main" id="{65140D63-495A-4A4C-8E4C-C35FFEA8DFB8}"/>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62" name="Group 1105">
            <a:extLst>
              <a:ext uri="{FF2B5EF4-FFF2-40B4-BE49-F238E27FC236}">
                <a16:creationId xmlns:a16="http://schemas.microsoft.com/office/drawing/2014/main" id="{37D75CB6-4F0A-4A48-9CBF-26BB6C6B6AB0}"/>
              </a:ext>
            </a:extLst>
          </p:cNvPr>
          <p:cNvGrpSpPr/>
          <p:nvPr/>
        </p:nvGrpSpPr>
        <p:grpSpPr>
          <a:xfrm>
            <a:off x="1091210" y="2538076"/>
            <a:ext cx="1188000" cy="1187100"/>
            <a:chOff x="993058" y="3339400"/>
            <a:chExt cx="1188000" cy="1187100"/>
          </a:xfrm>
        </p:grpSpPr>
        <p:grpSp>
          <p:nvGrpSpPr>
            <p:cNvPr id="63" name="Group 1106">
              <a:extLst>
                <a:ext uri="{FF2B5EF4-FFF2-40B4-BE49-F238E27FC236}">
                  <a16:creationId xmlns:a16="http://schemas.microsoft.com/office/drawing/2014/main" id="{95335760-10EB-48CF-854A-D570B9F1CF79}"/>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65" name="Google Shape;65;p15">
                <a:extLst>
                  <a:ext uri="{FF2B5EF4-FFF2-40B4-BE49-F238E27FC236}">
                    <a16:creationId xmlns:a16="http://schemas.microsoft.com/office/drawing/2014/main" id="{16AB6FE6-F025-421E-8D1A-3E978A4685CD}"/>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a:extLst>
                  <a:ext uri="{FF2B5EF4-FFF2-40B4-BE49-F238E27FC236}">
                    <a16:creationId xmlns:a16="http://schemas.microsoft.com/office/drawing/2014/main" id="{7DD2F11F-CB04-40B9-B1B7-9FA5825BA7E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4" name="TextBox 27">
              <a:extLst>
                <a:ext uri="{FF2B5EF4-FFF2-40B4-BE49-F238E27FC236}">
                  <a16:creationId xmlns:a16="http://schemas.microsoft.com/office/drawing/2014/main" id="{79980A46-4523-4DAC-A43A-4BDBD6E9D2C6}"/>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67" name="TextBox 28">
            <a:extLst>
              <a:ext uri="{FF2B5EF4-FFF2-40B4-BE49-F238E27FC236}">
                <a16:creationId xmlns:a16="http://schemas.microsoft.com/office/drawing/2014/main" id="{B9D060FA-280B-4A0C-B85D-CDFA7770B7D5}"/>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68" name="Group 1086">
            <a:extLst>
              <a:ext uri="{FF2B5EF4-FFF2-40B4-BE49-F238E27FC236}">
                <a16:creationId xmlns:a16="http://schemas.microsoft.com/office/drawing/2014/main" id="{B82105B7-6AC4-4A45-B8EB-30A8C20F62F3}"/>
              </a:ext>
            </a:extLst>
          </p:cNvPr>
          <p:cNvGrpSpPr/>
          <p:nvPr/>
        </p:nvGrpSpPr>
        <p:grpSpPr>
          <a:xfrm>
            <a:off x="3342000" y="3255165"/>
            <a:ext cx="1188000" cy="1026608"/>
            <a:chOff x="3354429" y="3172449"/>
            <a:chExt cx="1188000" cy="1187100"/>
          </a:xfrm>
        </p:grpSpPr>
        <p:sp>
          <p:nvSpPr>
            <p:cNvPr id="69" name="TextBox 27">
              <a:extLst>
                <a:ext uri="{FF2B5EF4-FFF2-40B4-BE49-F238E27FC236}">
                  <a16:creationId xmlns:a16="http://schemas.microsoft.com/office/drawing/2014/main" id="{AE70F97A-91A4-408E-AB14-B11C3B701FC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70" name="Group 1088">
              <a:extLst>
                <a:ext uri="{FF2B5EF4-FFF2-40B4-BE49-F238E27FC236}">
                  <a16:creationId xmlns:a16="http://schemas.microsoft.com/office/drawing/2014/main" id="{88BC9EA5-86E9-4F0B-85C3-E8A8C4069510}"/>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1" name="Google Shape;65;p15">
                <a:extLst>
                  <a:ext uri="{FF2B5EF4-FFF2-40B4-BE49-F238E27FC236}">
                    <a16:creationId xmlns:a16="http://schemas.microsoft.com/office/drawing/2014/main" id="{E64F60E4-685B-4C50-B771-223501999204}"/>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6;p15">
                <a:extLst>
                  <a:ext uri="{FF2B5EF4-FFF2-40B4-BE49-F238E27FC236}">
                    <a16:creationId xmlns:a16="http://schemas.microsoft.com/office/drawing/2014/main" id="{C71ADD2D-A256-4D62-9BF1-6CAF9EC8F7D4}"/>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3" name="Group 10">
            <a:extLst>
              <a:ext uri="{FF2B5EF4-FFF2-40B4-BE49-F238E27FC236}">
                <a16:creationId xmlns:a16="http://schemas.microsoft.com/office/drawing/2014/main" id="{60CC6EC0-1C08-4170-A97F-27FC88440CAD}"/>
              </a:ext>
            </a:extLst>
          </p:cNvPr>
          <p:cNvGrpSpPr/>
          <p:nvPr/>
        </p:nvGrpSpPr>
        <p:grpSpPr>
          <a:xfrm>
            <a:off x="5538771" y="2582685"/>
            <a:ext cx="1188000" cy="1187100"/>
            <a:chOff x="3354429" y="3172449"/>
            <a:chExt cx="1188000" cy="1187100"/>
          </a:xfrm>
        </p:grpSpPr>
        <p:sp>
          <p:nvSpPr>
            <p:cNvPr id="74" name="TextBox 27">
              <a:extLst>
                <a:ext uri="{FF2B5EF4-FFF2-40B4-BE49-F238E27FC236}">
                  <a16:creationId xmlns:a16="http://schemas.microsoft.com/office/drawing/2014/main" id="{0958A885-B008-454B-A16E-97132D5078F4}"/>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75" name="Group 12">
              <a:extLst>
                <a:ext uri="{FF2B5EF4-FFF2-40B4-BE49-F238E27FC236}">
                  <a16:creationId xmlns:a16="http://schemas.microsoft.com/office/drawing/2014/main" id="{92DD400E-1D53-479D-B195-D433A4683D47}"/>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6" name="Google Shape;65;p15">
                <a:extLst>
                  <a:ext uri="{FF2B5EF4-FFF2-40B4-BE49-F238E27FC236}">
                    <a16:creationId xmlns:a16="http://schemas.microsoft.com/office/drawing/2014/main" id="{EEECB8BD-030A-48E5-83A3-2D972D7D64D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6;p15">
                <a:extLst>
                  <a:ext uri="{FF2B5EF4-FFF2-40B4-BE49-F238E27FC236}">
                    <a16:creationId xmlns:a16="http://schemas.microsoft.com/office/drawing/2014/main" id="{593E584D-03BD-4788-8BC9-82A42614BBD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78" name="TextBox 28">
            <a:extLst>
              <a:ext uri="{FF2B5EF4-FFF2-40B4-BE49-F238E27FC236}">
                <a16:creationId xmlns:a16="http://schemas.microsoft.com/office/drawing/2014/main" id="{7798DB81-41A5-48D7-8E7E-75E1E288CA39}"/>
              </a:ext>
            </a:extLst>
          </p:cNvPr>
          <p:cNvSpPr txBox="1"/>
          <p:nvPr/>
        </p:nvSpPr>
        <p:spPr>
          <a:xfrm>
            <a:off x="5136062" y="3851015"/>
            <a:ext cx="2562207" cy="682495"/>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Processus</a:t>
            </a:r>
            <a:r>
              <a:rPr lang="fr-FR" sz="2000" dirty="0">
                <a:latin typeface="Times New Roman" panose="02020603050405020304" pitchFamily="18" charset="0"/>
                <a:cs typeface="Times New Roman" panose="02020603050405020304" pitchFamily="18" charset="0"/>
              </a:rPr>
              <a:t> </a:t>
            </a:r>
            <a:r>
              <a:rPr lang="fr-FR" sz="2000" b="1" dirty="0">
                <a:solidFill>
                  <a:srgbClr val="003076"/>
                </a:solidFill>
                <a:latin typeface="Times New Roman" panose="02020603050405020304" pitchFamily="18" charset="0"/>
                <a:cs typeface="Times New Roman" panose="02020603050405020304" pitchFamily="18" charset="0"/>
              </a:rPr>
              <a:t>métier </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actuels</a:t>
            </a:r>
            <a:endParaRPr lang="en-US" sz="2000" b="1" dirty="0">
              <a:solidFill>
                <a:srgbClr val="003076"/>
              </a:solidFill>
              <a:latin typeface="Times New Roman" panose="02020603050405020304" pitchFamily="18" charset="0"/>
              <a:cs typeface="Times New Roman" panose="02020603050405020304" pitchFamily="18" charset="0"/>
            </a:endParaRPr>
          </a:p>
        </p:txBody>
      </p:sp>
      <p:grpSp>
        <p:nvGrpSpPr>
          <p:cNvPr id="85" name="Group 2">
            <a:extLst>
              <a:ext uri="{FF2B5EF4-FFF2-40B4-BE49-F238E27FC236}">
                <a16:creationId xmlns:a16="http://schemas.microsoft.com/office/drawing/2014/main" id="{CB151858-6FD9-49F3-B80C-903CD925558D}"/>
              </a:ext>
            </a:extLst>
          </p:cNvPr>
          <p:cNvGrpSpPr/>
          <p:nvPr/>
        </p:nvGrpSpPr>
        <p:grpSpPr>
          <a:xfrm>
            <a:off x="7865469" y="3223249"/>
            <a:ext cx="1188000" cy="1187100"/>
            <a:chOff x="3354429" y="3172449"/>
            <a:chExt cx="1188000" cy="1187100"/>
          </a:xfrm>
        </p:grpSpPr>
        <p:sp>
          <p:nvSpPr>
            <p:cNvPr id="86" name="TextBox 27">
              <a:extLst>
                <a:ext uri="{FF2B5EF4-FFF2-40B4-BE49-F238E27FC236}">
                  <a16:creationId xmlns:a16="http://schemas.microsoft.com/office/drawing/2014/main" id="{154A4AB1-F3FC-4316-9B0B-08E4E7D954F2}"/>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87" name="Group 6">
              <a:extLst>
                <a:ext uri="{FF2B5EF4-FFF2-40B4-BE49-F238E27FC236}">
                  <a16:creationId xmlns:a16="http://schemas.microsoft.com/office/drawing/2014/main" id="{B1030FBD-B414-4354-A1DC-308DF01AF04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8" name="Google Shape;65;p15">
                <a:extLst>
                  <a:ext uri="{FF2B5EF4-FFF2-40B4-BE49-F238E27FC236}">
                    <a16:creationId xmlns:a16="http://schemas.microsoft.com/office/drawing/2014/main" id="{8258EA7B-28E8-4AE1-8DB8-0EC7D5E70CA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66;p15">
                <a:extLst>
                  <a:ext uri="{FF2B5EF4-FFF2-40B4-BE49-F238E27FC236}">
                    <a16:creationId xmlns:a16="http://schemas.microsoft.com/office/drawing/2014/main" id="{14A633CC-286E-413E-AF03-9D307612A15E}"/>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0" name="TextBox 34">
            <a:extLst>
              <a:ext uri="{FF2B5EF4-FFF2-40B4-BE49-F238E27FC236}">
                <a16:creationId xmlns:a16="http://schemas.microsoft.com/office/drawing/2014/main" id="{312B5AE6-21C6-4749-AD7B-473A503BAC08}"/>
              </a:ext>
            </a:extLst>
          </p:cNvPr>
          <p:cNvSpPr txBox="1"/>
          <p:nvPr/>
        </p:nvSpPr>
        <p:spPr>
          <a:xfrm>
            <a:off x="6726771" y="4495461"/>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spTree>
    <p:extLst>
      <p:ext uri="{BB962C8B-B14F-4D97-AF65-F5344CB8AC3E}">
        <p14:creationId xmlns:p14="http://schemas.microsoft.com/office/powerpoint/2010/main" val="1211713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4">
            <a:extLst>
              <a:ext uri="{FF2B5EF4-FFF2-40B4-BE49-F238E27FC236}">
                <a16:creationId xmlns:a16="http://schemas.microsoft.com/office/drawing/2014/main" id="{FD8FA158-717E-4BD6-8192-0E2844F85B44}"/>
              </a:ext>
            </a:extLst>
          </p:cNvPr>
          <p:cNvGrpSpPr/>
          <p:nvPr/>
        </p:nvGrpSpPr>
        <p:grpSpPr>
          <a:xfrm>
            <a:off x="3936000" y="0"/>
            <a:ext cx="4320000" cy="2101651"/>
            <a:chOff x="3936000" y="-1"/>
            <a:chExt cx="4320000" cy="2101651"/>
          </a:xfrm>
        </p:grpSpPr>
        <p:sp>
          <p:nvSpPr>
            <p:cNvPr id="4" name="Freeform: Shape 4">
              <a:extLst>
                <a:ext uri="{FF2B5EF4-FFF2-40B4-BE49-F238E27FC236}">
                  <a16:creationId xmlns:a16="http://schemas.microsoft.com/office/drawing/2014/main" id="{304C9539-5F98-4EB3-8F88-C369AF03B53E}"/>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 name="TextBox 23">
              <a:extLst>
                <a:ext uri="{FF2B5EF4-FFF2-40B4-BE49-F238E27FC236}">
                  <a16:creationId xmlns:a16="http://schemas.microsoft.com/office/drawing/2014/main" id="{BCFC5110-A867-48D5-AE3B-CF685FF423C7}"/>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sp>
        <p:nvSpPr>
          <p:cNvPr id="43" name="ZoneTexte 42">
            <a:extLst>
              <a:ext uri="{FF2B5EF4-FFF2-40B4-BE49-F238E27FC236}">
                <a16:creationId xmlns:a16="http://schemas.microsoft.com/office/drawing/2014/main" id="{3F779068-3C00-45C2-8BF4-3C45A5FFD356}"/>
              </a:ext>
            </a:extLst>
          </p:cNvPr>
          <p:cNvSpPr txBox="1"/>
          <p:nvPr/>
        </p:nvSpPr>
        <p:spPr>
          <a:xfrm>
            <a:off x="-876575" y="6049180"/>
            <a:ext cx="6093618" cy="415755"/>
          </a:xfrm>
          <a:prstGeom prst="rect">
            <a:avLst/>
          </a:prstGeom>
          <a:noFill/>
        </p:spPr>
        <p:txBody>
          <a:bodyPr wrap="square">
            <a:spAutoFit/>
          </a:bodyPr>
          <a:lstStyle/>
          <a:p>
            <a:pPr algn="ctr">
              <a:lnSpc>
                <a:spcPts val="2800"/>
              </a:lnSpc>
            </a:pPr>
            <a:r>
              <a:rPr lang="fr-FR" sz="1800" b="1" dirty="0">
                <a:solidFill>
                  <a:srgbClr val="003076"/>
                </a:solidFill>
                <a:latin typeface="Times New Roman" panose="02020603050405020304" pitchFamily="18" charset="0"/>
                <a:cs typeface="Times New Roman" panose="02020603050405020304" pitchFamily="18" charset="0"/>
              </a:rPr>
              <a:t>Outils de développement</a:t>
            </a:r>
          </a:p>
        </p:txBody>
      </p:sp>
      <p:grpSp>
        <p:nvGrpSpPr>
          <p:cNvPr id="46" name="Group 9">
            <a:extLst>
              <a:ext uri="{FF2B5EF4-FFF2-40B4-BE49-F238E27FC236}">
                <a16:creationId xmlns:a16="http://schemas.microsoft.com/office/drawing/2014/main" id="{A013096A-B45D-4E4A-86C1-A691F0608488}"/>
              </a:ext>
            </a:extLst>
          </p:cNvPr>
          <p:cNvGrpSpPr/>
          <p:nvPr/>
        </p:nvGrpSpPr>
        <p:grpSpPr>
          <a:xfrm>
            <a:off x="1499773" y="4866681"/>
            <a:ext cx="1188000" cy="1187100"/>
            <a:chOff x="3354429" y="3172449"/>
            <a:chExt cx="1188000" cy="1187100"/>
          </a:xfrm>
        </p:grpSpPr>
        <p:sp>
          <p:nvSpPr>
            <p:cNvPr id="47" name="TextBox 27">
              <a:extLst>
                <a:ext uri="{FF2B5EF4-FFF2-40B4-BE49-F238E27FC236}">
                  <a16:creationId xmlns:a16="http://schemas.microsoft.com/office/drawing/2014/main" id="{EE36A4B3-2CC4-49ED-AD7C-D4F3808DB1AA}"/>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6</a:t>
              </a:r>
            </a:p>
          </p:txBody>
        </p:sp>
        <p:grpSp>
          <p:nvGrpSpPr>
            <p:cNvPr id="48" name="Group 17">
              <a:extLst>
                <a:ext uri="{FF2B5EF4-FFF2-40B4-BE49-F238E27FC236}">
                  <a16:creationId xmlns:a16="http://schemas.microsoft.com/office/drawing/2014/main" id="{8F589DD3-AE1C-459F-9475-76CF73879D7F}"/>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49" name="Google Shape;65;p15">
                <a:extLst>
                  <a:ext uri="{FF2B5EF4-FFF2-40B4-BE49-F238E27FC236}">
                    <a16:creationId xmlns:a16="http://schemas.microsoft.com/office/drawing/2014/main" id="{928389B5-0315-4A0C-AB64-650A56650F9E}"/>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6;p15">
                <a:extLst>
                  <a:ext uri="{FF2B5EF4-FFF2-40B4-BE49-F238E27FC236}">
                    <a16:creationId xmlns:a16="http://schemas.microsoft.com/office/drawing/2014/main" id="{F1F730C4-373C-4DFE-8301-681F7F1EE497}"/>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5" name="Group 1061">
            <a:extLst>
              <a:ext uri="{FF2B5EF4-FFF2-40B4-BE49-F238E27FC236}">
                <a16:creationId xmlns:a16="http://schemas.microsoft.com/office/drawing/2014/main" id="{D2D708D1-B1C0-4CC7-9836-7C40382B6624}"/>
              </a:ext>
            </a:extLst>
          </p:cNvPr>
          <p:cNvGrpSpPr/>
          <p:nvPr/>
        </p:nvGrpSpPr>
        <p:grpSpPr>
          <a:xfrm>
            <a:off x="9996034" y="-2229207"/>
            <a:ext cx="1188000" cy="1187100"/>
            <a:chOff x="3354429" y="3172449"/>
            <a:chExt cx="1188000" cy="1187100"/>
          </a:xfrm>
        </p:grpSpPr>
        <p:sp>
          <p:nvSpPr>
            <p:cNvPr id="56" name="TextBox 27">
              <a:extLst>
                <a:ext uri="{FF2B5EF4-FFF2-40B4-BE49-F238E27FC236}">
                  <a16:creationId xmlns:a16="http://schemas.microsoft.com/office/drawing/2014/main" id="{7E7E0071-4A01-477E-8025-EBD4B2A2F6A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7</a:t>
              </a:r>
            </a:p>
          </p:txBody>
        </p:sp>
        <p:grpSp>
          <p:nvGrpSpPr>
            <p:cNvPr id="57" name="Group 1063">
              <a:extLst>
                <a:ext uri="{FF2B5EF4-FFF2-40B4-BE49-F238E27FC236}">
                  <a16:creationId xmlns:a16="http://schemas.microsoft.com/office/drawing/2014/main" id="{DB15D838-B713-4278-B98C-A7BB924E7F1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58" name="Google Shape;65;p15">
                <a:extLst>
                  <a:ext uri="{FF2B5EF4-FFF2-40B4-BE49-F238E27FC236}">
                    <a16:creationId xmlns:a16="http://schemas.microsoft.com/office/drawing/2014/main" id="{36FA4B72-A623-4B05-BA9F-30EC0F755D0B}"/>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6;p15">
                <a:extLst>
                  <a:ext uri="{FF2B5EF4-FFF2-40B4-BE49-F238E27FC236}">
                    <a16:creationId xmlns:a16="http://schemas.microsoft.com/office/drawing/2014/main" id="{A838D427-8EA5-4FBA-BBD5-9BFC8699CE7A}"/>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65" name="ZoneTexte 64">
            <a:extLst>
              <a:ext uri="{FF2B5EF4-FFF2-40B4-BE49-F238E27FC236}">
                <a16:creationId xmlns:a16="http://schemas.microsoft.com/office/drawing/2014/main" id="{978398E1-E227-4A52-8759-7C7C7202CD15}"/>
              </a:ext>
            </a:extLst>
          </p:cNvPr>
          <p:cNvSpPr txBox="1"/>
          <p:nvPr/>
        </p:nvSpPr>
        <p:spPr>
          <a:xfrm>
            <a:off x="7780799" y="-964994"/>
            <a:ext cx="6529388"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Architecture de l’application</a:t>
            </a:r>
            <a:endParaRPr lang="en-US" sz="1800" b="1" dirty="0">
              <a:solidFill>
                <a:srgbClr val="003076"/>
              </a:solidFill>
              <a:latin typeface="Times New Roman" panose="02020603050405020304" pitchFamily="18" charset="0"/>
              <a:cs typeface="Times New Roman" panose="02020603050405020304" pitchFamily="18" charset="0"/>
            </a:endParaRPr>
          </a:p>
        </p:txBody>
      </p:sp>
      <p:pic>
        <p:nvPicPr>
          <p:cNvPr id="142" name="Picture 1066" descr="A cartoon character carrying a toolbox and a wrench&#10;&#10;Description automatically generated with low confidence">
            <a:extLst>
              <a:ext uri="{FF2B5EF4-FFF2-40B4-BE49-F238E27FC236}">
                <a16:creationId xmlns:a16="http://schemas.microsoft.com/office/drawing/2014/main" id="{F002E061-6EB1-4521-8168-C0F8A2EED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592" y="6464935"/>
            <a:ext cx="1580807" cy="1540193"/>
          </a:xfrm>
          <a:prstGeom prst="rect">
            <a:avLst/>
          </a:prstGeom>
        </p:spPr>
      </p:pic>
      <p:grpSp>
        <p:nvGrpSpPr>
          <p:cNvPr id="51" name="Group 30">
            <a:extLst>
              <a:ext uri="{FF2B5EF4-FFF2-40B4-BE49-F238E27FC236}">
                <a16:creationId xmlns:a16="http://schemas.microsoft.com/office/drawing/2014/main" id="{C48E0210-74F1-4F2D-98B3-60A852D8015D}"/>
              </a:ext>
            </a:extLst>
          </p:cNvPr>
          <p:cNvGrpSpPr/>
          <p:nvPr/>
        </p:nvGrpSpPr>
        <p:grpSpPr>
          <a:xfrm>
            <a:off x="11724627" y="6292069"/>
            <a:ext cx="467373" cy="576000"/>
            <a:chOff x="11602707" y="6123456"/>
            <a:chExt cx="589294" cy="734544"/>
          </a:xfrm>
        </p:grpSpPr>
        <p:sp>
          <p:nvSpPr>
            <p:cNvPr id="52" name="Freeform: Shape 31">
              <a:extLst>
                <a:ext uri="{FF2B5EF4-FFF2-40B4-BE49-F238E27FC236}">
                  <a16:creationId xmlns:a16="http://schemas.microsoft.com/office/drawing/2014/main" id="{732DA069-3ECA-4888-9F51-2DF5AE887641}"/>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53" name="Group 32">
              <a:extLst>
                <a:ext uri="{FF2B5EF4-FFF2-40B4-BE49-F238E27FC236}">
                  <a16:creationId xmlns:a16="http://schemas.microsoft.com/office/drawing/2014/main" id="{6C021DD2-655E-4764-8DCD-A8E9E182B1E6}"/>
                </a:ext>
              </a:extLst>
            </p:cNvPr>
            <p:cNvGrpSpPr/>
            <p:nvPr/>
          </p:nvGrpSpPr>
          <p:grpSpPr>
            <a:xfrm>
              <a:off x="11746312" y="6279077"/>
              <a:ext cx="445689" cy="578923"/>
              <a:chOff x="11746312" y="6279077"/>
              <a:chExt cx="445689" cy="578923"/>
            </a:xfrm>
          </p:grpSpPr>
          <p:sp>
            <p:nvSpPr>
              <p:cNvPr id="54" name="Freeform: Shape 33">
                <a:extLst>
                  <a:ext uri="{FF2B5EF4-FFF2-40B4-BE49-F238E27FC236}">
                    <a16:creationId xmlns:a16="http://schemas.microsoft.com/office/drawing/2014/main" id="{1C89F9A6-3AFF-471C-BCC6-C0775D894354}"/>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0" name="Slide Number Placeholder 1">
                <a:extLst>
                  <a:ext uri="{FF2B5EF4-FFF2-40B4-BE49-F238E27FC236}">
                    <a16:creationId xmlns:a16="http://schemas.microsoft.com/office/drawing/2014/main" id="{4F192083-6B71-4F79-A914-6A6880282A37}"/>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61" name="TextBox 28">
            <a:extLst>
              <a:ext uri="{FF2B5EF4-FFF2-40B4-BE49-F238E27FC236}">
                <a16:creationId xmlns:a16="http://schemas.microsoft.com/office/drawing/2014/main" id="{26EC66FD-61EF-4357-BB88-164D44696C49}"/>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62" name="Group 1105">
            <a:extLst>
              <a:ext uri="{FF2B5EF4-FFF2-40B4-BE49-F238E27FC236}">
                <a16:creationId xmlns:a16="http://schemas.microsoft.com/office/drawing/2014/main" id="{FEB6917D-0EAD-4B99-AB91-90ED723909C0}"/>
              </a:ext>
            </a:extLst>
          </p:cNvPr>
          <p:cNvGrpSpPr/>
          <p:nvPr/>
        </p:nvGrpSpPr>
        <p:grpSpPr>
          <a:xfrm>
            <a:off x="1091210" y="2538076"/>
            <a:ext cx="1188000" cy="1187100"/>
            <a:chOff x="993058" y="3339400"/>
            <a:chExt cx="1188000" cy="1187100"/>
          </a:xfrm>
        </p:grpSpPr>
        <p:grpSp>
          <p:nvGrpSpPr>
            <p:cNvPr id="63" name="Group 1106">
              <a:extLst>
                <a:ext uri="{FF2B5EF4-FFF2-40B4-BE49-F238E27FC236}">
                  <a16:creationId xmlns:a16="http://schemas.microsoft.com/office/drawing/2014/main" id="{55BCCAF2-E460-4D70-B02E-CF8E69B119A2}"/>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66" name="Google Shape;65;p15">
                <a:extLst>
                  <a:ext uri="{FF2B5EF4-FFF2-40B4-BE49-F238E27FC236}">
                    <a16:creationId xmlns:a16="http://schemas.microsoft.com/office/drawing/2014/main" id="{F52C7F24-B9C5-4E66-9A31-BC28C81565CD}"/>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6;p15">
                <a:extLst>
                  <a:ext uri="{FF2B5EF4-FFF2-40B4-BE49-F238E27FC236}">
                    <a16:creationId xmlns:a16="http://schemas.microsoft.com/office/drawing/2014/main" id="{2391F0A7-89E9-4D9C-B478-45A866115193}"/>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4" name="TextBox 27">
              <a:extLst>
                <a:ext uri="{FF2B5EF4-FFF2-40B4-BE49-F238E27FC236}">
                  <a16:creationId xmlns:a16="http://schemas.microsoft.com/office/drawing/2014/main" id="{2A7AB26F-F66C-41C4-8315-B0AC6F71181B}"/>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68" name="TextBox 28">
            <a:extLst>
              <a:ext uri="{FF2B5EF4-FFF2-40B4-BE49-F238E27FC236}">
                <a16:creationId xmlns:a16="http://schemas.microsoft.com/office/drawing/2014/main" id="{44CDEF9C-7744-43B8-82CF-D422FEBB2F0D}"/>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69" name="Group 1086">
            <a:extLst>
              <a:ext uri="{FF2B5EF4-FFF2-40B4-BE49-F238E27FC236}">
                <a16:creationId xmlns:a16="http://schemas.microsoft.com/office/drawing/2014/main" id="{A9386151-3DB5-45DE-BEFC-021681FD3D08}"/>
              </a:ext>
            </a:extLst>
          </p:cNvPr>
          <p:cNvGrpSpPr/>
          <p:nvPr/>
        </p:nvGrpSpPr>
        <p:grpSpPr>
          <a:xfrm>
            <a:off x="3342000" y="3255165"/>
            <a:ext cx="1188000" cy="1026608"/>
            <a:chOff x="3354429" y="3172449"/>
            <a:chExt cx="1188000" cy="1187100"/>
          </a:xfrm>
        </p:grpSpPr>
        <p:sp>
          <p:nvSpPr>
            <p:cNvPr id="70" name="TextBox 27">
              <a:extLst>
                <a:ext uri="{FF2B5EF4-FFF2-40B4-BE49-F238E27FC236}">
                  <a16:creationId xmlns:a16="http://schemas.microsoft.com/office/drawing/2014/main" id="{373A1181-3F29-4B75-8042-B1EAA61A2EC4}"/>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71" name="Group 1088">
              <a:extLst>
                <a:ext uri="{FF2B5EF4-FFF2-40B4-BE49-F238E27FC236}">
                  <a16:creationId xmlns:a16="http://schemas.microsoft.com/office/drawing/2014/main" id="{2190663E-4136-4D9B-9DE3-381AFF5994B2}"/>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2" name="Google Shape;65;p15">
                <a:extLst>
                  <a:ext uri="{FF2B5EF4-FFF2-40B4-BE49-F238E27FC236}">
                    <a16:creationId xmlns:a16="http://schemas.microsoft.com/office/drawing/2014/main" id="{034DCAB5-04D4-4618-A8FD-A5837E02CFD3}"/>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6;p15">
                <a:extLst>
                  <a:ext uri="{FF2B5EF4-FFF2-40B4-BE49-F238E27FC236}">
                    <a16:creationId xmlns:a16="http://schemas.microsoft.com/office/drawing/2014/main" id="{F459278F-87F1-44EA-B9F6-325E1D6B2A9D}"/>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4" name="Group 10">
            <a:extLst>
              <a:ext uri="{FF2B5EF4-FFF2-40B4-BE49-F238E27FC236}">
                <a16:creationId xmlns:a16="http://schemas.microsoft.com/office/drawing/2014/main" id="{F54FC72F-A8C4-4200-9016-03FEDAE06958}"/>
              </a:ext>
            </a:extLst>
          </p:cNvPr>
          <p:cNvGrpSpPr/>
          <p:nvPr/>
        </p:nvGrpSpPr>
        <p:grpSpPr>
          <a:xfrm>
            <a:off x="5538771" y="2582685"/>
            <a:ext cx="1188000" cy="1187100"/>
            <a:chOff x="3354429" y="3172449"/>
            <a:chExt cx="1188000" cy="1187100"/>
          </a:xfrm>
        </p:grpSpPr>
        <p:sp>
          <p:nvSpPr>
            <p:cNvPr id="75" name="TextBox 27">
              <a:extLst>
                <a:ext uri="{FF2B5EF4-FFF2-40B4-BE49-F238E27FC236}">
                  <a16:creationId xmlns:a16="http://schemas.microsoft.com/office/drawing/2014/main" id="{28C0E75B-5601-49A9-BB09-1DC2C2418E4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76" name="Group 12">
              <a:extLst>
                <a:ext uri="{FF2B5EF4-FFF2-40B4-BE49-F238E27FC236}">
                  <a16:creationId xmlns:a16="http://schemas.microsoft.com/office/drawing/2014/main" id="{AE68484A-B8E7-4702-9BFD-9D24FA3B0A86}"/>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7" name="Google Shape;65;p15">
                <a:extLst>
                  <a:ext uri="{FF2B5EF4-FFF2-40B4-BE49-F238E27FC236}">
                    <a16:creationId xmlns:a16="http://schemas.microsoft.com/office/drawing/2014/main" id="{C0165A41-3B1E-4AD5-9341-DD71B2909A9D}"/>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6;p15">
                <a:extLst>
                  <a:ext uri="{FF2B5EF4-FFF2-40B4-BE49-F238E27FC236}">
                    <a16:creationId xmlns:a16="http://schemas.microsoft.com/office/drawing/2014/main" id="{D2A78196-9855-4820-BC49-FF0D44A1406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79" name="TextBox 28">
            <a:extLst>
              <a:ext uri="{FF2B5EF4-FFF2-40B4-BE49-F238E27FC236}">
                <a16:creationId xmlns:a16="http://schemas.microsoft.com/office/drawing/2014/main" id="{54C61CB3-1EA1-4A32-A908-A8FBDF6E5FCC}"/>
              </a:ext>
            </a:extLst>
          </p:cNvPr>
          <p:cNvSpPr txBox="1"/>
          <p:nvPr/>
        </p:nvSpPr>
        <p:spPr>
          <a:xfrm>
            <a:off x="5136062" y="3851015"/>
            <a:ext cx="2562207" cy="682495"/>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Processus</a:t>
            </a:r>
            <a:r>
              <a:rPr lang="fr-FR" sz="2000" dirty="0">
                <a:latin typeface="Times New Roman" panose="02020603050405020304" pitchFamily="18" charset="0"/>
                <a:cs typeface="Times New Roman" panose="02020603050405020304" pitchFamily="18" charset="0"/>
              </a:rPr>
              <a:t> </a:t>
            </a:r>
            <a:r>
              <a:rPr lang="fr-FR" sz="2000" b="1" dirty="0">
                <a:solidFill>
                  <a:srgbClr val="003076"/>
                </a:solidFill>
                <a:latin typeface="Times New Roman" panose="02020603050405020304" pitchFamily="18" charset="0"/>
                <a:cs typeface="Times New Roman" panose="02020603050405020304" pitchFamily="18" charset="0"/>
              </a:rPr>
              <a:t>métier </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actuels</a:t>
            </a:r>
            <a:endParaRPr lang="en-US" sz="2000" b="1" dirty="0">
              <a:solidFill>
                <a:srgbClr val="003076"/>
              </a:solidFill>
              <a:latin typeface="Times New Roman" panose="02020603050405020304" pitchFamily="18" charset="0"/>
              <a:cs typeface="Times New Roman" panose="02020603050405020304" pitchFamily="18" charset="0"/>
            </a:endParaRPr>
          </a:p>
        </p:txBody>
      </p:sp>
      <p:grpSp>
        <p:nvGrpSpPr>
          <p:cNvPr id="80" name="Group 2">
            <a:extLst>
              <a:ext uri="{FF2B5EF4-FFF2-40B4-BE49-F238E27FC236}">
                <a16:creationId xmlns:a16="http://schemas.microsoft.com/office/drawing/2014/main" id="{5FD379A0-9D16-4F45-A775-67E7F9B62A8F}"/>
              </a:ext>
            </a:extLst>
          </p:cNvPr>
          <p:cNvGrpSpPr/>
          <p:nvPr/>
        </p:nvGrpSpPr>
        <p:grpSpPr>
          <a:xfrm>
            <a:off x="7865469" y="3223249"/>
            <a:ext cx="1188000" cy="1187100"/>
            <a:chOff x="3354429" y="3172449"/>
            <a:chExt cx="1188000" cy="1187100"/>
          </a:xfrm>
        </p:grpSpPr>
        <p:sp>
          <p:nvSpPr>
            <p:cNvPr id="81" name="TextBox 27">
              <a:extLst>
                <a:ext uri="{FF2B5EF4-FFF2-40B4-BE49-F238E27FC236}">
                  <a16:creationId xmlns:a16="http://schemas.microsoft.com/office/drawing/2014/main" id="{F2344E3A-307F-4D01-AA73-BBAC3B844697}"/>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82" name="Group 6">
              <a:extLst>
                <a:ext uri="{FF2B5EF4-FFF2-40B4-BE49-F238E27FC236}">
                  <a16:creationId xmlns:a16="http://schemas.microsoft.com/office/drawing/2014/main" id="{7FF2286C-1A2D-4972-AFE3-510A5BC79247}"/>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3" name="Google Shape;65;p15">
                <a:extLst>
                  <a:ext uri="{FF2B5EF4-FFF2-40B4-BE49-F238E27FC236}">
                    <a16:creationId xmlns:a16="http://schemas.microsoft.com/office/drawing/2014/main" id="{713C8436-B038-4380-9CD5-6C7F707BF57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6;p15">
                <a:extLst>
                  <a:ext uri="{FF2B5EF4-FFF2-40B4-BE49-F238E27FC236}">
                    <a16:creationId xmlns:a16="http://schemas.microsoft.com/office/drawing/2014/main" id="{7792877C-6223-45C4-9AE4-66C4F4F2BCE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85" name="TextBox 34">
            <a:extLst>
              <a:ext uri="{FF2B5EF4-FFF2-40B4-BE49-F238E27FC236}">
                <a16:creationId xmlns:a16="http://schemas.microsoft.com/office/drawing/2014/main" id="{50081AC6-53B9-41F8-8F28-9A2C19A57646}"/>
              </a:ext>
            </a:extLst>
          </p:cNvPr>
          <p:cNvSpPr txBox="1"/>
          <p:nvPr/>
        </p:nvSpPr>
        <p:spPr>
          <a:xfrm>
            <a:off x="6726771" y="4495461"/>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92" name="Group 9">
            <a:extLst>
              <a:ext uri="{FF2B5EF4-FFF2-40B4-BE49-F238E27FC236}">
                <a16:creationId xmlns:a16="http://schemas.microsoft.com/office/drawing/2014/main" id="{023E9551-2A6E-4963-8D91-B9C9EA29043E}"/>
              </a:ext>
            </a:extLst>
          </p:cNvPr>
          <p:cNvGrpSpPr/>
          <p:nvPr/>
        </p:nvGrpSpPr>
        <p:grpSpPr>
          <a:xfrm>
            <a:off x="10066460" y="2625978"/>
            <a:ext cx="1188000" cy="1187100"/>
            <a:chOff x="3354429" y="3172449"/>
            <a:chExt cx="1188000" cy="1187100"/>
          </a:xfrm>
        </p:grpSpPr>
        <p:sp>
          <p:nvSpPr>
            <p:cNvPr id="93" name="TextBox 27">
              <a:extLst>
                <a:ext uri="{FF2B5EF4-FFF2-40B4-BE49-F238E27FC236}">
                  <a16:creationId xmlns:a16="http://schemas.microsoft.com/office/drawing/2014/main" id="{5BD0F349-75CB-4432-A03A-410E3A6384C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94" name="Group 17">
              <a:extLst>
                <a:ext uri="{FF2B5EF4-FFF2-40B4-BE49-F238E27FC236}">
                  <a16:creationId xmlns:a16="http://schemas.microsoft.com/office/drawing/2014/main" id="{5425A88E-DEF4-45B4-95B9-44774C2DD05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95" name="Google Shape;65;p15">
                <a:extLst>
                  <a:ext uri="{FF2B5EF4-FFF2-40B4-BE49-F238E27FC236}">
                    <a16:creationId xmlns:a16="http://schemas.microsoft.com/office/drawing/2014/main" id="{FE43F1AD-DC19-4C20-93AC-36B94E84654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6;p15">
                <a:extLst>
                  <a:ext uri="{FF2B5EF4-FFF2-40B4-BE49-F238E27FC236}">
                    <a16:creationId xmlns:a16="http://schemas.microsoft.com/office/drawing/2014/main" id="{7F0174FB-3562-41AD-9D81-CE6963EC119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7" name="TextBox 37">
            <a:extLst>
              <a:ext uri="{FF2B5EF4-FFF2-40B4-BE49-F238E27FC236}">
                <a16:creationId xmlns:a16="http://schemas.microsoft.com/office/drawing/2014/main" id="{36C96A5D-CC92-47D8-9302-20E02BA69133}"/>
              </a:ext>
            </a:extLst>
          </p:cNvPr>
          <p:cNvSpPr txBox="1"/>
          <p:nvPr/>
        </p:nvSpPr>
        <p:spPr>
          <a:xfrm>
            <a:off x="9757909" y="3991110"/>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spTree>
    <p:extLst>
      <p:ext uri="{BB962C8B-B14F-4D97-AF65-F5344CB8AC3E}">
        <p14:creationId xmlns:p14="http://schemas.microsoft.com/office/powerpoint/2010/main" val="3545747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4">
            <a:extLst>
              <a:ext uri="{FF2B5EF4-FFF2-40B4-BE49-F238E27FC236}">
                <a16:creationId xmlns:a16="http://schemas.microsoft.com/office/drawing/2014/main" id="{9FA7B4E0-6259-4BC8-ACC6-FA52BB4FB3BD}"/>
              </a:ext>
            </a:extLst>
          </p:cNvPr>
          <p:cNvGrpSpPr/>
          <p:nvPr/>
        </p:nvGrpSpPr>
        <p:grpSpPr>
          <a:xfrm>
            <a:off x="3936000" y="0"/>
            <a:ext cx="4320000" cy="2101651"/>
            <a:chOff x="3936000" y="-1"/>
            <a:chExt cx="4320000" cy="2101651"/>
          </a:xfrm>
        </p:grpSpPr>
        <p:sp>
          <p:nvSpPr>
            <p:cNvPr id="4" name="Freeform: Shape 4">
              <a:extLst>
                <a:ext uri="{FF2B5EF4-FFF2-40B4-BE49-F238E27FC236}">
                  <a16:creationId xmlns:a16="http://schemas.microsoft.com/office/drawing/2014/main" id="{6649092F-9661-461A-8617-50A92D824E4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 name="TextBox 23">
              <a:extLst>
                <a:ext uri="{FF2B5EF4-FFF2-40B4-BE49-F238E27FC236}">
                  <a16:creationId xmlns:a16="http://schemas.microsoft.com/office/drawing/2014/main" id="{0B3A6F00-26D8-42C4-B1A8-6A727E65605C}"/>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sp>
        <p:nvSpPr>
          <p:cNvPr id="6" name="TextBox 28">
            <a:extLst>
              <a:ext uri="{FF2B5EF4-FFF2-40B4-BE49-F238E27FC236}">
                <a16:creationId xmlns:a16="http://schemas.microsoft.com/office/drawing/2014/main" id="{7C6082C0-61DB-4A13-8843-B26A3D64FEBB}"/>
              </a:ext>
            </a:extLst>
          </p:cNvPr>
          <p:cNvSpPr txBox="1"/>
          <p:nvPr/>
        </p:nvSpPr>
        <p:spPr>
          <a:xfrm>
            <a:off x="5194559" y="3954550"/>
            <a:ext cx="2088285" cy="687817"/>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Processus</a:t>
            </a:r>
            <a:r>
              <a:rPr lang="fr-FR" sz="20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métier actuels</a:t>
            </a:r>
            <a:endParaRPr lang="fr-FR" sz="2000" dirty="0">
              <a:effectLst/>
            </a:endParaRPr>
          </a:p>
        </p:txBody>
      </p:sp>
      <p:grpSp>
        <p:nvGrpSpPr>
          <p:cNvPr id="19" name="Group 10">
            <a:extLst>
              <a:ext uri="{FF2B5EF4-FFF2-40B4-BE49-F238E27FC236}">
                <a16:creationId xmlns:a16="http://schemas.microsoft.com/office/drawing/2014/main" id="{A85AEFE2-7073-4A45-827F-4A2D727FDA4F}"/>
              </a:ext>
            </a:extLst>
          </p:cNvPr>
          <p:cNvGrpSpPr/>
          <p:nvPr/>
        </p:nvGrpSpPr>
        <p:grpSpPr>
          <a:xfrm>
            <a:off x="5626883" y="2582685"/>
            <a:ext cx="1188000" cy="1187100"/>
            <a:chOff x="3354429" y="3172449"/>
            <a:chExt cx="1188000" cy="1187100"/>
          </a:xfrm>
        </p:grpSpPr>
        <p:sp>
          <p:nvSpPr>
            <p:cNvPr id="20" name="TextBox 27">
              <a:extLst>
                <a:ext uri="{FF2B5EF4-FFF2-40B4-BE49-F238E27FC236}">
                  <a16:creationId xmlns:a16="http://schemas.microsoft.com/office/drawing/2014/main" id="{24D7CBB0-CCE7-4B84-8C43-5662EF949F71}"/>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21" name="Group 12">
              <a:extLst>
                <a:ext uri="{FF2B5EF4-FFF2-40B4-BE49-F238E27FC236}">
                  <a16:creationId xmlns:a16="http://schemas.microsoft.com/office/drawing/2014/main" id="{4416C7E4-1A2E-4DE5-B95C-EB3166C4AD7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22" name="Google Shape;65;p15">
                <a:extLst>
                  <a:ext uri="{FF2B5EF4-FFF2-40B4-BE49-F238E27FC236}">
                    <a16:creationId xmlns:a16="http://schemas.microsoft.com/office/drawing/2014/main" id="{5C65B8AD-A3CC-476B-9D76-F3C46CCE71E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6;p15">
                <a:extLst>
                  <a:ext uri="{FF2B5EF4-FFF2-40B4-BE49-F238E27FC236}">
                    <a16:creationId xmlns:a16="http://schemas.microsoft.com/office/drawing/2014/main" id="{05277EB2-EB8D-46AF-894A-DBAFAAB6EF4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0" name="ZoneTexte 29">
            <a:extLst>
              <a:ext uri="{FF2B5EF4-FFF2-40B4-BE49-F238E27FC236}">
                <a16:creationId xmlns:a16="http://schemas.microsoft.com/office/drawing/2014/main" id="{1B0A1810-199E-4DB7-95EF-FE0751BDE257}"/>
              </a:ext>
            </a:extLst>
          </p:cNvPr>
          <p:cNvSpPr txBox="1"/>
          <p:nvPr/>
        </p:nvSpPr>
        <p:spPr>
          <a:xfrm>
            <a:off x="-871670" y="6042787"/>
            <a:ext cx="6093618" cy="415755"/>
          </a:xfrm>
          <a:prstGeom prst="rect">
            <a:avLst/>
          </a:prstGeom>
          <a:noFill/>
        </p:spPr>
        <p:txBody>
          <a:bodyPr wrap="square">
            <a:spAutoFit/>
          </a:bodyPr>
          <a:lstStyle/>
          <a:p>
            <a:pPr algn="ctr">
              <a:lnSpc>
                <a:spcPts val="2800"/>
              </a:lnSpc>
            </a:pPr>
            <a:r>
              <a:rPr lang="fr-FR" sz="1800" b="1" dirty="0">
                <a:solidFill>
                  <a:srgbClr val="003076"/>
                </a:solidFill>
                <a:latin typeface="Times New Roman" panose="02020603050405020304" pitchFamily="18" charset="0"/>
                <a:cs typeface="Times New Roman" panose="02020603050405020304" pitchFamily="18" charset="0"/>
              </a:rPr>
              <a:t>Outils de développement</a:t>
            </a:r>
          </a:p>
        </p:txBody>
      </p:sp>
      <p:grpSp>
        <p:nvGrpSpPr>
          <p:cNvPr id="37" name="Group 9">
            <a:extLst>
              <a:ext uri="{FF2B5EF4-FFF2-40B4-BE49-F238E27FC236}">
                <a16:creationId xmlns:a16="http://schemas.microsoft.com/office/drawing/2014/main" id="{9BB8FFEA-683A-46EC-9118-F4199F4A3F59}"/>
              </a:ext>
            </a:extLst>
          </p:cNvPr>
          <p:cNvGrpSpPr/>
          <p:nvPr/>
        </p:nvGrpSpPr>
        <p:grpSpPr>
          <a:xfrm>
            <a:off x="1503903" y="4855687"/>
            <a:ext cx="1188000" cy="1187100"/>
            <a:chOff x="3354429" y="3172449"/>
            <a:chExt cx="1188000" cy="1187100"/>
          </a:xfrm>
        </p:grpSpPr>
        <p:sp>
          <p:nvSpPr>
            <p:cNvPr id="38" name="TextBox 27">
              <a:extLst>
                <a:ext uri="{FF2B5EF4-FFF2-40B4-BE49-F238E27FC236}">
                  <a16:creationId xmlns:a16="http://schemas.microsoft.com/office/drawing/2014/main" id="{A54F4870-4235-471E-A524-AC367EB974FC}"/>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6</a:t>
              </a:r>
            </a:p>
          </p:txBody>
        </p:sp>
        <p:grpSp>
          <p:nvGrpSpPr>
            <p:cNvPr id="39" name="Group 17">
              <a:extLst>
                <a:ext uri="{FF2B5EF4-FFF2-40B4-BE49-F238E27FC236}">
                  <a16:creationId xmlns:a16="http://schemas.microsoft.com/office/drawing/2014/main" id="{04AC136A-C485-42A8-AFDE-D81676758CC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40" name="Google Shape;65;p15">
                <a:extLst>
                  <a:ext uri="{FF2B5EF4-FFF2-40B4-BE49-F238E27FC236}">
                    <a16:creationId xmlns:a16="http://schemas.microsoft.com/office/drawing/2014/main" id="{29DFF695-F913-401E-BA08-333C2E76D7B5}"/>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6;p15">
                <a:extLst>
                  <a:ext uri="{FF2B5EF4-FFF2-40B4-BE49-F238E27FC236}">
                    <a16:creationId xmlns:a16="http://schemas.microsoft.com/office/drawing/2014/main" id="{6D310529-4E01-4FA4-979D-37B09E8157E4}"/>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42" name="Group 1061">
            <a:extLst>
              <a:ext uri="{FF2B5EF4-FFF2-40B4-BE49-F238E27FC236}">
                <a16:creationId xmlns:a16="http://schemas.microsoft.com/office/drawing/2014/main" id="{BB0020D6-7670-4403-B129-18855CBE62B4}"/>
              </a:ext>
            </a:extLst>
          </p:cNvPr>
          <p:cNvGrpSpPr/>
          <p:nvPr/>
        </p:nvGrpSpPr>
        <p:grpSpPr>
          <a:xfrm>
            <a:off x="4908000" y="4606051"/>
            <a:ext cx="1188000" cy="1187100"/>
            <a:chOff x="3354429" y="3172449"/>
            <a:chExt cx="1188000" cy="1187100"/>
          </a:xfrm>
        </p:grpSpPr>
        <p:sp>
          <p:nvSpPr>
            <p:cNvPr id="43" name="TextBox 27">
              <a:extLst>
                <a:ext uri="{FF2B5EF4-FFF2-40B4-BE49-F238E27FC236}">
                  <a16:creationId xmlns:a16="http://schemas.microsoft.com/office/drawing/2014/main" id="{1BD78D28-7FC6-40FD-8EEF-51B0277860B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7</a:t>
              </a:r>
            </a:p>
          </p:txBody>
        </p:sp>
        <p:grpSp>
          <p:nvGrpSpPr>
            <p:cNvPr id="44" name="Group 1063">
              <a:extLst>
                <a:ext uri="{FF2B5EF4-FFF2-40B4-BE49-F238E27FC236}">
                  <a16:creationId xmlns:a16="http://schemas.microsoft.com/office/drawing/2014/main" id="{D2118DE0-BFEE-4C42-8667-CB784BB830A5}"/>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45" name="Google Shape;65;p15">
                <a:extLst>
                  <a:ext uri="{FF2B5EF4-FFF2-40B4-BE49-F238E27FC236}">
                    <a16:creationId xmlns:a16="http://schemas.microsoft.com/office/drawing/2014/main" id="{22B25782-95C7-429E-ADC2-119E23457914}"/>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6;p15">
                <a:extLst>
                  <a:ext uri="{FF2B5EF4-FFF2-40B4-BE49-F238E27FC236}">
                    <a16:creationId xmlns:a16="http://schemas.microsoft.com/office/drawing/2014/main" id="{BF617383-85F2-4A76-9CAF-E5510BBD748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8" name="ZoneTexte 47">
            <a:extLst>
              <a:ext uri="{FF2B5EF4-FFF2-40B4-BE49-F238E27FC236}">
                <a16:creationId xmlns:a16="http://schemas.microsoft.com/office/drawing/2014/main" id="{35EAB07A-F5EC-413F-B4C5-44D054159B39}"/>
              </a:ext>
            </a:extLst>
          </p:cNvPr>
          <p:cNvSpPr txBox="1"/>
          <p:nvPr/>
        </p:nvSpPr>
        <p:spPr>
          <a:xfrm>
            <a:off x="2449225" y="5849653"/>
            <a:ext cx="6529388"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Architecture de l’application</a:t>
            </a:r>
            <a:endParaRPr lang="en-US" sz="1800" b="1" dirty="0">
              <a:solidFill>
                <a:srgbClr val="003076"/>
              </a:solidFill>
              <a:latin typeface="Times New Roman" panose="02020603050405020304" pitchFamily="18" charset="0"/>
              <a:cs typeface="Times New Roman" panose="02020603050405020304" pitchFamily="18" charset="0"/>
            </a:endParaRPr>
          </a:p>
        </p:txBody>
      </p:sp>
      <p:pic>
        <p:nvPicPr>
          <p:cNvPr id="61" name="Picture 1066" descr="A cartoon character carrying a toolbox and a wrench&#10;&#10;Description automatically generated with low confidence">
            <a:extLst>
              <a:ext uri="{FF2B5EF4-FFF2-40B4-BE49-F238E27FC236}">
                <a16:creationId xmlns:a16="http://schemas.microsoft.com/office/drawing/2014/main" id="{1BD48D04-D7C8-42A5-8763-3EB57B3A3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195" y="6247379"/>
            <a:ext cx="1580807" cy="1540193"/>
          </a:xfrm>
          <a:prstGeom prst="rect">
            <a:avLst/>
          </a:prstGeom>
        </p:spPr>
      </p:pic>
      <p:grpSp>
        <p:nvGrpSpPr>
          <p:cNvPr id="67" name="Group 30">
            <a:extLst>
              <a:ext uri="{FF2B5EF4-FFF2-40B4-BE49-F238E27FC236}">
                <a16:creationId xmlns:a16="http://schemas.microsoft.com/office/drawing/2014/main" id="{90C572DF-CCD9-481B-8AB1-B41B00343A67}"/>
              </a:ext>
            </a:extLst>
          </p:cNvPr>
          <p:cNvGrpSpPr/>
          <p:nvPr/>
        </p:nvGrpSpPr>
        <p:grpSpPr>
          <a:xfrm>
            <a:off x="11724627" y="6292069"/>
            <a:ext cx="467373" cy="576000"/>
            <a:chOff x="11602707" y="6123456"/>
            <a:chExt cx="589294" cy="734544"/>
          </a:xfrm>
        </p:grpSpPr>
        <p:sp>
          <p:nvSpPr>
            <p:cNvPr id="68" name="Freeform: Shape 31">
              <a:extLst>
                <a:ext uri="{FF2B5EF4-FFF2-40B4-BE49-F238E27FC236}">
                  <a16:creationId xmlns:a16="http://schemas.microsoft.com/office/drawing/2014/main" id="{7B1ACA21-CF52-4AC0-B004-C1A2580078FF}"/>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69" name="Group 32">
              <a:extLst>
                <a:ext uri="{FF2B5EF4-FFF2-40B4-BE49-F238E27FC236}">
                  <a16:creationId xmlns:a16="http://schemas.microsoft.com/office/drawing/2014/main" id="{068C07F5-6D06-4A70-8E56-9BB1EA489655}"/>
                </a:ext>
              </a:extLst>
            </p:cNvPr>
            <p:cNvGrpSpPr/>
            <p:nvPr/>
          </p:nvGrpSpPr>
          <p:grpSpPr>
            <a:xfrm>
              <a:off x="11746312" y="6279077"/>
              <a:ext cx="445689" cy="578923"/>
              <a:chOff x="11746312" y="6279077"/>
              <a:chExt cx="445689" cy="578923"/>
            </a:xfrm>
          </p:grpSpPr>
          <p:sp>
            <p:nvSpPr>
              <p:cNvPr id="70" name="Freeform: Shape 33">
                <a:extLst>
                  <a:ext uri="{FF2B5EF4-FFF2-40B4-BE49-F238E27FC236}">
                    <a16:creationId xmlns:a16="http://schemas.microsoft.com/office/drawing/2014/main" id="{C019787C-B133-4B61-8DEA-5BC9D70FC4B7}"/>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1" name="Slide Number Placeholder 1">
                <a:extLst>
                  <a:ext uri="{FF2B5EF4-FFF2-40B4-BE49-F238E27FC236}">
                    <a16:creationId xmlns:a16="http://schemas.microsoft.com/office/drawing/2014/main" id="{2CD4D662-81DE-4F95-ACC3-E0A05D36105C}"/>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77" name="Espace réservé du numéro de diapositive 1">
            <a:extLst>
              <a:ext uri="{FF2B5EF4-FFF2-40B4-BE49-F238E27FC236}">
                <a16:creationId xmlns:a16="http://schemas.microsoft.com/office/drawing/2014/main" id="{D00CA620-0B93-4AF8-8111-B8082573D6A0}"/>
              </a:ext>
            </a:extLst>
          </p:cNvPr>
          <p:cNvSpPr>
            <a:spLocks noGrp="1"/>
          </p:cNvSpPr>
          <p:nvPr>
            <p:ph type="sldNum" sz="quarter" idx="12"/>
          </p:nvPr>
        </p:nvSpPr>
        <p:spPr>
          <a:xfrm>
            <a:off x="8742974" y="-1051827"/>
            <a:ext cx="2743200" cy="365125"/>
          </a:xfrm>
        </p:spPr>
        <p:txBody>
          <a:bodyPr/>
          <a:lstStyle/>
          <a:p>
            <a:pPr algn="ctr">
              <a:lnSpc>
                <a:spcPts val="2800"/>
              </a:lnSpc>
            </a:pPr>
            <a:r>
              <a:rPr lang="en-US" sz="1800" b="1" dirty="0">
                <a:solidFill>
                  <a:srgbClr val="003076"/>
                </a:solidFill>
                <a:latin typeface="Times New Roman" panose="02020603050405020304" pitchFamily="18" charset="0"/>
                <a:cs typeface="Times New Roman" panose="02020603050405020304" pitchFamily="18" charset="0"/>
              </a:rPr>
              <a:t>Démonstration</a:t>
            </a:r>
          </a:p>
        </p:txBody>
      </p:sp>
      <p:grpSp>
        <p:nvGrpSpPr>
          <p:cNvPr id="83" name="Group 10">
            <a:extLst>
              <a:ext uri="{FF2B5EF4-FFF2-40B4-BE49-F238E27FC236}">
                <a16:creationId xmlns:a16="http://schemas.microsoft.com/office/drawing/2014/main" id="{81217E9D-3CA5-45DE-B3EC-9AE8CA968135}"/>
              </a:ext>
            </a:extLst>
          </p:cNvPr>
          <p:cNvGrpSpPr/>
          <p:nvPr/>
        </p:nvGrpSpPr>
        <p:grpSpPr>
          <a:xfrm>
            <a:off x="9326772" y="-2238927"/>
            <a:ext cx="1188000" cy="1187100"/>
            <a:chOff x="3354429" y="3172449"/>
            <a:chExt cx="1188000" cy="1187100"/>
          </a:xfrm>
        </p:grpSpPr>
        <p:sp>
          <p:nvSpPr>
            <p:cNvPr id="84" name="TextBox 27">
              <a:extLst>
                <a:ext uri="{FF2B5EF4-FFF2-40B4-BE49-F238E27FC236}">
                  <a16:creationId xmlns:a16="http://schemas.microsoft.com/office/drawing/2014/main" id="{749815B4-6E62-494E-AABE-21C0A820F9C3}"/>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8</a:t>
              </a:r>
            </a:p>
          </p:txBody>
        </p:sp>
        <p:grpSp>
          <p:nvGrpSpPr>
            <p:cNvPr id="85" name="Group 12">
              <a:extLst>
                <a:ext uri="{FF2B5EF4-FFF2-40B4-BE49-F238E27FC236}">
                  <a16:creationId xmlns:a16="http://schemas.microsoft.com/office/drawing/2014/main" id="{11FC9864-49EA-4D9F-A2F4-C95A4A649BC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6" name="Google Shape;65;p15">
                <a:extLst>
                  <a:ext uri="{FF2B5EF4-FFF2-40B4-BE49-F238E27FC236}">
                    <a16:creationId xmlns:a16="http://schemas.microsoft.com/office/drawing/2014/main" id="{D7095B1B-B7FA-4A42-BDE6-AC38BB2577B8}"/>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66;p15">
                <a:extLst>
                  <a:ext uri="{FF2B5EF4-FFF2-40B4-BE49-F238E27FC236}">
                    <a16:creationId xmlns:a16="http://schemas.microsoft.com/office/drawing/2014/main" id="{3F2E92EC-1F30-460C-A87E-2671615F5487}"/>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88" name="TextBox 28">
            <a:extLst>
              <a:ext uri="{FF2B5EF4-FFF2-40B4-BE49-F238E27FC236}">
                <a16:creationId xmlns:a16="http://schemas.microsoft.com/office/drawing/2014/main" id="{A9DA3BB8-B122-4860-80AB-5FD30DEA012D}"/>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89" name="Group 1105">
            <a:extLst>
              <a:ext uri="{FF2B5EF4-FFF2-40B4-BE49-F238E27FC236}">
                <a16:creationId xmlns:a16="http://schemas.microsoft.com/office/drawing/2014/main" id="{EA100A23-1783-4E06-895E-554D20FB97C4}"/>
              </a:ext>
            </a:extLst>
          </p:cNvPr>
          <p:cNvGrpSpPr/>
          <p:nvPr/>
        </p:nvGrpSpPr>
        <p:grpSpPr>
          <a:xfrm>
            <a:off x="1091210" y="2538076"/>
            <a:ext cx="1188000" cy="1187100"/>
            <a:chOff x="993058" y="3339400"/>
            <a:chExt cx="1188000" cy="1187100"/>
          </a:xfrm>
        </p:grpSpPr>
        <p:grpSp>
          <p:nvGrpSpPr>
            <p:cNvPr id="90" name="Group 1106">
              <a:extLst>
                <a:ext uri="{FF2B5EF4-FFF2-40B4-BE49-F238E27FC236}">
                  <a16:creationId xmlns:a16="http://schemas.microsoft.com/office/drawing/2014/main" id="{D499CC1F-A78E-4F86-BDA2-6836ED42BED5}"/>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92" name="Google Shape;65;p15">
                <a:extLst>
                  <a:ext uri="{FF2B5EF4-FFF2-40B4-BE49-F238E27FC236}">
                    <a16:creationId xmlns:a16="http://schemas.microsoft.com/office/drawing/2014/main" id="{79BDC5A9-6CAE-49E4-BB42-6281019CFDF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66;p15">
                <a:extLst>
                  <a:ext uri="{FF2B5EF4-FFF2-40B4-BE49-F238E27FC236}">
                    <a16:creationId xmlns:a16="http://schemas.microsoft.com/office/drawing/2014/main" id="{095C4E64-D32A-415D-8FDF-B52DB9EBB7C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1" name="TextBox 27">
              <a:extLst>
                <a:ext uri="{FF2B5EF4-FFF2-40B4-BE49-F238E27FC236}">
                  <a16:creationId xmlns:a16="http://schemas.microsoft.com/office/drawing/2014/main" id="{93FF4D36-7B8B-4256-94B9-2A35719B0232}"/>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94" name="TextBox 28">
            <a:extLst>
              <a:ext uri="{FF2B5EF4-FFF2-40B4-BE49-F238E27FC236}">
                <a16:creationId xmlns:a16="http://schemas.microsoft.com/office/drawing/2014/main" id="{E2B0E9F4-BCDB-43BF-90F4-68CCA14CA85E}"/>
              </a:ext>
            </a:extLst>
          </p:cNvPr>
          <p:cNvSpPr txBox="1"/>
          <p:nvPr/>
        </p:nvSpPr>
        <p:spPr>
          <a:xfrm>
            <a:off x="2449225" y="4394621"/>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95" name="Group 1086">
            <a:extLst>
              <a:ext uri="{FF2B5EF4-FFF2-40B4-BE49-F238E27FC236}">
                <a16:creationId xmlns:a16="http://schemas.microsoft.com/office/drawing/2014/main" id="{6D01A64F-8F4D-43AD-87BC-972D83713DE1}"/>
              </a:ext>
            </a:extLst>
          </p:cNvPr>
          <p:cNvGrpSpPr/>
          <p:nvPr/>
        </p:nvGrpSpPr>
        <p:grpSpPr>
          <a:xfrm>
            <a:off x="3342000" y="3256481"/>
            <a:ext cx="1188000" cy="1026608"/>
            <a:chOff x="3354429" y="3172449"/>
            <a:chExt cx="1188000" cy="1187100"/>
          </a:xfrm>
        </p:grpSpPr>
        <p:sp>
          <p:nvSpPr>
            <p:cNvPr id="96" name="TextBox 27">
              <a:extLst>
                <a:ext uri="{FF2B5EF4-FFF2-40B4-BE49-F238E27FC236}">
                  <a16:creationId xmlns:a16="http://schemas.microsoft.com/office/drawing/2014/main" id="{54F8F452-5676-4E05-B13B-13258B4AD292}"/>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97" name="Group 1088">
              <a:extLst>
                <a:ext uri="{FF2B5EF4-FFF2-40B4-BE49-F238E27FC236}">
                  <a16:creationId xmlns:a16="http://schemas.microsoft.com/office/drawing/2014/main" id="{B66D0CB2-FE44-45B2-BED4-9CD4DDFFF800}"/>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98" name="Google Shape;65;p15">
                <a:extLst>
                  <a:ext uri="{FF2B5EF4-FFF2-40B4-BE49-F238E27FC236}">
                    <a16:creationId xmlns:a16="http://schemas.microsoft.com/office/drawing/2014/main" id="{46876ED3-08C6-4F19-AA67-B914335DAF43}"/>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66;p15">
                <a:extLst>
                  <a:ext uri="{FF2B5EF4-FFF2-40B4-BE49-F238E27FC236}">
                    <a16:creationId xmlns:a16="http://schemas.microsoft.com/office/drawing/2014/main" id="{2BD9A845-FABD-4762-A5CB-18DE38DA711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06" name="Group 2">
            <a:extLst>
              <a:ext uri="{FF2B5EF4-FFF2-40B4-BE49-F238E27FC236}">
                <a16:creationId xmlns:a16="http://schemas.microsoft.com/office/drawing/2014/main" id="{1BFC4A4D-F9BF-4B90-AF05-AC875C0B27DD}"/>
              </a:ext>
            </a:extLst>
          </p:cNvPr>
          <p:cNvGrpSpPr/>
          <p:nvPr/>
        </p:nvGrpSpPr>
        <p:grpSpPr>
          <a:xfrm>
            <a:off x="7869063" y="3229324"/>
            <a:ext cx="1188000" cy="1187100"/>
            <a:chOff x="3354429" y="3172449"/>
            <a:chExt cx="1188000" cy="1187100"/>
          </a:xfrm>
        </p:grpSpPr>
        <p:sp>
          <p:nvSpPr>
            <p:cNvPr id="107" name="TextBox 27">
              <a:extLst>
                <a:ext uri="{FF2B5EF4-FFF2-40B4-BE49-F238E27FC236}">
                  <a16:creationId xmlns:a16="http://schemas.microsoft.com/office/drawing/2014/main" id="{9C2D47CC-5185-4C73-9E27-888255DB68A3}"/>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108" name="Group 6">
              <a:extLst>
                <a:ext uri="{FF2B5EF4-FFF2-40B4-BE49-F238E27FC236}">
                  <a16:creationId xmlns:a16="http://schemas.microsoft.com/office/drawing/2014/main" id="{C0062F23-6647-411F-8551-C968F4E9D31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09" name="Google Shape;65;p15">
                <a:extLst>
                  <a:ext uri="{FF2B5EF4-FFF2-40B4-BE49-F238E27FC236}">
                    <a16:creationId xmlns:a16="http://schemas.microsoft.com/office/drawing/2014/main" id="{8EDF9CA8-F3D3-417B-AA46-538AC95D77AE}"/>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66;p15">
                <a:extLst>
                  <a:ext uri="{FF2B5EF4-FFF2-40B4-BE49-F238E27FC236}">
                    <a16:creationId xmlns:a16="http://schemas.microsoft.com/office/drawing/2014/main" id="{564EC263-9287-48A1-9D3E-3BB7A38BC20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1" name="TextBox 34">
            <a:extLst>
              <a:ext uri="{FF2B5EF4-FFF2-40B4-BE49-F238E27FC236}">
                <a16:creationId xmlns:a16="http://schemas.microsoft.com/office/drawing/2014/main" id="{568E33D7-B048-41EA-916D-89598C4ADB3D}"/>
              </a:ext>
            </a:extLst>
          </p:cNvPr>
          <p:cNvSpPr txBox="1"/>
          <p:nvPr/>
        </p:nvSpPr>
        <p:spPr>
          <a:xfrm>
            <a:off x="6730365" y="4501536"/>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112" name="Group 9">
            <a:extLst>
              <a:ext uri="{FF2B5EF4-FFF2-40B4-BE49-F238E27FC236}">
                <a16:creationId xmlns:a16="http://schemas.microsoft.com/office/drawing/2014/main" id="{8FCAF0CA-6D9E-4CEF-8F20-2847ADFF163C}"/>
              </a:ext>
            </a:extLst>
          </p:cNvPr>
          <p:cNvGrpSpPr/>
          <p:nvPr/>
        </p:nvGrpSpPr>
        <p:grpSpPr>
          <a:xfrm>
            <a:off x="9965345" y="2618076"/>
            <a:ext cx="1188000" cy="1187100"/>
            <a:chOff x="3354429" y="3172449"/>
            <a:chExt cx="1188000" cy="1187100"/>
          </a:xfrm>
        </p:grpSpPr>
        <p:sp>
          <p:nvSpPr>
            <p:cNvPr id="113" name="TextBox 27">
              <a:extLst>
                <a:ext uri="{FF2B5EF4-FFF2-40B4-BE49-F238E27FC236}">
                  <a16:creationId xmlns:a16="http://schemas.microsoft.com/office/drawing/2014/main" id="{7EF0B677-E39A-423E-9F51-E0E0F4389F2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114" name="Group 17">
              <a:extLst>
                <a:ext uri="{FF2B5EF4-FFF2-40B4-BE49-F238E27FC236}">
                  <a16:creationId xmlns:a16="http://schemas.microsoft.com/office/drawing/2014/main" id="{0412F446-0734-4C2B-9AD5-D83EE37276B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15" name="Google Shape;65;p15">
                <a:extLst>
                  <a:ext uri="{FF2B5EF4-FFF2-40B4-BE49-F238E27FC236}">
                    <a16:creationId xmlns:a16="http://schemas.microsoft.com/office/drawing/2014/main" id="{F0704143-D18E-419E-843F-49EF02D0114B}"/>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66;p15">
                <a:extLst>
                  <a:ext uri="{FF2B5EF4-FFF2-40B4-BE49-F238E27FC236}">
                    <a16:creationId xmlns:a16="http://schemas.microsoft.com/office/drawing/2014/main" id="{6F12A406-815E-49F5-A065-1C6EA10C5943}"/>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7" name="TextBox 37">
            <a:extLst>
              <a:ext uri="{FF2B5EF4-FFF2-40B4-BE49-F238E27FC236}">
                <a16:creationId xmlns:a16="http://schemas.microsoft.com/office/drawing/2014/main" id="{E027D698-6D24-4ACA-8414-042E6DFC1268}"/>
              </a:ext>
            </a:extLst>
          </p:cNvPr>
          <p:cNvSpPr txBox="1"/>
          <p:nvPr/>
        </p:nvSpPr>
        <p:spPr>
          <a:xfrm>
            <a:off x="9753888" y="3982399"/>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spTree>
    <p:extLst>
      <p:ext uri="{BB962C8B-B14F-4D97-AF65-F5344CB8AC3E}">
        <p14:creationId xmlns:p14="http://schemas.microsoft.com/office/powerpoint/2010/main" val="3481579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5EBAE5D-37BE-4A5F-941F-D165D5CA864A}"/>
              </a:ext>
            </a:extLst>
          </p:cNvPr>
          <p:cNvSpPr>
            <a:spLocks noGrp="1"/>
          </p:cNvSpPr>
          <p:nvPr>
            <p:ph type="sldNum" sz="quarter" idx="12"/>
          </p:nvPr>
        </p:nvSpPr>
        <p:spPr>
          <a:xfrm>
            <a:off x="7189552" y="6367530"/>
            <a:ext cx="2743200" cy="365125"/>
          </a:xfrm>
        </p:spPr>
        <p:txBody>
          <a:bodyPr/>
          <a:lstStyle/>
          <a:p>
            <a:pPr algn="ctr">
              <a:lnSpc>
                <a:spcPts val="2800"/>
              </a:lnSpc>
            </a:pPr>
            <a:r>
              <a:rPr lang="en-US" sz="1800" b="1" dirty="0">
                <a:solidFill>
                  <a:srgbClr val="003076"/>
                </a:solidFill>
                <a:latin typeface="Times New Roman" panose="02020603050405020304" pitchFamily="18" charset="0"/>
                <a:cs typeface="Times New Roman" panose="02020603050405020304" pitchFamily="18" charset="0"/>
              </a:rPr>
              <a:t>Démonstration</a:t>
            </a:r>
          </a:p>
        </p:txBody>
      </p:sp>
      <p:grpSp>
        <p:nvGrpSpPr>
          <p:cNvPr id="3" name="Group 44">
            <a:extLst>
              <a:ext uri="{FF2B5EF4-FFF2-40B4-BE49-F238E27FC236}">
                <a16:creationId xmlns:a16="http://schemas.microsoft.com/office/drawing/2014/main" id="{9FA7B4E0-6259-4BC8-ACC6-FA52BB4FB3BD}"/>
              </a:ext>
            </a:extLst>
          </p:cNvPr>
          <p:cNvGrpSpPr/>
          <p:nvPr/>
        </p:nvGrpSpPr>
        <p:grpSpPr>
          <a:xfrm>
            <a:off x="3936000" y="0"/>
            <a:ext cx="4320000" cy="2101651"/>
            <a:chOff x="3936000" y="-1"/>
            <a:chExt cx="4320000" cy="2101651"/>
          </a:xfrm>
        </p:grpSpPr>
        <p:sp>
          <p:nvSpPr>
            <p:cNvPr id="4" name="Freeform: Shape 4">
              <a:extLst>
                <a:ext uri="{FF2B5EF4-FFF2-40B4-BE49-F238E27FC236}">
                  <a16:creationId xmlns:a16="http://schemas.microsoft.com/office/drawing/2014/main" id="{6649092F-9661-461A-8617-50A92D824E47}"/>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 name="TextBox 23">
              <a:extLst>
                <a:ext uri="{FF2B5EF4-FFF2-40B4-BE49-F238E27FC236}">
                  <a16:creationId xmlns:a16="http://schemas.microsoft.com/office/drawing/2014/main" id="{0B3A6F00-26D8-42C4-B1A8-6A727E65605C}"/>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pic>
        <p:nvPicPr>
          <p:cNvPr id="61" name="Picture 1066" descr="A cartoon character carrying a toolbox and a wrench&#10;&#10;Description automatically generated with low confidence">
            <a:extLst>
              <a:ext uri="{FF2B5EF4-FFF2-40B4-BE49-F238E27FC236}">
                <a16:creationId xmlns:a16="http://schemas.microsoft.com/office/drawing/2014/main" id="{1BD48D04-D7C8-42A5-8763-3EB57B3A3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4065" y="6675471"/>
            <a:ext cx="1580807" cy="1540193"/>
          </a:xfrm>
          <a:prstGeom prst="rect">
            <a:avLst/>
          </a:prstGeom>
        </p:spPr>
      </p:pic>
      <p:grpSp>
        <p:nvGrpSpPr>
          <p:cNvPr id="62" name="Group 10">
            <a:extLst>
              <a:ext uri="{FF2B5EF4-FFF2-40B4-BE49-F238E27FC236}">
                <a16:creationId xmlns:a16="http://schemas.microsoft.com/office/drawing/2014/main" id="{1DF8B1F0-1475-46AC-A378-4278B32FF222}"/>
              </a:ext>
            </a:extLst>
          </p:cNvPr>
          <p:cNvGrpSpPr/>
          <p:nvPr/>
        </p:nvGrpSpPr>
        <p:grpSpPr>
          <a:xfrm>
            <a:off x="7780799" y="5163463"/>
            <a:ext cx="1188000" cy="1187100"/>
            <a:chOff x="3354429" y="3172449"/>
            <a:chExt cx="1188000" cy="1187100"/>
          </a:xfrm>
        </p:grpSpPr>
        <p:sp>
          <p:nvSpPr>
            <p:cNvPr id="63" name="TextBox 27">
              <a:extLst>
                <a:ext uri="{FF2B5EF4-FFF2-40B4-BE49-F238E27FC236}">
                  <a16:creationId xmlns:a16="http://schemas.microsoft.com/office/drawing/2014/main" id="{9AD9B188-2703-4485-9030-071234A243C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8</a:t>
              </a:r>
            </a:p>
          </p:txBody>
        </p:sp>
        <p:grpSp>
          <p:nvGrpSpPr>
            <p:cNvPr id="64" name="Group 12">
              <a:extLst>
                <a:ext uri="{FF2B5EF4-FFF2-40B4-BE49-F238E27FC236}">
                  <a16:creationId xmlns:a16="http://schemas.microsoft.com/office/drawing/2014/main" id="{DBBD2A3D-9F36-4EBE-80EC-DC8483D4F14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65" name="Google Shape;65;p15">
                <a:extLst>
                  <a:ext uri="{FF2B5EF4-FFF2-40B4-BE49-F238E27FC236}">
                    <a16:creationId xmlns:a16="http://schemas.microsoft.com/office/drawing/2014/main" id="{75257568-228E-409E-9C74-2BB4EDE2BBA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a:extLst>
                  <a:ext uri="{FF2B5EF4-FFF2-40B4-BE49-F238E27FC236}">
                    <a16:creationId xmlns:a16="http://schemas.microsoft.com/office/drawing/2014/main" id="{195C4E0B-61D2-465F-9840-054F3301F091}"/>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67" name="Group 30">
            <a:extLst>
              <a:ext uri="{FF2B5EF4-FFF2-40B4-BE49-F238E27FC236}">
                <a16:creationId xmlns:a16="http://schemas.microsoft.com/office/drawing/2014/main" id="{9BBC8D36-91FD-4C8D-9E7F-C7515513C715}"/>
              </a:ext>
            </a:extLst>
          </p:cNvPr>
          <p:cNvGrpSpPr/>
          <p:nvPr/>
        </p:nvGrpSpPr>
        <p:grpSpPr>
          <a:xfrm>
            <a:off x="11724627" y="6292069"/>
            <a:ext cx="467373" cy="576000"/>
            <a:chOff x="11602707" y="6123456"/>
            <a:chExt cx="589294" cy="734544"/>
          </a:xfrm>
        </p:grpSpPr>
        <p:sp>
          <p:nvSpPr>
            <p:cNvPr id="68" name="Freeform: Shape 31">
              <a:extLst>
                <a:ext uri="{FF2B5EF4-FFF2-40B4-BE49-F238E27FC236}">
                  <a16:creationId xmlns:a16="http://schemas.microsoft.com/office/drawing/2014/main" id="{F35ADC70-845D-4C55-A65F-29A49913DE80}"/>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69" name="Group 32">
              <a:extLst>
                <a:ext uri="{FF2B5EF4-FFF2-40B4-BE49-F238E27FC236}">
                  <a16:creationId xmlns:a16="http://schemas.microsoft.com/office/drawing/2014/main" id="{36F2B526-6805-4B68-8716-B39298673EA3}"/>
                </a:ext>
              </a:extLst>
            </p:cNvPr>
            <p:cNvGrpSpPr/>
            <p:nvPr/>
          </p:nvGrpSpPr>
          <p:grpSpPr>
            <a:xfrm>
              <a:off x="11746312" y="6279077"/>
              <a:ext cx="445689" cy="578923"/>
              <a:chOff x="11746312" y="6279077"/>
              <a:chExt cx="445689" cy="578923"/>
            </a:xfrm>
          </p:grpSpPr>
          <p:sp>
            <p:nvSpPr>
              <p:cNvPr id="70" name="Freeform: Shape 33">
                <a:extLst>
                  <a:ext uri="{FF2B5EF4-FFF2-40B4-BE49-F238E27FC236}">
                    <a16:creationId xmlns:a16="http://schemas.microsoft.com/office/drawing/2014/main" id="{D48A2795-CF03-4997-88F8-52C6BF1B7F86}"/>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1" name="Slide Number Placeholder 1">
                <a:extLst>
                  <a:ext uri="{FF2B5EF4-FFF2-40B4-BE49-F238E27FC236}">
                    <a16:creationId xmlns:a16="http://schemas.microsoft.com/office/drawing/2014/main" id="{7530B5B5-6253-4909-9944-DC0D33F0CC9E}"/>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sp>
        <p:nvSpPr>
          <p:cNvPr id="72" name="TextBox 28">
            <a:extLst>
              <a:ext uri="{FF2B5EF4-FFF2-40B4-BE49-F238E27FC236}">
                <a16:creationId xmlns:a16="http://schemas.microsoft.com/office/drawing/2014/main" id="{F4165F9E-26EF-4587-AC4F-1F8B3BE810DC}"/>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73" name="Group 1105">
            <a:extLst>
              <a:ext uri="{FF2B5EF4-FFF2-40B4-BE49-F238E27FC236}">
                <a16:creationId xmlns:a16="http://schemas.microsoft.com/office/drawing/2014/main" id="{4D43D053-641B-4FCF-AB7C-B586896AA148}"/>
              </a:ext>
            </a:extLst>
          </p:cNvPr>
          <p:cNvGrpSpPr/>
          <p:nvPr/>
        </p:nvGrpSpPr>
        <p:grpSpPr>
          <a:xfrm>
            <a:off x="1091210" y="2538076"/>
            <a:ext cx="1188000" cy="1187100"/>
            <a:chOff x="993058" y="3339400"/>
            <a:chExt cx="1188000" cy="1187100"/>
          </a:xfrm>
        </p:grpSpPr>
        <p:grpSp>
          <p:nvGrpSpPr>
            <p:cNvPr id="74" name="Group 1106">
              <a:extLst>
                <a:ext uri="{FF2B5EF4-FFF2-40B4-BE49-F238E27FC236}">
                  <a16:creationId xmlns:a16="http://schemas.microsoft.com/office/drawing/2014/main" id="{C7C6B8B0-77A8-4632-8A0B-390169193C92}"/>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76" name="Google Shape;65;p15">
                <a:extLst>
                  <a:ext uri="{FF2B5EF4-FFF2-40B4-BE49-F238E27FC236}">
                    <a16:creationId xmlns:a16="http://schemas.microsoft.com/office/drawing/2014/main" id="{E98D9C59-D05A-45B9-878F-AFEA257DE285}"/>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6;p15">
                <a:extLst>
                  <a:ext uri="{FF2B5EF4-FFF2-40B4-BE49-F238E27FC236}">
                    <a16:creationId xmlns:a16="http://schemas.microsoft.com/office/drawing/2014/main" id="{C5B917F2-FBDE-46DE-A938-95C3874EB2D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5" name="TextBox 27">
              <a:extLst>
                <a:ext uri="{FF2B5EF4-FFF2-40B4-BE49-F238E27FC236}">
                  <a16:creationId xmlns:a16="http://schemas.microsoft.com/office/drawing/2014/main" id="{07E14A17-CE6C-4E07-BE8B-05C3CCDD0A66}"/>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78" name="TextBox 28">
            <a:extLst>
              <a:ext uri="{FF2B5EF4-FFF2-40B4-BE49-F238E27FC236}">
                <a16:creationId xmlns:a16="http://schemas.microsoft.com/office/drawing/2014/main" id="{4858D934-B625-42C2-B96C-DF540D848E14}"/>
              </a:ext>
            </a:extLst>
          </p:cNvPr>
          <p:cNvSpPr txBox="1"/>
          <p:nvPr/>
        </p:nvSpPr>
        <p:spPr>
          <a:xfrm>
            <a:off x="2445786" y="4394639"/>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79" name="Group 1086">
            <a:extLst>
              <a:ext uri="{FF2B5EF4-FFF2-40B4-BE49-F238E27FC236}">
                <a16:creationId xmlns:a16="http://schemas.microsoft.com/office/drawing/2014/main" id="{23493A7B-2C60-4120-864F-AA07833F4662}"/>
              </a:ext>
            </a:extLst>
          </p:cNvPr>
          <p:cNvGrpSpPr/>
          <p:nvPr/>
        </p:nvGrpSpPr>
        <p:grpSpPr>
          <a:xfrm>
            <a:off x="3338561" y="3256499"/>
            <a:ext cx="1188000" cy="1026608"/>
            <a:chOff x="3354429" y="3172449"/>
            <a:chExt cx="1188000" cy="1187100"/>
          </a:xfrm>
        </p:grpSpPr>
        <p:sp>
          <p:nvSpPr>
            <p:cNvPr id="80" name="TextBox 27">
              <a:extLst>
                <a:ext uri="{FF2B5EF4-FFF2-40B4-BE49-F238E27FC236}">
                  <a16:creationId xmlns:a16="http://schemas.microsoft.com/office/drawing/2014/main" id="{1B310E40-E888-474C-A2CE-6429F15168E7}"/>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81" name="Group 1088">
              <a:extLst>
                <a:ext uri="{FF2B5EF4-FFF2-40B4-BE49-F238E27FC236}">
                  <a16:creationId xmlns:a16="http://schemas.microsoft.com/office/drawing/2014/main" id="{5EE5814C-DB49-4315-AD95-F672A0979B0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2" name="Google Shape;65;p15">
                <a:extLst>
                  <a:ext uri="{FF2B5EF4-FFF2-40B4-BE49-F238E27FC236}">
                    <a16:creationId xmlns:a16="http://schemas.microsoft.com/office/drawing/2014/main" id="{14F9AA68-1307-4840-A54C-8010CD0C545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6;p15">
                <a:extLst>
                  <a:ext uri="{FF2B5EF4-FFF2-40B4-BE49-F238E27FC236}">
                    <a16:creationId xmlns:a16="http://schemas.microsoft.com/office/drawing/2014/main" id="{2FCBC47A-7D62-4BF0-BCA4-DE3DB21E472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6" name="TextBox 28">
            <a:extLst>
              <a:ext uri="{FF2B5EF4-FFF2-40B4-BE49-F238E27FC236}">
                <a16:creationId xmlns:a16="http://schemas.microsoft.com/office/drawing/2014/main" id="{B9F75CD6-CA82-4444-85E4-49327EB18080}"/>
              </a:ext>
            </a:extLst>
          </p:cNvPr>
          <p:cNvSpPr txBox="1"/>
          <p:nvPr/>
        </p:nvSpPr>
        <p:spPr>
          <a:xfrm>
            <a:off x="5194559" y="3954550"/>
            <a:ext cx="2088285" cy="687817"/>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Processus</a:t>
            </a:r>
            <a:r>
              <a:rPr lang="fr-FR" sz="20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métier actuels</a:t>
            </a:r>
            <a:endParaRPr lang="fr-FR" sz="2000" dirty="0">
              <a:effectLst/>
            </a:endParaRPr>
          </a:p>
        </p:txBody>
      </p:sp>
      <p:grpSp>
        <p:nvGrpSpPr>
          <p:cNvPr id="97" name="Group 10">
            <a:extLst>
              <a:ext uri="{FF2B5EF4-FFF2-40B4-BE49-F238E27FC236}">
                <a16:creationId xmlns:a16="http://schemas.microsoft.com/office/drawing/2014/main" id="{73B40EBF-8984-4A4F-9532-8DEB0EF0EFDD}"/>
              </a:ext>
            </a:extLst>
          </p:cNvPr>
          <p:cNvGrpSpPr/>
          <p:nvPr/>
        </p:nvGrpSpPr>
        <p:grpSpPr>
          <a:xfrm>
            <a:off x="5626883" y="2582685"/>
            <a:ext cx="1188000" cy="1187100"/>
            <a:chOff x="3354429" y="3172449"/>
            <a:chExt cx="1188000" cy="1187100"/>
          </a:xfrm>
        </p:grpSpPr>
        <p:sp>
          <p:nvSpPr>
            <p:cNvPr id="98" name="TextBox 27">
              <a:extLst>
                <a:ext uri="{FF2B5EF4-FFF2-40B4-BE49-F238E27FC236}">
                  <a16:creationId xmlns:a16="http://schemas.microsoft.com/office/drawing/2014/main" id="{C12B0B4F-A2D3-45E8-A780-30CBA4421D6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99" name="Group 12">
              <a:extLst>
                <a:ext uri="{FF2B5EF4-FFF2-40B4-BE49-F238E27FC236}">
                  <a16:creationId xmlns:a16="http://schemas.microsoft.com/office/drawing/2014/main" id="{6A9B9B4A-536C-4B1F-A939-7DCFDCB5CF51}"/>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00" name="Google Shape;65;p15">
                <a:extLst>
                  <a:ext uri="{FF2B5EF4-FFF2-40B4-BE49-F238E27FC236}">
                    <a16:creationId xmlns:a16="http://schemas.microsoft.com/office/drawing/2014/main" id="{8E452F0C-4A35-4D45-A375-250C6910D65C}"/>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66;p15">
                <a:extLst>
                  <a:ext uri="{FF2B5EF4-FFF2-40B4-BE49-F238E27FC236}">
                    <a16:creationId xmlns:a16="http://schemas.microsoft.com/office/drawing/2014/main" id="{4DB328E1-CBA3-4FD3-9607-C7EDF220F7A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02" name="Group 2">
            <a:extLst>
              <a:ext uri="{FF2B5EF4-FFF2-40B4-BE49-F238E27FC236}">
                <a16:creationId xmlns:a16="http://schemas.microsoft.com/office/drawing/2014/main" id="{C140D1A9-98AC-4DC9-A19B-B7B78796523D}"/>
              </a:ext>
            </a:extLst>
          </p:cNvPr>
          <p:cNvGrpSpPr/>
          <p:nvPr/>
        </p:nvGrpSpPr>
        <p:grpSpPr>
          <a:xfrm>
            <a:off x="7834065" y="3219528"/>
            <a:ext cx="1188000" cy="1187100"/>
            <a:chOff x="3354429" y="3172449"/>
            <a:chExt cx="1188000" cy="1187100"/>
          </a:xfrm>
        </p:grpSpPr>
        <p:sp>
          <p:nvSpPr>
            <p:cNvPr id="103" name="TextBox 27">
              <a:extLst>
                <a:ext uri="{FF2B5EF4-FFF2-40B4-BE49-F238E27FC236}">
                  <a16:creationId xmlns:a16="http://schemas.microsoft.com/office/drawing/2014/main" id="{7ACB536A-639E-4787-AB8D-A395A2435847}"/>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104" name="Group 6">
              <a:extLst>
                <a:ext uri="{FF2B5EF4-FFF2-40B4-BE49-F238E27FC236}">
                  <a16:creationId xmlns:a16="http://schemas.microsoft.com/office/drawing/2014/main" id="{04BBF4AD-40BF-4D33-8C98-F582269B44D2}"/>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05" name="Google Shape;65;p15">
                <a:extLst>
                  <a:ext uri="{FF2B5EF4-FFF2-40B4-BE49-F238E27FC236}">
                    <a16:creationId xmlns:a16="http://schemas.microsoft.com/office/drawing/2014/main" id="{34D45B11-EC91-4754-850B-BD04B7FF804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66;p15">
                <a:extLst>
                  <a:ext uri="{FF2B5EF4-FFF2-40B4-BE49-F238E27FC236}">
                    <a16:creationId xmlns:a16="http://schemas.microsoft.com/office/drawing/2014/main" id="{4406C829-4008-4F06-8E91-F1356C0AB836}"/>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07" name="TextBox 34">
            <a:extLst>
              <a:ext uri="{FF2B5EF4-FFF2-40B4-BE49-F238E27FC236}">
                <a16:creationId xmlns:a16="http://schemas.microsoft.com/office/drawing/2014/main" id="{D98A753C-CA38-4128-80E1-CCE26380B9CE}"/>
              </a:ext>
            </a:extLst>
          </p:cNvPr>
          <p:cNvSpPr txBox="1"/>
          <p:nvPr/>
        </p:nvSpPr>
        <p:spPr>
          <a:xfrm>
            <a:off x="6730365" y="4501536"/>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108" name="Group 9">
            <a:extLst>
              <a:ext uri="{FF2B5EF4-FFF2-40B4-BE49-F238E27FC236}">
                <a16:creationId xmlns:a16="http://schemas.microsoft.com/office/drawing/2014/main" id="{55C2A46A-6BB5-41AB-9B59-552258CCA190}"/>
              </a:ext>
            </a:extLst>
          </p:cNvPr>
          <p:cNvGrpSpPr/>
          <p:nvPr/>
        </p:nvGrpSpPr>
        <p:grpSpPr>
          <a:xfrm>
            <a:off x="9965345" y="2618076"/>
            <a:ext cx="1188000" cy="1187100"/>
            <a:chOff x="3354429" y="3172449"/>
            <a:chExt cx="1188000" cy="1187100"/>
          </a:xfrm>
        </p:grpSpPr>
        <p:sp>
          <p:nvSpPr>
            <p:cNvPr id="109" name="TextBox 27">
              <a:extLst>
                <a:ext uri="{FF2B5EF4-FFF2-40B4-BE49-F238E27FC236}">
                  <a16:creationId xmlns:a16="http://schemas.microsoft.com/office/drawing/2014/main" id="{6A4F2F54-505A-4AFC-A0BA-ADE7A22D94DD}"/>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110" name="Group 17">
              <a:extLst>
                <a:ext uri="{FF2B5EF4-FFF2-40B4-BE49-F238E27FC236}">
                  <a16:creationId xmlns:a16="http://schemas.microsoft.com/office/drawing/2014/main" id="{7DCC1331-4A03-4D5B-8AE2-16B0AFD28B02}"/>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11" name="Google Shape;65;p15">
                <a:extLst>
                  <a:ext uri="{FF2B5EF4-FFF2-40B4-BE49-F238E27FC236}">
                    <a16:creationId xmlns:a16="http://schemas.microsoft.com/office/drawing/2014/main" id="{F123F867-29A2-4926-9365-D87CE350E44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66;p15">
                <a:extLst>
                  <a:ext uri="{FF2B5EF4-FFF2-40B4-BE49-F238E27FC236}">
                    <a16:creationId xmlns:a16="http://schemas.microsoft.com/office/drawing/2014/main" id="{83B5556E-4927-42D1-B154-E16343592F6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3" name="TextBox 37">
            <a:extLst>
              <a:ext uri="{FF2B5EF4-FFF2-40B4-BE49-F238E27FC236}">
                <a16:creationId xmlns:a16="http://schemas.microsoft.com/office/drawing/2014/main" id="{6D0B9049-158A-4498-BAE1-56043FAA2D29}"/>
              </a:ext>
            </a:extLst>
          </p:cNvPr>
          <p:cNvSpPr txBox="1"/>
          <p:nvPr/>
        </p:nvSpPr>
        <p:spPr>
          <a:xfrm>
            <a:off x="9753888" y="3982399"/>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sp>
        <p:nvSpPr>
          <p:cNvPr id="125" name="ZoneTexte 124">
            <a:extLst>
              <a:ext uri="{FF2B5EF4-FFF2-40B4-BE49-F238E27FC236}">
                <a16:creationId xmlns:a16="http://schemas.microsoft.com/office/drawing/2014/main" id="{3565A3E1-000C-4630-B0E9-D378C7B1D768}"/>
              </a:ext>
            </a:extLst>
          </p:cNvPr>
          <p:cNvSpPr txBox="1"/>
          <p:nvPr/>
        </p:nvSpPr>
        <p:spPr>
          <a:xfrm>
            <a:off x="-871670" y="6042787"/>
            <a:ext cx="6093618" cy="415755"/>
          </a:xfrm>
          <a:prstGeom prst="rect">
            <a:avLst/>
          </a:prstGeom>
          <a:noFill/>
        </p:spPr>
        <p:txBody>
          <a:bodyPr wrap="square">
            <a:spAutoFit/>
          </a:bodyPr>
          <a:lstStyle/>
          <a:p>
            <a:pPr algn="ctr">
              <a:lnSpc>
                <a:spcPts val="2800"/>
              </a:lnSpc>
            </a:pPr>
            <a:r>
              <a:rPr lang="fr-FR" sz="1800" b="1" dirty="0">
                <a:solidFill>
                  <a:srgbClr val="003076"/>
                </a:solidFill>
                <a:latin typeface="Times New Roman" panose="02020603050405020304" pitchFamily="18" charset="0"/>
                <a:cs typeface="Times New Roman" panose="02020603050405020304" pitchFamily="18" charset="0"/>
              </a:rPr>
              <a:t>Outils de développement</a:t>
            </a:r>
          </a:p>
        </p:txBody>
      </p:sp>
      <p:grpSp>
        <p:nvGrpSpPr>
          <p:cNvPr id="126" name="Group 9">
            <a:extLst>
              <a:ext uri="{FF2B5EF4-FFF2-40B4-BE49-F238E27FC236}">
                <a16:creationId xmlns:a16="http://schemas.microsoft.com/office/drawing/2014/main" id="{856B97D2-F27E-4410-B631-98BFD5BC5DF1}"/>
              </a:ext>
            </a:extLst>
          </p:cNvPr>
          <p:cNvGrpSpPr/>
          <p:nvPr/>
        </p:nvGrpSpPr>
        <p:grpSpPr>
          <a:xfrm>
            <a:off x="1443417" y="4855687"/>
            <a:ext cx="1188000" cy="1187100"/>
            <a:chOff x="3354429" y="3172449"/>
            <a:chExt cx="1188000" cy="1187100"/>
          </a:xfrm>
        </p:grpSpPr>
        <p:sp>
          <p:nvSpPr>
            <p:cNvPr id="127" name="TextBox 27">
              <a:extLst>
                <a:ext uri="{FF2B5EF4-FFF2-40B4-BE49-F238E27FC236}">
                  <a16:creationId xmlns:a16="http://schemas.microsoft.com/office/drawing/2014/main" id="{474C4A84-D52D-4620-9F91-32D8F97EA10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6</a:t>
              </a:r>
            </a:p>
          </p:txBody>
        </p:sp>
        <p:grpSp>
          <p:nvGrpSpPr>
            <p:cNvPr id="128" name="Group 17">
              <a:extLst>
                <a:ext uri="{FF2B5EF4-FFF2-40B4-BE49-F238E27FC236}">
                  <a16:creationId xmlns:a16="http://schemas.microsoft.com/office/drawing/2014/main" id="{48C99DA7-A3A5-46A8-839A-682265EB0D96}"/>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29" name="Google Shape;65;p15">
                <a:extLst>
                  <a:ext uri="{FF2B5EF4-FFF2-40B4-BE49-F238E27FC236}">
                    <a16:creationId xmlns:a16="http://schemas.microsoft.com/office/drawing/2014/main" id="{394DB5C8-FB76-486E-88EB-7ABBEB7B9768}"/>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66;p15">
                <a:extLst>
                  <a:ext uri="{FF2B5EF4-FFF2-40B4-BE49-F238E27FC236}">
                    <a16:creationId xmlns:a16="http://schemas.microsoft.com/office/drawing/2014/main" id="{FED001EA-72B0-40DF-9F2B-0A4C2851329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31" name="Group 1061">
            <a:extLst>
              <a:ext uri="{FF2B5EF4-FFF2-40B4-BE49-F238E27FC236}">
                <a16:creationId xmlns:a16="http://schemas.microsoft.com/office/drawing/2014/main" id="{C5AF09BD-BB44-42DD-AC17-0C09C6FC27DE}"/>
              </a:ext>
            </a:extLst>
          </p:cNvPr>
          <p:cNvGrpSpPr/>
          <p:nvPr/>
        </p:nvGrpSpPr>
        <p:grpSpPr>
          <a:xfrm>
            <a:off x="4908000" y="4606051"/>
            <a:ext cx="1188000" cy="1187100"/>
            <a:chOff x="3354429" y="3172449"/>
            <a:chExt cx="1188000" cy="1187100"/>
          </a:xfrm>
        </p:grpSpPr>
        <p:sp>
          <p:nvSpPr>
            <p:cNvPr id="132" name="TextBox 27">
              <a:extLst>
                <a:ext uri="{FF2B5EF4-FFF2-40B4-BE49-F238E27FC236}">
                  <a16:creationId xmlns:a16="http://schemas.microsoft.com/office/drawing/2014/main" id="{471D0614-C811-417B-ADD5-22F696381317}"/>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7</a:t>
              </a:r>
            </a:p>
          </p:txBody>
        </p:sp>
        <p:grpSp>
          <p:nvGrpSpPr>
            <p:cNvPr id="133" name="Group 1063">
              <a:extLst>
                <a:ext uri="{FF2B5EF4-FFF2-40B4-BE49-F238E27FC236}">
                  <a16:creationId xmlns:a16="http://schemas.microsoft.com/office/drawing/2014/main" id="{E0690AA3-2074-47FF-BFD9-47292249A31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34" name="Google Shape;65;p15">
                <a:extLst>
                  <a:ext uri="{FF2B5EF4-FFF2-40B4-BE49-F238E27FC236}">
                    <a16:creationId xmlns:a16="http://schemas.microsoft.com/office/drawing/2014/main" id="{339AC9A1-D56E-4CA7-B838-B4052015CE81}"/>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66;p15">
                <a:extLst>
                  <a:ext uri="{FF2B5EF4-FFF2-40B4-BE49-F238E27FC236}">
                    <a16:creationId xmlns:a16="http://schemas.microsoft.com/office/drawing/2014/main" id="{960036B6-A6D7-4A30-9E60-31E4792EE9C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36" name="ZoneTexte 135">
            <a:extLst>
              <a:ext uri="{FF2B5EF4-FFF2-40B4-BE49-F238E27FC236}">
                <a16:creationId xmlns:a16="http://schemas.microsoft.com/office/drawing/2014/main" id="{AD7FCB81-9F72-46E5-A32D-6D12C1E78FB9}"/>
              </a:ext>
            </a:extLst>
          </p:cNvPr>
          <p:cNvSpPr txBox="1"/>
          <p:nvPr/>
        </p:nvSpPr>
        <p:spPr>
          <a:xfrm>
            <a:off x="2449225" y="5849653"/>
            <a:ext cx="6529388"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Architecture de l’application</a:t>
            </a:r>
            <a:endParaRPr lang="en-US" sz="1800" b="1" dirty="0">
              <a:solidFill>
                <a:srgbClr val="003076"/>
              </a:solidFill>
              <a:latin typeface="Times New Roman" panose="02020603050405020304" pitchFamily="18" charset="0"/>
              <a:cs typeface="Times New Roman" panose="02020603050405020304" pitchFamily="18" charset="0"/>
            </a:endParaRPr>
          </a:p>
        </p:txBody>
      </p:sp>
      <p:grpSp>
        <p:nvGrpSpPr>
          <p:cNvPr id="161" name="Group 2">
            <a:extLst>
              <a:ext uri="{FF2B5EF4-FFF2-40B4-BE49-F238E27FC236}">
                <a16:creationId xmlns:a16="http://schemas.microsoft.com/office/drawing/2014/main" id="{873FF594-F0E5-40A2-B638-ACC1B8439738}"/>
              </a:ext>
            </a:extLst>
          </p:cNvPr>
          <p:cNvGrpSpPr/>
          <p:nvPr/>
        </p:nvGrpSpPr>
        <p:grpSpPr>
          <a:xfrm>
            <a:off x="10385941" y="-1867008"/>
            <a:ext cx="1188000" cy="1187100"/>
            <a:chOff x="3354429" y="3172449"/>
            <a:chExt cx="1188000" cy="1187100"/>
          </a:xfrm>
        </p:grpSpPr>
        <p:sp>
          <p:nvSpPr>
            <p:cNvPr id="162" name="TextBox 27">
              <a:extLst>
                <a:ext uri="{FF2B5EF4-FFF2-40B4-BE49-F238E27FC236}">
                  <a16:creationId xmlns:a16="http://schemas.microsoft.com/office/drawing/2014/main" id="{E9A7ACF4-0B13-4DAB-A1D1-585F7DC1D799}"/>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9</a:t>
              </a:r>
            </a:p>
          </p:txBody>
        </p:sp>
        <p:grpSp>
          <p:nvGrpSpPr>
            <p:cNvPr id="163" name="Group 6">
              <a:extLst>
                <a:ext uri="{FF2B5EF4-FFF2-40B4-BE49-F238E27FC236}">
                  <a16:creationId xmlns:a16="http://schemas.microsoft.com/office/drawing/2014/main" id="{E6AB047E-8367-44CD-9C25-3A5D9DB1CC1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64" name="Google Shape;65;p15">
                <a:extLst>
                  <a:ext uri="{FF2B5EF4-FFF2-40B4-BE49-F238E27FC236}">
                    <a16:creationId xmlns:a16="http://schemas.microsoft.com/office/drawing/2014/main" id="{DB6DAF54-84F2-45B2-847C-99E9B8F53D8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66;p15">
                <a:extLst>
                  <a:ext uri="{FF2B5EF4-FFF2-40B4-BE49-F238E27FC236}">
                    <a16:creationId xmlns:a16="http://schemas.microsoft.com/office/drawing/2014/main" id="{3996E944-4695-4570-A2E4-3F2EB661D23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66" name="ZoneTexte 165">
            <a:extLst>
              <a:ext uri="{FF2B5EF4-FFF2-40B4-BE49-F238E27FC236}">
                <a16:creationId xmlns:a16="http://schemas.microsoft.com/office/drawing/2014/main" id="{66B7A8AE-EEE4-46F9-9EE6-96AC808BC920}"/>
              </a:ext>
            </a:extLst>
          </p:cNvPr>
          <p:cNvSpPr txBox="1"/>
          <p:nvPr/>
        </p:nvSpPr>
        <p:spPr>
          <a:xfrm>
            <a:off x="8765859" y="-744367"/>
            <a:ext cx="4384270"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Conclusion et perspectives</a:t>
            </a:r>
          </a:p>
        </p:txBody>
      </p:sp>
    </p:spTree>
    <p:extLst>
      <p:ext uri="{BB962C8B-B14F-4D97-AF65-F5344CB8AC3E}">
        <p14:creationId xmlns:p14="http://schemas.microsoft.com/office/powerpoint/2010/main" val="2932091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2">
            <a:extLst>
              <a:ext uri="{FF2B5EF4-FFF2-40B4-BE49-F238E27FC236}">
                <a16:creationId xmlns:a16="http://schemas.microsoft.com/office/drawing/2014/main" id="{B2BD68D0-BFB2-4A91-8417-157F1F1F7DF6}"/>
              </a:ext>
            </a:extLst>
          </p:cNvPr>
          <p:cNvGrpSpPr/>
          <p:nvPr/>
        </p:nvGrpSpPr>
        <p:grpSpPr>
          <a:xfrm>
            <a:off x="10138788" y="4894693"/>
            <a:ext cx="1188000" cy="1187100"/>
            <a:chOff x="3354429" y="3172449"/>
            <a:chExt cx="1188000" cy="1187100"/>
          </a:xfrm>
        </p:grpSpPr>
        <p:sp>
          <p:nvSpPr>
            <p:cNvPr id="13" name="TextBox 27">
              <a:extLst>
                <a:ext uri="{FF2B5EF4-FFF2-40B4-BE49-F238E27FC236}">
                  <a16:creationId xmlns:a16="http://schemas.microsoft.com/office/drawing/2014/main" id="{020BF3FB-E04B-4298-BF5C-E8FA80349E8F}"/>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9</a:t>
              </a:r>
            </a:p>
          </p:txBody>
        </p:sp>
        <p:grpSp>
          <p:nvGrpSpPr>
            <p:cNvPr id="14" name="Group 6">
              <a:extLst>
                <a:ext uri="{FF2B5EF4-FFF2-40B4-BE49-F238E27FC236}">
                  <a16:creationId xmlns:a16="http://schemas.microsoft.com/office/drawing/2014/main" id="{B3650E75-FC54-4FC0-B445-81E798ACCD87}"/>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5" name="Google Shape;65;p15">
                <a:extLst>
                  <a:ext uri="{FF2B5EF4-FFF2-40B4-BE49-F238E27FC236}">
                    <a16:creationId xmlns:a16="http://schemas.microsoft.com/office/drawing/2014/main" id="{DB745028-BB11-45CD-9C2F-A44C7666CE8F}"/>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6;p15">
                <a:extLst>
                  <a:ext uri="{FF2B5EF4-FFF2-40B4-BE49-F238E27FC236}">
                    <a16:creationId xmlns:a16="http://schemas.microsoft.com/office/drawing/2014/main" id="{C9B82D5A-5109-4E40-A4F9-20E2190A20A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62" name="ZoneTexte 61">
            <a:extLst>
              <a:ext uri="{FF2B5EF4-FFF2-40B4-BE49-F238E27FC236}">
                <a16:creationId xmlns:a16="http://schemas.microsoft.com/office/drawing/2014/main" id="{1BAB956F-9835-4C2E-828B-441635677400}"/>
              </a:ext>
            </a:extLst>
          </p:cNvPr>
          <p:cNvSpPr txBox="1"/>
          <p:nvPr/>
        </p:nvSpPr>
        <p:spPr>
          <a:xfrm>
            <a:off x="8518706" y="6017334"/>
            <a:ext cx="4384270"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Conclusion et perspectives</a:t>
            </a:r>
          </a:p>
        </p:txBody>
      </p:sp>
      <p:pic>
        <p:nvPicPr>
          <p:cNvPr id="63" name="Picture 1066" descr="A cartoon character carrying a toolbox and a wrench&#10;&#10;Description automatically generated with low confidence">
            <a:extLst>
              <a:ext uri="{FF2B5EF4-FFF2-40B4-BE49-F238E27FC236}">
                <a16:creationId xmlns:a16="http://schemas.microsoft.com/office/drawing/2014/main" id="{43F13F92-7422-46C2-8A9F-A7D1174F9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487" y="6633799"/>
            <a:ext cx="1580807" cy="1540193"/>
          </a:xfrm>
          <a:prstGeom prst="rect">
            <a:avLst/>
          </a:prstGeom>
        </p:spPr>
      </p:pic>
      <p:grpSp>
        <p:nvGrpSpPr>
          <p:cNvPr id="76" name="Group 30">
            <a:extLst>
              <a:ext uri="{FF2B5EF4-FFF2-40B4-BE49-F238E27FC236}">
                <a16:creationId xmlns:a16="http://schemas.microsoft.com/office/drawing/2014/main" id="{1631D23D-7563-4960-AE13-6931F65A2294}"/>
              </a:ext>
            </a:extLst>
          </p:cNvPr>
          <p:cNvGrpSpPr/>
          <p:nvPr/>
        </p:nvGrpSpPr>
        <p:grpSpPr>
          <a:xfrm>
            <a:off x="11724627" y="6292069"/>
            <a:ext cx="467373" cy="576000"/>
            <a:chOff x="11602707" y="6123456"/>
            <a:chExt cx="589294" cy="734544"/>
          </a:xfrm>
        </p:grpSpPr>
        <p:sp>
          <p:nvSpPr>
            <p:cNvPr id="77" name="Freeform: Shape 31">
              <a:extLst>
                <a:ext uri="{FF2B5EF4-FFF2-40B4-BE49-F238E27FC236}">
                  <a16:creationId xmlns:a16="http://schemas.microsoft.com/office/drawing/2014/main" id="{8B0A5B65-7BA6-49D1-AF20-EC7C1D903526}"/>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78" name="Group 32">
              <a:extLst>
                <a:ext uri="{FF2B5EF4-FFF2-40B4-BE49-F238E27FC236}">
                  <a16:creationId xmlns:a16="http://schemas.microsoft.com/office/drawing/2014/main" id="{B66BEF56-0B01-450B-B75E-D11BEC5BD9F4}"/>
                </a:ext>
              </a:extLst>
            </p:cNvPr>
            <p:cNvGrpSpPr/>
            <p:nvPr/>
          </p:nvGrpSpPr>
          <p:grpSpPr>
            <a:xfrm>
              <a:off x="11746312" y="6279077"/>
              <a:ext cx="445689" cy="578923"/>
              <a:chOff x="11746312" y="6279077"/>
              <a:chExt cx="445689" cy="578923"/>
            </a:xfrm>
          </p:grpSpPr>
          <p:sp>
            <p:nvSpPr>
              <p:cNvPr id="79" name="Freeform: Shape 33">
                <a:extLst>
                  <a:ext uri="{FF2B5EF4-FFF2-40B4-BE49-F238E27FC236}">
                    <a16:creationId xmlns:a16="http://schemas.microsoft.com/office/drawing/2014/main" id="{2D3FBC6C-B6FA-41C2-A646-76F7E8253B19}"/>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0" name="Slide Number Placeholder 1">
                <a:extLst>
                  <a:ext uri="{FF2B5EF4-FFF2-40B4-BE49-F238E27FC236}">
                    <a16:creationId xmlns:a16="http://schemas.microsoft.com/office/drawing/2014/main" id="{F7D3107D-6511-44E2-B716-9E2A3B7F7D80}"/>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a:t>
                </a:r>
              </a:p>
            </p:txBody>
          </p:sp>
        </p:grpSp>
      </p:grpSp>
      <p:grpSp>
        <p:nvGrpSpPr>
          <p:cNvPr id="69" name="Group 44">
            <a:extLst>
              <a:ext uri="{FF2B5EF4-FFF2-40B4-BE49-F238E27FC236}">
                <a16:creationId xmlns:a16="http://schemas.microsoft.com/office/drawing/2014/main" id="{06A0FC43-EC8E-4E98-BF24-661113E34AD1}"/>
              </a:ext>
            </a:extLst>
          </p:cNvPr>
          <p:cNvGrpSpPr/>
          <p:nvPr/>
        </p:nvGrpSpPr>
        <p:grpSpPr>
          <a:xfrm>
            <a:off x="3936000" y="0"/>
            <a:ext cx="4320000" cy="2101651"/>
            <a:chOff x="3936000" y="-1"/>
            <a:chExt cx="4320000" cy="2101651"/>
          </a:xfrm>
        </p:grpSpPr>
        <p:sp>
          <p:nvSpPr>
            <p:cNvPr id="81" name="Freeform: Shape 4">
              <a:extLst>
                <a:ext uri="{FF2B5EF4-FFF2-40B4-BE49-F238E27FC236}">
                  <a16:creationId xmlns:a16="http://schemas.microsoft.com/office/drawing/2014/main" id="{299006B9-3D90-45B1-B64C-D043EE1ABDC9}"/>
                </a:ext>
              </a:extLst>
            </p:cNvPr>
            <p:cNvSpPr/>
            <p:nvPr/>
          </p:nvSpPr>
          <p:spPr>
            <a:xfrm>
              <a:off x="3936000" y="-1"/>
              <a:ext cx="4320000" cy="2101651"/>
            </a:xfrm>
            <a:custGeom>
              <a:avLst/>
              <a:gdLst>
                <a:gd name="connsiteX0" fmla="*/ 1668 w 4320000"/>
                <a:gd name="connsiteY0" fmla="*/ 0 h 2101651"/>
                <a:gd name="connsiteX1" fmla="*/ 4318333 w 4320000"/>
                <a:gd name="connsiteY1" fmla="*/ 0 h 2101651"/>
                <a:gd name="connsiteX2" fmla="*/ 4320000 w 4320000"/>
                <a:gd name="connsiteY2" fmla="*/ 31651 h 2101651"/>
                <a:gd name="connsiteX3" fmla="*/ 2160000 w 4320000"/>
                <a:gd name="connsiteY3" fmla="*/ 2101651 h 2101651"/>
                <a:gd name="connsiteX4" fmla="*/ 0 w 4320000"/>
                <a:gd name="connsiteY4" fmla="*/ 31651 h 2101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2101651">
                  <a:moveTo>
                    <a:pt x="1668" y="0"/>
                  </a:moveTo>
                  <a:lnTo>
                    <a:pt x="4318333" y="0"/>
                  </a:lnTo>
                  <a:lnTo>
                    <a:pt x="4320000" y="31651"/>
                  </a:lnTo>
                  <a:cubicBezTo>
                    <a:pt x="4320000" y="1174880"/>
                    <a:pt x="3352935" y="2101651"/>
                    <a:pt x="2160000" y="2101651"/>
                  </a:cubicBezTo>
                  <a:cubicBezTo>
                    <a:pt x="967065" y="2101651"/>
                    <a:pt x="0" y="1174880"/>
                    <a:pt x="0" y="31651"/>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2" name="TextBox 23">
              <a:extLst>
                <a:ext uri="{FF2B5EF4-FFF2-40B4-BE49-F238E27FC236}">
                  <a16:creationId xmlns:a16="http://schemas.microsoft.com/office/drawing/2014/main" id="{E8BC1F2E-2A09-493D-AFDD-7A252A2E8224}"/>
                </a:ext>
              </a:extLst>
            </p:cNvPr>
            <p:cNvSpPr txBox="1"/>
            <p:nvPr/>
          </p:nvSpPr>
          <p:spPr>
            <a:xfrm>
              <a:off x="4411200" y="711788"/>
              <a:ext cx="3369599" cy="678071"/>
            </a:xfrm>
            <a:prstGeom prst="rect">
              <a:avLst/>
            </a:prstGeom>
          </p:spPr>
          <p:txBody>
            <a:bodyPr lIns="0" tIns="0" rIns="0" bIns="0" rtlCol="0" anchor="t">
              <a:spAutoFit/>
            </a:bodyPr>
            <a:lstStyle/>
            <a:p>
              <a:pPr algn="ctr">
                <a:lnSpc>
                  <a:spcPts val="4806"/>
                </a:lnSpc>
              </a:pPr>
              <a:r>
                <a:rPr lang="en-US" sz="7200" b="1" dirty="0">
                  <a:solidFill>
                    <a:schemeClr val="bg1"/>
                  </a:solidFill>
                  <a:latin typeface="Times New Roman" panose="02020603050405020304" pitchFamily="18" charset="0"/>
                  <a:cs typeface="Times New Roman" panose="02020603050405020304" pitchFamily="18" charset="0"/>
                </a:rPr>
                <a:t>Plan</a:t>
              </a:r>
            </a:p>
          </p:txBody>
        </p:sp>
      </p:grpSp>
      <p:sp>
        <p:nvSpPr>
          <p:cNvPr id="113" name="TextBox 28">
            <a:extLst>
              <a:ext uri="{FF2B5EF4-FFF2-40B4-BE49-F238E27FC236}">
                <a16:creationId xmlns:a16="http://schemas.microsoft.com/office/drawing/2014/main" id="{1F211732-41BC-44DF-A4F7-1910D9BEACF7}"/>
              </a:ext>
            </a:extLst>
          </p:cNvPr>
          <p:cNvSpPr txBox="1"/>
          <p:nvPr/>
        </p:nvSpPr>
        <p:spPr>
          <a:xfrm>
            <a:off x="0" y="3813078"/>
            <a:ext cx="3401459"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Présentation du lieu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du stage </a:t>
            </a:r>
          </a:p>
        </p:txBody>
      </p:sp>
      <p:grpSp>
        <p:nvGrpSpPr>
          <p:cNvPr id="114" name="Group 1105">
            <a:extLst>
              <a:ext uri="{FF2B5EF4-FFF2-40B4-BE49-F238E27FC236}">
                <a16:creationId xmlns:a16="http://schemas.microsoft.com/office/drawing/2014/main" id="{51BFB656-EBFE-42D0-A711-25E139327A3D}"/>
              </a:ext>
            </a:extLst>
          </p:cNvPr>
          <p:cNvGrpSpPr/>
          <p:nvPr/>
        </p:nvGrpSpPr>
        <p:grpSpPr>
          <a:xfrm>
            <a:off x="1091210" y="2538076"/>
            <a:ext cx="1188000" cy="1187100"/>
            <a:chOff x="993058" y="3339400"/>
            <a:chExt cx="1188000" cy="1187100"/>
          </a:xfrm>
        </p:grpSpPr>
        <p:grpSp>
          <p:nvGrpSpPr>
            <p:cNvPr id="115" name="Group 1106">
              <a:extLst>
                <a:ext uri="{FF2B5EF4-FFF2-40B4-BE49-F238E27FC236}">
                  <a16:creationId xmlns:a16="http://schemas.microsoft.com/office/drawing/2014/main" id="{284D780B-9191-4391-A5BC-C451E3D22926}"/>
                </a:ext>
              </a:extLst>
            </p:cNvPr>
            <p:cNvGrpSpPr/>
            <p:nvPr/>
          </p:nvGrpSpPr>
          <p:grpSpPr>
            <a:xfrm>
              <a:off x="993058" y="3339400"/>
              <a:ext cx="1188000" cy="1187100"/>
              <a:chOff x="1419778" y="98360"/>
              <a:chExt cx="2499496" cy="2491814"/>
            </a:xfrm>
            <a:effectLst>
              <a:outerShdw blurRad="76200" dir="18900000" sy="23000" kx="-1200000" algn="bl" rotWithShape="0">
                <a:prstClr val="black">
                  <a:alpha val="20000"/>
                </a:prstClr>
              </a:outerShdw>
            </a:effectLst>
          </p:grpSpPr>
          <p:sp>
            <p:nvSpPr>
              <p:cNvPr id="117" name="Google Shape;65;p15">
                <a:extLst>
                  <a:ext uri="{FF2B5EF4-FFF2-40B4-BE49-F238E27FC236}">
                    <a16:creationId xmlns:a16="http://schemas.microsoft.com/office/drawing/2014/main" id="{3C1AC229-ABF2-4FB6-837C-B4039A4BFC40}"/>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66;p15">
                <a:extLst>
                  <a:ext uri="{FF2B5EF4-FFF2-40B4-BE49-F238E27FC236}">
                    <a16:creationId xmlns:a16="http://schemas.microsoft.com/office/drawing/2014/main" id="{AD57FB61-4410-4F7B-8FB3-E46E00BA8DF4}"/>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6" name="TextBox 27">
              <a:extLst>
                <a:ext uri="{FF2B5EF4-FFF2-40B4-BE49-F238E27FC236}">
                  <a16:creationId xmlns:a16="http://schemas.microsoft.com/office/drawing/2014/main" id="{5376D561-E9D0-44B2-B773-6DA6EE22B0BA}"/>
                </a:ext>
              </a:extLst>
            </p:cNvPr>
            <p:cNvSpPr txBox="1"/>
            <p:nvPr/>
          </p:nvSpPr>
          <p:spPr>
            <a:xfrm>
              <a:off x="1031587" y="3632329"/>
              <a:ext cx="1110164" cy="615553"/>
            </a:xfrm>
            <a:prstGeom prst="rect">
              <a:avLst/>
            </a:prstGeom>
            <a:noFill/>
          </p:spPr>
          <p:txBody>
            <a:bodyPr lIns="0" tIns="0" rIns="0" bIns="0" rtlCol="0" anchor="t">
              <a:spAutoFit/>
            </a:bodyPr>
            <a:lstStyle/>
            <a:p>
              <a:pPr algn="ctr">
                <a:lnSpc>
                  <a:spcPts val="4806"/>
                </a:lnSpc>
              </a:pPr>
              <a:r>
                <a:rPr lang="en-US" sz="3600" b="1" dirty="0">
                  <a:solidFill>
                    <a:srgbClr val="916400"/>
                  </a:solidFill>
                  <a:latin typeface="Nunito"/>
                </a:rPr>
                <a:t>1</a:t>
              </a:r>
            </a:p>
          </p:txBody>
        </p:sp>
      </p:grpSp>
      <p:sp>
        <p:nvSpPr>
          <p:cNvPr id="119" name="TextBox 28">
            <a:extLst>
              <a:ext uri="{FF2B5EF4-FFF2-40B4-BE49-F238E27FC236}">
                <a16:creationId xmlns:a16="http://schemas.microsoft.com/office/drawing/2014/main" id="{85DB184F-937B-4169-9EF7-B65BA4779247}"/>
              </a:ext>
            </a:extLst>
          </p:cNvPr>
          <p:cNvSpPr txBox="1"/>
          <p:nvPr/>
        </p:nvSpPr>
        <p:spPr>
          <a:xfrm>
            <a:off x="2445786" y="4394639"/>
            <a:ext cx="3192103" cy="688458"/>
          </a:xfrm>
          <a:prstGeom prst="rect">
            <a:avLst/>
          </a:prstGeom>
        </p:spPr>
        <p:txBody>
          <a:bodyPr wrap="square" lIns="0" tIns="0" rIns="0" bIns="0" rtlCol="0" anchor="t">
            <a:spAutoFit/>
          </a:bodyPr>
          <a:lstStyle/>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Présentation de</a:t>
            </a:r>
          </a:p>
          <a:p>
            <a:pPr algn="ctr">
              <a:lnSpc>
                <a:spcPts val="2800"/>
              </a:lnSpc>
            </a:pPr>
            <a:r>
              <a:rPr lang="fr-FR" sz="2000" b="1" dirty="0">
                <a:solidFill>
                  <a:srgbClr val="003076"/>
                </a:solidFill>
                <a:latin typeface="Times New Roman" panose="02020603050405020304" pitchFamily="18" charset="0"/>
                <a:cs typeface="Times New Roman" panose="02020603050405020304" pitchFamily="18" charset="0"/>
              </a:rPr>
              <a:t> l’application</a:t>
            </a:r>
          </a:p>
        </p:txBody>
      </p:sp>
      <p:grpSp>
        <p:nvGrpSpPr>
          <p:cNvPr id="120" name="Group 1086">
            <a:extLst>
              <a:ext uri="{FF2B5EF4-FFF2-40B4-BE49-F238E27FC236}">
                <a16:creationId xmlns:a16="http://schemas.microsoft.com/office/drawing/2014/main" id="{12D734E9-CC53-470F-A68B-03C7689D2949}"/>
              </a:ext>
            </a:extLst>
          </p:cNvPr>
          <p:cNvGrpSpPr/>
          <p:nvPr/>
        </p:nvGrpSpPr>
        <p:grpSpPr>
          <a:xfrm>
            <a:off x="3338561" y="3256499"/>
            <a:ext cx="1188000" cy="1026608"/>
            <a:chOff x="3354429" y="3172449"/>
            <a:chExt cx="1188000" cy="1187100"/>
          </a:xfrm>
        </p:grpSpPr>
        <p:sp>
          <p:nvSpPr>
            <p:cNvPr id="121" name="TextBox 27">
              <a:extLst>
                <a:ext uri="{FF2B5EF4-FFF2-40B4-BE49-F238E27FC236}">
                  <a16:creationId xmlns:a16="http://schemas.microsoft.com/office/drawing/2014/main" id="{D5A0BDD4-467E-4AD7-8F93-7F1E1B837841}"/>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2</a:t>
              </a:r>
            </a:p>
          </p:txBody>
        </p:sp>
        <p:grpSp>
          <p:nvGrpSpPr>
            <p:cNvPr id="122" name="Group 1088">
              <a:extLst>
                <a:ext uri="{FF2B5EF4-FFF2-40B4-BE49-F238E27FC236}">
                  <a16:creationId xmlns:a16="http://schemas.microsoft.com/office/drawing/2014/main" id="{5AA61DAC-D642-4039-8D03-B12DDF5C47F8}"/>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23" name="Google Shape;65;p15">
                <a:extLst>
                  <a:ext uri="{FF2B5EF4-FFF2-40B4-BE49-F238E27FC236}">
                    <a16:creationId xmlns:a16="http://schemas.microsoft.com/office/drawing/2014/main" id="{1F48AB1D-7931-445D-8B3E-4C28F87CE97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66;p15">
                <a:extLst>
                  <a:ext uri="{FF2B5EF4-FFF2-40B4-BE49-F238E27FC236}">
                    <a16:creationId xmlns:a16="http://schemas.microsoft.com/office/drawing/2014/main" id="{19662542-F022-43C8-8AAF-3358D343C9B3}"/>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25" name="TextBox 28">
            <a:extLst>
              <a:ext uri="{FF2B5EF4-FFF2-40B4-BE49-F238E27FC236}">
                <a16:creationId xmlns:a16="http://schemas.microsoft.com/office/drawing/2014/main" id="{CE35B7BA-182B-4D96-8FD0-550C3D7705E2}"/>
              </a:ext>
            </a:extLst>
          </p:cNvPr>
          <p:cNvSpPr txBox="1"/>
          <p:nvPr/>
        </p:nvSpPr>
        <p:spPr>
          <a:xfrm>
            <a:off x="5189967" y="3959356"/>
            <a:ext cx="2088285" cy="687817"/>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Processus</a:t>
            </a:r>
            <a:r>
              <a:rPr lang="fr-FR" sz="20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2000" b="1" kern="1200" dirty="0">
                <a:solidFill>
                  <a:srgbClr val="003076"/>
                </a:solidFill>
                <a:effectLst/>
                <a:latin typeface="Times New Roman" panose="02020603050405020304" pitchFamily="18" charset="0"/>
                <a:ea typeface="+mn-ea"/>
                <a:cs typeface="Times New Roman" panose="02020603050405020304" pitchFamily="18" charset="0"/>
              </a:rPr>
              <a:t>métier actuels</a:t>
            </a:r>
            <a:endParaRPr lang="fr-FR" sz="2000" dirty="0">
              <a:effectLst/>
            </a:endParaRPr>
          </a:p>
        </p:txBody>
      </p:sp>
      <p:grpSp>
        <p:nvGrpSpPr>
          <p:cNvPr id="126" name="Group 10">
            <a:extLst>
              <a:ext uri="{FF2B5EF4-FFF2-40B4-BE49-F238E27FC236}">
                <a16:creationId xmlns:a16="http://schemas.microsoft.com/office/drawing/2014/main" id="{071BE39A-B056-4425-8BF2-5059B32E2459}"/>
              </a:ext>
            </a:extLst>
          </p:cNvPr>
          <p:cNvGrpSpPr/>
          <p:nvPr/>
        </p:nvGrpSpPr>
        <p:grpSpPr>
          <a:xfrm>
            <a:off x="5622291" y="2587491"/>
            <a:ext cx="1188000" cy="1187100"/>
            <a:chOff x="3354429" y="3172449"/>
            <a:chExt cx="1188000" cy="1187100"/>
          </a:xfrm>
        </p:grpSpPr>
        <p:sp>
          <p:nvSpPr>
            <p:cNvPr id="127" name="TextBox 27">
              <a:extLst>
                <a:ext uri="{FF2B5EF4-FFF2-40B4-BE49-F238E27FC236}">
                  <a16:creationId xmlns:a16="http://schemas.microsoft.com/office/drawing/2014/main" id="{9888DA64-5EDB-4339-80B3-B075B3295EF5}"/>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3</a:t>
              </a:r>
            </a:p>
          </p:txBody>
        </p:sp>
        <p:grpSp>
          <p:nvGrpSpPr>
            <p:cNvPr id="128" name="Group 12">
              <a:extLst>
                <a:ext uri="{FF2B5EF4-FFF2-40B4-BE49-F238E27FC236}">
                  <a16:creationId xmlns:a16="http://schemas.microsoft.com/office/drawing/2014/main" id="{B3C37289-5303-487B-9F68-3054DA08D69A}"/>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29" name="Google Shape;65;p15">
                <a:extLst>
                  <a:ext uri="{FF2B5EF4-FFF2-40B4-BE49-F238E27FC236}">
                    <a16:creationId xmlns:a16="http://schemas.microsoft.com/office/drawing/2014/main" id="{5A6320C7-98A0-4AB7-8258-561111C8CD6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66;p15">
                <a:extLst>
                  <a:ext uri="{FF2B5EF4-FFF2-40B4-BE49-F238E27FC236}">
                    <a16:creationId xmlns:a16="http://schemas.microsoft.com/office/drawing/2014/main" id="{76DBE99C-576B-4873-84E8-5DBA582A81E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31" name="Group 2">
            <a:extLst>
              <a:ext uri="{FF2B5EF4-FFF2-40B4-BE49-F238E27FC236}">
                <a16:creationId xmlns:a16="http://schemas.microsoft.com/office/drawing/2014/main" id="{A938E01A-AA8B-4614-95CE-00D87C2FC019}"/>
              </a:ext>
            </a:extLst>
          </p:cNvPr>
          <p:cNvGrpSpPr/>
          <p:nvPr/>
        </p:nvGrpSpPr>
        <p:grpSpPr>
          <a:xfrm>
            <a:off x="7834065" y="3219528"/>
            <a:ext cx="1188000" cy="1187100"/>
            <a:chOff x="3354429" y="3172449"/>
            <a:chExt cx="1188000" cy="1187100"/>
          </a:xfrm>
        </p:grpSpPr>
        <p:sp>
          <p:nvSpPr>
            <p:cNvPr id="132" name="TextBox 27">
              <a:extLst>
                <a:ext uri="{FF2B5EF4-FFF2-40B4-BE49-F238E27FC236}">
                  <a16:creationId xmlns:a16="http://schemas.microsoft.com/office/drawing/2014/main" id="{E9B311AD-BD2D-4F3D-979F-BD18189A920B}"/>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FFC107"/>
                  </a:solidFill>
                  <a:latin typeface="Nunito"/>
                </a:rPr>
                <a:t>4</a:t>
              </a:r>
            </a:p>
          </p:txBody>
        </p:sp>
        <p:grpSp>
          <p:nvGrpSpPr>
            <p:cNvPr id="133" name="Group 6">
              <a:extLst>
                <a:ext uri="{FF2B5EF4-FFF2-40B4-BE49-F238E27FC236}">
                  <a16:creationId xmlns:a16="http://schemas.microsoft.com/office/drawing/2014/main" id="{808886C2-A0F3-46CC-BFC7-95B7288B8785}"/>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34" name="Google Shape;65;p15">
                <a:extLst>
                  <a:ext uri="{FF2B5EF4-FFF2-40B4-BE49-F238E27FC236}">
                    <a16:creationId xmlns:a16="http://schemas.microsoft.com/office/drawing/2014/main" id="{0FA1A7CD-1B19-4500-AE23-EBC97D41AD18}"/>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66;p15">
                <a:extLst>
                  <a:ext uri="{FF2B5EF4-FFF2-40B4-BE49-F238E27FC236}">
                    <a16:creationId xmlns:a16="http://schemas.microsoft.com/office/drawing/2014/main" id="{3530329E-1A20-4FCD-AEE2-0A0166EDF79E}"/>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36" name="TextBox 34">
            <a:extLst>
              <a:ext uri="{FF2B5EF4-FFF2-40B4-BE49-F238E27FC236}">
                <a16:creationId xmlns:a16="http://schemas.microsoft.com/office/drawing/2014/main" id="{3D6EB82A-5B6B-40FE-926A-77E0D9E79C47}"/>
              </a:ext>
            </a:extLst>
          </p:cNvPr>
          <p:cNvSpPr txBox="1"/>
          <p:nvPr/>
        </p:nvSpPr>
        <p:spPr>
          <a:xfrm>
            <a:off x="6730365" y="4501536"/>
            <a:ext cx="3464617" cy="688458"/>
          </a:xfrm>
          <a:prstGeom prst="rect">
            <a:avLst/>
          </a:prstGeom>
        </p:spPr>
        <p:txBody>
          <a:bodyPr wrap="square"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Fonctionnalités </a:t>
            </a:r>
          </a:p>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de l’application</a:t>
            </a:r>
          </a:p>
        </p:txBody>
      </p:sp>
      <p:grpSp>
        <p:nvGrpSpPr>
          <p:cNvPr id="137" name="Group 9">
            <a:extLst>
              <a:ext uri="{FF2B5EF4-FFF2-40B4-BE49-F238E27FC236}">
                <a16:creationId xmlns:a16="http://schemas.microsoft.com/office/drawing/2014/main" id="{4E2CEE83-AD6A-4746-AC5F-DC5BC258836F}"/>
              </a:ext>
            </a:extLst>
          </p:cNvPr>
          <p:cNvGrpSpPr/>
          <p:nvPr/>
        </p:nvGrpSpPr>
        <p:grpSpPr>
          <a:xfrm>
            <a:off x="9965345" y="2618076"/>
            <a:ext cx="1188000" cy="1187100"/>
            <a:chOff x="3354429" y="3172449"/>
            <a:chExt cx="1188000" cy="1187100"/>
          </a:xfrm>
        </p:grpSpPr>
        <p:sp>
          <p:nvSpPr>
            <p:cNvPr id="138" name="TextBox 27">
              <a:extLst>
                <a:ext uri="{FF2B5EF4-FFF2-40B4-BE49-F238E27FC236}">
                  <a16:creationId xmlns:a16="http://schemas.microsoft.com/office/drawing/2014/main" id="{37FB103C-AF9F-406D-850B-38198B2D0A40}"/>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5</a:t>
              </a:r>
            </a:p>
          </p:txBody>
        </p:sp>
        <p:grpSp>
          <p:nvGrpSpPr>
            <p:cNvPr id="139" name="Group 17">
              <a:extLst>
                <a:ext uri="{FF2B5EF4-FFF2-40B4-BE49-F238E27FC236}">
                  <a16:creationId xmlns:a16="http://schemas.microsoft.com/office/drawing/2014/main" id="{E9388EB9-D639-4FAC-8BDE-64591FF4506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40" name="Google Shape;65;p15">
                <a:extLst>
                  <a:ext uri="{FF2B5EF4-FFF2-40B4-BE49-F238E27FC236}">
                    <a16:creationId xmlns:a16="http://schemas.microsoft.com/office/drawing/2014/main" id="{D23BFCEF-1B18-4A17-8A16-29DB7F7FB82F}"/>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66;p15">
                <a:extLst>
                  <a:ext uri="{FF2B5EF4-FFF2-40B4-BE49-F238E27FC236}">
                    <a16:creationId xmlns:a16="http://schemas.microsoft.com/office/drawing/2014/main" id="{436FD4DA-92F3-4B1C-B5A6-257D0BF4267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42" name="TextBox 37">
            <a:extLst>
              <a:ext uri="{FF2B5EF4-FFF2-40B4-BE49-F238E27FC236}">
                <a16:creationId xmlns:a16="http://schemas.microsoft.com/office/drawing/2014/main" id="{D276C4A5-1734-47C5-9AD3-36BF81DB192C}"/>
              </a:ext>
            </a:extLst>
          </p:cNvPr>
          <p:cNvSpPr txBox="1"/>
          <p:nvPr/>
        </p:nvSpPr>
        <p:spPr>
          <a:xfrm>
            <a:off x="9753888" y="3982399"/>
            <a:ext cx="1998563" cy="688458"/>
          </a:xfrm>
          <a:prstGeom prst="rect">
            <a:avLst/>
          </a:prstGeom>
        </p:spPr>
        <p:txBody>
          <a:bodyPr lIns="0" tIns="0" rIns="0" bIns="0" rtlCol="0" anchor="t">
            <a:spAutoFit/>
          </a:bodyPr>
          <a:lstStyle/>
          <a:p>
            <a:pPr algn="ctr">
              <a:lnSpc>
                <a:spcPts val="2800"/>
              </a:lnSpc>
            </a:pPr>
            <a:r>
              <a:rPr lang="en-US" sz="2000" b="1" dirty="0">
                <a:solidFill>
                  <a:srgbClr val="003076"/>
                </a:solidFill>
                <a:latin typeface="Times New Roman" panose="02020603050405020304" pitchFamily="18" charset="0"/>
                <a:cs typeface="Times New Roman" panose="02020603050405020304" pitchFamily="18" charset="0"/>
              </a:rPr>
              <a:t>Objectifs de l’application</a:t>
            </a:r>
          </a:p>
        </p:txBody>
      </p:sp>
      <p:grpSp>
        <p:nvGrpSpPr>
          <p:cNvPr id="149" name="Group 1061">
            <a:extLst>
              <a:ext uri="{FF2B5EF4-FFF2-40B4-BE49-F238E27FC236}">
                <a16:creationId xmlns:a16="http://schemas.microsoft.com/office/drawing/2014/main" id="{6AE1F8F1-6544-4365-842B-3FA0E49F777D}"/>
              </a:ext>
            </a:extLst>
          </p:cNvPr>
          <p:cNvGrpSpPr/>
          <p:nvPr/>
        </p:nvGrpSpPr>
        <p:grpSpPr>
          <a:xfrm>
            <a:off x="4904561" y="4601333"/>
            <a:ext cx="1188000" cy="1187100"/>
            <a:chOff x="3354429" y="3172449"/>
            <a:chExt cx="1188000" cy="1187100"/>
          </a:xfrm>
        </p:grpSpPr>
        <p:sp>
          <p:nvSpPr>
            <p:cNvPr id="150" name="TextBox 27">
              <a:extLst>
                <a:ext uri="{FF2B5EF4-FFF2-40B4-BE49-F238E27FC236}">
                  <a16:creationId xmlns:a16="http://schemas.microsoft.com/office/drawing/2014/main" id="{72C7FA40-E265-4FF1-9629-FC858D2927F1}"/>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003076"/>
                  </a:solidFill>
                  <a:latin typeface="Nunito"/>
                </a:rPr>
                <a:t>7</a:t>
              </a:r>
            </a:p>
          </p:txBody>
        </p:sp>
        <p:grpSp>
          <p:nvGrpSpPr>
            <p:cNvPr id="151" name="Group 1063">
              <a:extLst>
                <a:ext uri="{FF2B5EF4-FFF2-40B4-BE49-F238E27FC236}">
                  <a16:creationId xmlns:a16="http://schemas.microsoft.com/office/drawing/2014/main" id="{D28E5944-4E2B-4EDE-861E-79EEF4917331}"/>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52" name="Google Shape;65;p15">
                <a:extLst>
                  <a:ext uri="{FF2B5EF4-FFF2-40B4-BE49-F238E27FC236}">
                    <a16:creationId xmlns:a16="http://schemas.microsoft.com/office/drawing/2014/main" id="{84988580-9680-4346-83BA-A345A77955BE}"/>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66;p15">
                <a:extLst>
                  <a:ext uri="{FF2B5EF4-FFF2-40B4-BE49-F238E27FC236}">
                    <a16:creationId xmlns:a16="http://schemas.microsoft.com/office/drawing/2014/main" id="{D54CA1D0-A169-4CB7-82B1-E2679C8B7CDE}"/>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54" name="ZoneTexte 153">
            <a:extLst>
              <a:ext uri="{FF2B5EF4-FFF2-40B4-BE49-F238E27FC236}">
                <a16:creationId xmlns:a16="http://schemas.microsoft.com/office/drawing/2014/main" id="{5A3812F8-8011-41DD-9F85-8D6C4B39F1F8}"/>
              </a:ext>
            </a:extLst>
          </p:cNvPr>
          <p:cNvSpPr txBox="1"/>
          <p:nvPr/>
        </p:nvSpPr>
        <p:spPr>
          <a:xfrm>
            <a:off x="2445786" y="5845620"/>
            <a:ext cx="6529388" cy="415755"/>
          </a:xfrm>
          <a:prstGeom prst="rect">
            <a:avLst/>
          </a:prstGeom>
          <a:noFill/>
        </p:spPr>
        <p:txBody>
          <a:bodyPr wrap="square">
            <a:spAutoFit/>
          </a:bodyPr>
          <a:lstStyle/>
          <a:p>
            <a:pPr algn="ctr">
              <a:lnSpc>
                <a:spcPts val="2800"/>
              </a:lnSpc>
            </a:pPr>
            <a:r>
              <a:rPr lang="en-US" b="1" dirty="0">
                <a:solidFill>
                  <a:srgbClr val="003076"/>
                </a:solidFill>
                <a:latin typeface="Times New Roman" panose="02020603050405020304" pitchFamily="18" charset="0"/>
                <a:cs typeface="Times New Roman" panose="02020603050405020304" pitchFamily="18" charset="0"/>
              </a:rPr>
              <a:t>Architecture de l’application</a:t>
            </a:r>
            <a:endParaRPr lang="en-US" sz="1800" b="1" dirty="0">
              <a:solidFill>
                <a:srgbClr val="003076"/>
              </a:solidFill>
              <a:latin typeface="Times New Roman" panose="02020603050405020304" pitchFamily="18" charset="0"/>
              <a:cs typeface="Times New Roman" panose="02020603050405020304" pitchFamily="18" charset="0"/>
            </a:endParaRPr>
          </a:p>
        </p:txBody>
      </p:sp>
      <p:sp>
        <p:nvSpPr>
          <p:cNvPr id="161" name="ZoneTexte 160">
            <a:extLst>
              <a:ext uri="{FF2B5EF4-FFF2-40B4-BE49-F238E27FC236}">
                <a16:creationId xmlns:a16="http://schemas.microsoft.com/office/drawing/2014/main" id="{BE2B532F-9B56-4A38-9F59-F9F2DAB72B4F}"/>
              </a:ext>
            </a:extLst>
          </p:cNvPr>
          <p:cNvSpPr txBox="1"/>
          <p:nvPr/>
        </p:nvSpPr>
        <p:spPr>
          <a:xfrm>
            <a:off x="-871670" y="6042787"/>
            <a:ext cx="6093618" cy="415755"/>
          </a:xfrm>
          <a:prstGeom prst="rect">
            <a:avLst/>
          </a:prstGeom>
          <a:noFill/>
        </p:spPr>
        <p:txBody>
          <a:bodyPr wrap="square">
            <a:spAutoFit/>
          </a:bodyPr>
          <a:lstStyle/>
          <a:p>
            <a:pPr algn="ctr">
              <a:lnSpc>
                <a:spcPts val="2800"/>
              </a:lnSpc>
            </a:pPr>
            <a:r>
              <a:rPr lang="fr-FR" sz="1800" b="1" dirty="0">
                <a:solidFill>
                  <a:srgbClr val="003076"/>
                </a:solidFill>
                <a:latin typeface="Times New Roman" panose="02020603050405020304" pitchFamily="18" charset="0"/>
                <a:cs typeface="Times New Roman" panose="02020603050405020304" pitchFamily="18" charset="0"/>
              </a:rPr>
              <a:t>Outils de développement</a:t>
            </a:r>
          </a:p>
        </p:txBody>
      </p:sp>
      <p:grpSp>
        <p:nvGrpSpPr>
          <p:cNvPr id="162" name="Group 9">
            <a:extLst>
              <a:ext uri="{FF2B5EF4-FFF2-40B4-BE49-F238E27FC236}">
                <a16:creationId xmlns:a16="http://schemas.microsoft.com/office/drawing/2014/main" id="{FE4CAB52-D785-4C81-AC3D-318D24840A9D}"/>
              </a:ext>
            </a:extLst>
          </p:cNvPr>
          <p:cNvGrpSpPr/>
          <p:nvPr/>
        </p:nvGrpSpPr>
        <p:grpSpPr>
          <a:xfrm>
            <a:off x="1443417" y="4855687"/>
            <a:ext cx="1188000" cy="1187100"/>
            <a:chOff x="3354429" y="3172449"/>
            <a:chExt cx="1188000" cy="1187100"/>
          </a:xfrm>
        </p:grpSpPr>
        <p:sp>
          <p:nvSpPr>
            <p:cNvPr id="163" name="TextBox 27">
              <a:extLst>
                <a:ext uri="{FF2B5EF4-FFF2-40B4-BE49-F238E27FC236}">
                  <a16:creationId xmlns:a16="http://schemas.microsoft.com/office/drawing/2014/main" id="{6C3C1A6A-E104-4343-B511-601B04254D0C}"/>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4472C4"/>
                  </a:solidFill>
                  <a:latin typeface="Nunito"/>
                </a:rPr>
                <a:t>6</a:t>
              </a:r>
            </a:p>
          </p:txBody>
        </p:sp>
        <p:grpSp>
          <p:nvGrpSpPr>
            <p:cNvPr id="164" name="Group 17">
              <a:extLst>
                <a:ext uri="{FF2B5EF4-FFF2-40B4-BE49-F238E27FC236}">
                  <a16:creationId xmlns:a16="http://schemas.microsoft.com/office/drawing/2014/main" id="{C1717BF4-22B2-423C-BC5A-E4EA8E20AC2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65" name="Google Shape;65;p15">
                <a:extLst>
                  <a:ext uri="{FF2B5EF4-FFF2-40B4-BE49-F238E27FC236}">
                    <a16:creationId xmlns:a16="http://schemas.microsoft.com/office/drawing/2014/main" id="{B4F834F9-9B21-4405-B930-84472383B0D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66;p15">
                <a:extLst>
                  <a:ext uri="{FF2B5EF4-FFF2-40B4-BE49-F238E27FC236}">
                    <a16:creationId xmlns:a16="http://schemas.microsoft.com/office/drawing/2014/main" id="{9D87C507-F432-4A61-A0B0-2CA289B4DE2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67" name="Espace réservé du numéro de diapositive 1">
            <a:extLst>
              <a:ext uri="{FF2B5EF4-FFF2-40B4-BE49-F238E27FC236}">
                <a16:creationId xmlns:a16="http://schemas.microsoft.com/office/drawing/2014/main" id="{10DC723F-4346-48E9-BA3E-EAE0F7D49395}"/>
              </a:ext>
            </a:extLst>
          </p:cNvPr>
          <p:cNvSpPr>
            <a:spLocks noGrp="1"/>
          </p:cNvSpPr>
          <p:nvPr>
            <p:ph type="sldNum" sz="quarter" idx="12"/>
          </p:nvPr>
        </p:nvSpPr>
        <p:spPr>
          <a:xfrm>
            <a:off x="7189552" y="6367530"/>
            <a:ext cx="2743200" cy="365125"/>
          </a:xfrm>
        </p:spPr>
        <p:txBody>
          <a:bodyPr/>
          <a:lstStyle/>
          <a:p>
            <a:pPr algn="ctr">
              <a:lnSpc>
                <a:spcPts val="2800"/>
              </a:lnSpc>
            </a:pPr>
            <a:r>
              <a:rPr lang="en-US" sz="1800" b="1" dirty="0">
                <a:solidFill>
                  <a:srgbClr val="003076"/>
                </a:solidFill>
                <a:latin typeface="Times New Roman" panose="02020603050405020304" pitchFamily="18" charset="0"/>
                <a:cs typeface="Times New Roman" panose="02020603050405020304" pitchFamily="18" charset="0"/>
              </a:rPr>
              <a:t>Démonstration</a:t>
            </a:r>
          </a:p>
        </p:txBody>
      </p:sp>
      <p:grpSp>
        <p:nvGrpSpPr>
          <p:cNvPr id="168" name="Group 10">
            <a:extLst>
              <a:ext uri="{FF2B5EF4-FFF2-40B4-BE49-F238E27FC236}">
                <a16:creationId xmlns:a16="http://schemas.microsoft.com/office/drawing/2014/main" id="{3488FEFB-6275-4B05-BEE7-B20C8F716060}"/>
              </a:ext>
            </a:extLst>
          </p:cNvPr>
          <p:cNvGrpSpPr/>
          <p:nvPr/>
        </p:nvGrpSpPr>
        <p:grpSpPr>
          <a:xfrm>
            <a:off x="7780799" y="5163463"/>
            <a:ext cx="1188000" cy="1187100"/>
            <a:chOff x="3354429" y="3172449"/>
            <a:chExt cx="1188000" cy="1187100"/>
          </a:xfrm>
        </p:grpSpPr>
        <p:sp>
          <p:nvSpPr>
            <p:cNvPr id="169" name="TextBox 27">
              <a:extLst>
                <a:ext uri="{FF2B5EF4-FFF2-40B4-BE49-F238E27FC236}">
                  <a16:creationId xmlns:a16="http://schemas.microsoft.com/office/drawing/2014/main" id="{BE2F0150-D9A4-4A88-8D89-5474A27F9728}"/>
                </a:ext>
              </a:extLst>
            </p:cNvPr>
            <p:cNvSpPr txBox="1"/>
            <p:nvPr/>
          </p:nvSpPr>
          <p:spPr>
            <a:xfrm>
              <a:off x="3392958" y="3458222"/>
              <a:ext cx="1110164" cy="615553"/>
            </a:xfrm>
            <a:prstGeom prst="rect">
              <a:avLst/>
            </a:prstGeom>
            <a:noFill/>
          </p:spPr>
          <p:txBody>
            <a:bodyPr lIns="0" tIns="0" rIns="0" bIns="0" rtlCol="0" anchor="t">
              <a:spAutoFit/>
            </a:bodyPr>
            <a:lstStyle/>
            <a:p>
              <a:pPr algn="ctr">
                <a:lnSpc>
                  <a:spcPts val="4806"/>
                </a:lnSpc>
              </a:pPr>
              <a:r>
                <a:rPr lang="en-US" sz="3600" b="1" dirty="0">
                  <a:solidFill>
                    <a:srgbClr val="A9B5FF"/>
                  </a:solidFill>
                  <a:latin typeface="Nunito"/>
                </a:rPr>
                <a:t>8</a:t>
              </a:r>
            </a:p>
          </p:txBody>
        </p:sp>
        <p:grpSp>
          <p:nvGrpSpPr>
            <p:cNvPr id="170" name="Group 12">
              <a:extLst>
                <a:ext uri="{FF2B5EF4-FFF2-40B4-BE49-F238E27FC236}">
                  <a16:creationId xmlns:a16="http://schemas.microsoft.com/office/drawing/2014/main" id="{15421C2C-EDD3-4361-B0B0-174859E73CD3}"/>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71" name="Google Shape;65;p15">
                <a:extLst>
                  <a:ext uri="{FF2B5EF4-FFF2-40B4-BE49-F238E27FC236}">
                    <a16:creationId xmlns:a16="http://schemas.microsoft.com/office/drawing/2014/main" id="{2EAB47F1-E9DD-412C-8D6B-6343421821B5}"/>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66;p15">
                <a:extLst>
                  <a:ext uri="{FF2B5EF4-FFF2-40B4-BE49-F238E27FC236}">
                    <a16:creationId xmlns:a16="http://schemas.microsoft.com/office/drawing/2014/main" id="{74AEEC96-9F78-4129-9C83-11800B982E1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73" name="TextBox 25">
            <a:extLst>
              <a:ext uri="{FF2B5EF4-FFF2-40B4-BE49-F238E27FC236}">
                <a16:creationId xmlns:a16="http://schemas.microsoft.com/office/drawing/2014/main" id="{2E9A6432-68A4-4623-A31C-951391B5856C}"/>
              </a:ext>
            </a:extLst>
          </p:cNvPr>
          <p:cNvSpPr txBox="1"/>
          <p:nvPr/>
        </p:nvSpPr>
        <p:spPr>
          <a:xfrm>
            <a:off x="-7530055" y="3629027"/>
            <a:ext cx="7642123" cy="1661993"/>
          </a:xfrm>
          <a:prstGeom prst="rect">
            <a:avLst/>
          </a:prstGeom>
        </p:spPr>
        <p:txBody>
          <a:bodyPr wrap="square" lIns="0" tIns="0" rIns="0" bIns="0" rtlCol="0" anchor="t">
            <a:spAutoFit/>
          </a:bodyPr>
          <a:lstStyle/>
          <a:p>
            <a:pPr algn="ctr"/>
            <a:r>
              <a:rPr lang="en-US" sz="5400" b="1" dirty="0">
                <a:solidFill>
                  <a:srgbClr val="916400"/>
                </a:solidFill>
                <a:latin typeface="Times New Roman" panose="02020603050405020304" pitchFamily="18" charset="0"/>
                <a:cs typeface="Times New Roman" panose="02020603050405020304" pitchFamily="18" charset="0"/>
              </a:rPr>
              <a:t>Présentation du lieu du stage</a:t>
            </a:r>
          </a:p>
        </p:txBody>
      </p:sp>
      <p:grpSp>
        <p:nvGrpSpPr>
          <p:cNvPr id="174" name="Group 22">
            <a:extLst>
              <a:ext uri="{FF2B5EF4-FFF2-40B4-BE49-F238E27FC236}">
                <a16:creationId xmlns:a16="http://schemas.microsoft.com/office/drawing/2014/main" id="{13B665DD-5FAF-4B49-84A1-EAC1F2A307CE}"/>
              </a:ext>
            </a:extLst>
          </p:cNvPr>
          <p:cNvGrpSpPr/>
          <p:nvPr/>
        </p:nvGrpSpPr>
        <p:grpSpPr>
          <a:xfrm>
            <a:off x="-5058879" y="676782"/>
            <a:ext cx="2915999" cy="2915999"/>
            <a:chOff x="993058" y="3339398"/>
            <a:chExt cx="1188000" cy="1187099"/>
          </a:xfrm>
        </p:grpSpPr>
        <p:grpSp>
          <p:nvGrpSpPr>
            <p:cNvPr id="175" name="Group 23">
              <a:extLst>
                <a:ext uri="{FF2B5EF4-FFF2-40B4-BE49-F238E27FC236}">
                  <a16:creationId xmlns:a16="http://schemas.microsoft.com/office/drawing/2014/main" id="{09CDBDF7-BF21-4D74-8844-2855B4A0E3DB}"/>
                </a:ext>
              </a:extLst>
            </p:cNvPr>
            <p:cNvGrpSpPr/>
            <p:nvPr/>
          </p:nvGrpSpPr>
          <p:grpSpPr>
            <a:xfrm>
              <a:off x="993058" y="3339398"/>
              <a:ext cx="1188000" cy="1187099"/>
              <a:chOff x="1419778" y="98360"/>
              <a:chExt cx="2499496" cy="2491814"/>
            </a:xfrm>
            <a:effectLst>
              <a:outerShdw blurRad="76200" dir="18900000" sy="23000" kx="-1200000" algn="bl" rotWithShape="0">
                <a:prstClr val="black">
                  <a:alpha val="20000"/>
                </a:prstClr>
              </a:outerShdw>
            </a:effectLst>
          </p:grpSpPr>
          <p:sp>
            <p:nvSpPr>
              <p:cNvPr id="177" name="Google Shape;65;p15">
                <a:extLst>
                  <a:ext uri="{FF2B5EF4-FFF2-40B4-BE49-F238E27FC236}">
                    <a16:creationId xmlns:a16="http://schemas.microsoft.com/office/drawing/2014/main" id="{654A0656-FC0E-4F44-ACB7-8FC706C8B216}"/>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 name="Google Shape;66;p15">
                <a:extLst>
                  <a:ext uri="{FF2B5EF4-FFF2-40B4-BE49-F238E27FC236}">
                    <a16:creationId xmlns:a16="http://schemas.microsoft.com/office/drawing/2014/main" id="{0A2BEFB5-F445-46AC-9002-29B52897E8F3}"/>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176" name="TextBox 27">
              <a:extLst>
                <a:ext uri="{FF2B5EF4-FFF2-40B4-BE49-F238E27FC236}">
                  <a16:creationId xmlns:a16="http://schemas.microsoft.com/office/drawing/2014/main" id="{17BB8B17-05E9-4789-9BE2-D50993AD130E}"/>
                </a:ext>
              </a:extLst>
            </p:cNvPr>
            <p:cNvSpPr txBox="1"/>
            <p:nvPr/>
          </p:nvSpPr>
          <p:spPr>
            <a:xfrm>
              <a:off x="1248468" y="3840664"/>
              <a:ext cx="676402" cy="291312"/>
            </a:xfrm>
            <a:prstGeom prst="rect">
              <a:avLst/>
            </a:prstGeom>
            <a:noFill/>
          </p:spPr>
          <p:txBody>
            <a:bodyPr wrap="square" lIns="0" tIns="0" rIns="0" bIns="0" rtlCol="0" anchor="t">
              <a:spAutoFit/>
            </a:bodyPr>
            <a:lstStyle/>
            <a:p>
              <a:pPr algn="ctr">
                <a:lnSpc>
                  <a:spcPts val="4806"/>
                </a:lnSpc>
              </a:pPr>
              <a:r>
                <a:rPr lang="en-US" sz="6600" b="1" dirty="0">
                  <a:solidFill>
                    <a:srgbClr val="916400"/>
                  </a:solidFill>
                  <a:latin typeface="Nunito"/>
                </a:rPr>
                <a:t>1</a:t>
              </a:r>
            </a:p>
          </p:txBody>
        </p:sp>
      </p:grpSp>
    </p:spTree>
    <p:extLst>
      <p:ext uri="{BB962C8B-B14F-4D97-AF65-F5344CB8AC3E}">
        <p14:creationId xmlns:p14="http://schemas.microsoft.com/office/powerpoint/2010/main" val="304563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25">
            <a:extLst>
              <a:ext uri="{FF2B5EF4-FFF2-40B4-BE49-F238E27FC236}">
                <a16:creationId xmlns:a16="http://schemas.microsoft.com/office/drawing/2014/main" id="{5B3D4CD6-8862-4F81-9F3D-3BCA8FE01104}"/>
              </a:ext>
            </a:extLst>
          </p:cNvPr>
          <p:cNvSpPr txBox="1"/>
          <p:nvPr/>
        </p:nvSpPr>
        <p:spPr>
          <a:xfrm>
            <a:off x="1973365" y="4281315"/>
            <a:ext cx="7642123" cy="1661993"/>
          </a:xfrm>
          <a:prstGeom prst="rect">
            <a:avLst/>
          </a:prstGeom>
        </p:spPr>
        <p:txBody>
          <a:bodyPr wrap="square" lIns="0" tIns="0" rIns="0" bIns="0" rtlCol="0" anchor="t">
            <a:spAutoFit/>
          </a:bodyPr>
          <a:lstStyle/>
          <a:p>
            <a:pPr algn="ctr"/>
            <a:r>
              <a:rPr lang="en-US" sz="5400" b="1" dirty="0">
                <a:solidFill>
                  <a:srgbClr val="916400"/>
                </a:solidFill>
                <a:latin typeface="Times New Roman" panose="02020603050405020304" pitchFamily="18" charset="0"/>
                <a:cs typeface="Times New Roman" panose="02020603050405020304" pitchFamily="18" charset="0"/>
              </a:rPr>
              <a:t>Présentation du lieu du stage</a:t>
            </a:r>
          </a:p>
        </p:txBody>
      </p:sp>
      <p:sp>
        <p:nvSpPr>
          <p:cNvPr id="17" name="Isosceles Triangle 225">
            <a:extLst>
              <a:ext uri="{FF2B5EF4-FFF2-40B4-BE49-F238E27FC236}">
                <a16:creationId xmlns:a16="http://schemas.microsoft.com/office/drawing/2014/main" id="{DA66F8EA-1F94-0FED-F98A-E71749F1AD4B}"/>
              </a:ext>
            </a:extLst>
          </p:cNvPr>
          <p:cNvSpPr/>
          <p:nvPr/>
        </p:nvSpPr>
        <p:spPr>
          <a:xfrm rot="10800000">
            <a:off x="-1329885" y="125707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B9D4D114-1289-62B7-3D97-60F9D8EAB21F}"/>
              </a:ext>
            </a:extLst>
          </p:cNvPr>
          <p:cNvGrpSpPr/>
          <p:nvPr/>
        </p:nvGrpSpPr>
        <p:grpSpPr>
          <a:xfrm>
            <a:off x="-2120814" y="792940"/>
            <a:ext cx="2000869" cy="401534"/>
            <a:chOff x="-2120814" y="792940"/>
            <a:chExt cx="2000869" cy="401534"/>
          </a:xfrm>
        </p:grpSpPr>
        <p:sp>
          <p:nvSpPr>
            <p:cNvPr id="16" name="Chevron 224">
              <a:extLst>
                <a:ext uri="{FF2B5EF4-FFF2-40B4-BE49-F238E27FC236}">
                  <a16:creationId xmlns:a16="http://schemas.microsoft.com/office/drawing/2014/main" id="{C6A63FA7-3DA7-135D-9F1A-697D4E05FB98}"/>
                </a:ext>
              </a:extLst>
            </p:cNvPr>
            <p:cNvSpPr/>
            <p:nvPr/>
          </p:nvSpPr>
          <p:spPr>
            <a:xfrm>
              <a:off x="-1978451" y="1086474"/>
              <a:ext cx="1800000" cy="108000"/>
            </a:xfrm>
            <a:prstGeom prst="chevron">
              <a:avLst/>
            </a:prstGeom>
            <a:solidFill>
              <a:srgbClr val="91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entury Gothic" pitchFamily="34" charset="0"/>
              </a:endParaRPr>
            </a:p>
          </p:txBody>
        </p:sp>
        <p:sp>
          <p:nvSpPr>
            <p:cNvPr id="18" name="Rectangle 17">
              <a:extLst>
                <a:ext uri="{FF2B5EF4-FFF2-40B4-BE49-F238E27FC236}">
                  <a16:creationId xmlns:a16="http://schemas.microsoft.com/office/drawing/2014/main" id="{6BF1FD76-F42C-E39A-8F99-39239C49249C}"/>
                </a:ext>
              </a:extLst>
            </p:cNvPr>
            <p:cNvSpPr/>
            <p:nvPr/>
          </p:nvSpPr>
          <p:spPr>
            <a:xfrm>
              <a:off x="-2120814" y="792940"/>
              <a:ext cx="2000869"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Cadre générale du projet </a:t>
              </a:r>
            </a:p>
          </p:txBody>
        </p:sp>
      </p:grpSp>
      <p:grpSp>
        <p:nvGrpSpPr>
          <p:cNvPr id="33" name="Group 32">
            <a:extLst>
              <a:ext uri="{FF2B5EF4-FFF2-40B4-BE49-F238E27FC236}">
                <a16:creationId xmlns:a16="http://schemas.microsoft.com/office/drawing/2014/main" id="{21161842-EB5F-6929-2074-8BA9942E1590}"/>
              </a:ext>
            </a:extLst>
          </p:cNvPr>
          <p:cNvGrpSpPr/>
          <p:nvPr/>
        </p:nvGrpSpPr>
        <p:grpSpPr>
          <a:xfrm>
            <a:off x="12426389" y="764365"/>
            <a:ext cx="1800000" cy="401534"/>
            <a:chOff x="12426389" y="792940"/>
            <a:chExt cx="1800000" cy="401534"/>
          </a:xfrm>
        </p:grpSpPr>
        <p:sp>
          <p:nvSpPr>
            <p:cNvPr id="19" name="Chevron 224">
              <a:extLst>
                <a:ext uri="{FF2B5EF4-FFF2-40B4-BE49-F238E27FC236}">
                  <a16:creationId xmlns:a16="http://schemas.microsoft.com/office/drawing/2014/main" id="{574B5481-F496-81F1-8B72-A032605EB2CD}"/>
                </a:ext>
              </a:extLst>
            </p:cNvPr>
            <p:cNvSpPr/>
            <p:nvPr/>
          </p:nvSpPr>
          <p:spPr>
            <a:xfrm>
              <a:off x="12426389" y="1086474"/>
              <a:ext cx="1800000" cy="108000"/>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20" name="Rectangle 19">
              <a:extLst>
                <a:ext uri="{FF2B5EF4-FFF2-40B4-BE49-F238E27FC236}">
                  <a16:creationId xmlns:a16="http://schemas.microsoft.com/office/drawing/2014/main" id="{CC699B80-D78D-6ACA-EB3B-666C2D164C3C}"/>
                </a:ext>
              </a:extLst>
            </p:cNvPr>
            <p:cNvSpPr/>
            <p:nvPr/>
          </p:nvSpPr>
          <p:spPr>
            <a:xfrm>
              <a:off x="12447559" y="792940"/>
              <a:ext cx="1673792" cy="307777"/>
            </a:xfrm>
            <a:prstGeom prst="rect">
              <a:avLst/>
            </a:prstGeom>
          </p:spPr>
          <p:txBody>
            <a:bodyPr wrap="none">
              <a:spAutoFit/>
            </a:bodyPr>
            <a:lstStyle/>
            <a:p>
              <a:pPr algn="ctr"/>
              <a:r>
                <a:rPr lang="fr-FR" sz="1400" dirty="0">
                  <a:solidFill>
                    <a:schemeClr val="bg2">
                      <a:lumMod val="75000"/>
                    </a:schemeClr>
                  </a:solidFill>
                  <a:latin typeface="Times New Roman" panose="02020603050405020304" pitchFamily="18" charset="0"/>
                  <a:cs typeface="Times New Roman" panose="02020603050405020304" pitchFamily="18" charset="0"/>
                </a:rPr>
                <a:t>Organisme d’accueil</a:t>
              </a:r>
            </a:p>
          </p:txBody>
        </p:sp>
      </p:grpSp>
      <p:grpSp>
        <p:nvGrpSpPr>
          <p:cNvPr id="23" name="Group 22">
            <a:extLst>
              <a:ext uri="{FF2B5EF4-FFF2-40B4-BE49-F238E27FC236}">
                <a16:creationId xmlns:a16="http://schemas.microsoft.com/office/drawing/2014/main" id="{CE021398-6BED-7E19-F403-7CB36BF9A0BD}"/>
              </a:ext>
            </a:extLst>
          </p:cNvPr>
          <p:cNvGrpSpPr/>
          <p:nvPr/>
        </p:nvGrpSpPr>
        <p:grpSpPr>
          <a:xfrm>
            <a:off x="4444541" y="1329070"/>
            <a:ext cx="2915999" cy="2915999"/>
            <a:chOff x="993058" y="3339398"/>
            <a:chExt cx="1188000" cy="1187099"/>
          </a:xfrm>
        </p:grpSpPr>
        <p:grpSp>
          <p:nvGrpSpPr>
            <p:cNvPr id="24" name="Group 23">
              <a:extLst>
                <a:ext uri="{FF2B5EF4-FFF2-40B4-BE49-F238E27FC236}">
                  <a16:creationId xmlns:a16="http://schemas.microsoft.com/office/drawing/2014/main" id="{29C5FFA1-1CEC-08BB-5EA6-3D16CF413F98}"/>
                </a:ext>
              </a:extLst>
            </p:cNvPr>
            <p:cNvGrpSpPr/>
            <p:nvPr/>
          </p:nvGrpSpPr>
          <p:grpSpPr>
            <a:xfrm>
              <a:off x="993058" y="3339398"/>
              <a:ext cx="1188000" cy="1187099"/>
              <a:chOff x="1419778" y="98360"/>
              <a:chExt cx="2499496" cy="2491814"/>
            </a:xfrm>
            <a:effectLst>
              <a:outerShdw blurRad="76200" dir="18900000" sy="23000" kx="-1200000" algn="bl" rotWithShape="0">
                <a:prstClr val="black">
                  <a:alpha val="20000"/>
                </a:prstClr>
              </a:outerShdw>
            </a:effectLst>
          </p:grpSpPr>
          <p:sp>
            <p:nvSpPr>
              <p:cNvPr id="26" name="Google Shape;65;p15">
                <a:extLst>
                  <a:ext uri="{FF2B5EF4-FFF2-40B4-BE49-F238E27FC236}">
                    <a16:creationId xmlns:a16="http://schemas.microsoft.com/office/drawing/2014/main" id="{973C2AD7-9C54-B0B6-33ED-ABBD3D00ECDF}"/>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9164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 name="Google Shape;66;p15">
                <a:extLst>
                  <a:ext uri="{FF2B5EF4-FFF2-40B4-BE49-F238E27FC236}">
                    <a16:creationId xmlns:a16="http://schemas.microsoft.com/office/drawing/2014/main" id="{8167DCB0-E8BB-AF57-7C40-1444DF255507}"/>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916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5" name="TextBox 27">
              <a:extLst>
                <a:ext uri="{FF2B5EF4-FFF2-40B4-BE49-F238E27FC236}">
                  <a16:creationId xmlns:a16="http://schemas.microsoft.com/office/drawing/2014/main" id="{E1D4BB93-BFF8-3DBF-4390-091C631CE370}"/>
                </a:ext>
              </a:extLst>
            </p:cNvPr>
            <p:cNvSpPr txBox="1"/>
            <p:nvPr/>
          </p:nvSpPr>
          <p:spPr>
            <a:xfrm>
              <a:off x="1248468" y="3840664"/>
              <a:ext cx="676402" cy="291312"/>
            </a:xfrm>
            <a:prstGeom prst="rect">
              <a:avLst/>
            </a:prstGeom>
            <a:noFill/>
          </p:spPr>
          <p:txBody>
            <a:bodyPr wrap="square" lIns="0" tIns="0" rIns="0" bIns="0" rtlCol="0" anchor="t">
              <a:spAutoFit/>
            </a:bodyPr>
            <a:lstStyle/>
            <a:p>
              <a:pPr algn="ctr">
                <a:lnSpc>
                  <a:spcPts val="4806"/>
                </a:lnSpc>
              </a:pPr>
              <a:r>
                <a:rPr lang="en-US" sz="6600" b="1" dirty="0">
                  <a:solidFill>
                    <a:srgbClr val="916400"/>
                  </a:solidFill>
                  <a:latin typeface="Nunito"/>
                </a:rPr>
                <a:t>1</a:t>
              </a:r>
            </a:p>
          </p:txBody>
        </p:sp>
      </p:grpSp>
    </p:spTree>
    <p:extLst>
      <p:ext uri="{BB962C8B-B14F-4D97-AF65-F5344CB8AC3E}">
        <p14:creationId xmlns:p14="http://schemas.microsoft.com/office/powerpoint/2010/main" val="172892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font, logo, graphics, symbol&#10;&#10;Description automatically generated">
            <a:extLst>
              <a:ext uri="{FF2B5EF4-FFF2-40B4-BE49-F238E27FC236}">
                <a16:creationId xmlns:a16="http://schemas.microsoft.com/office/drawing/2014/main" id="{60E85BEC-9C1E-F267-1FDC-2D760F50B9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5819" y="1746191"/>
            <a:ext cx="3651598" cy="1109469"/>
          </a:xfrm>
          <a:prstGeom prst="rect">
            <a:avLst/>
          </a:prstGeom>
        </p:spPr>
      </p:pic>
      <p:pic>
        <p:nvPicPr>
          <p:cNvPr id="25609" name="Picture 25608" descr="A group of people with a gear&#10;&#10;Description automatically generated with low confidence">
            <a:extLst>
              <a:ext uri="{FF2B5EF4-FFF2-40B4-BE49-F238E27FC236}">
                <a16:creationId xmlns:a16="http://schemas.microsoft.com/office/drawing/2014/main" id="{3CDCA87A-E810-C63F-333E-8ACF6F2687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7729" y="4725288"/>
            <a:ext cx="1274574" cy="800519"/>
          </a:xfrm>
          <a:prstGeom prst="rect">
            <a:avLst/>
          </a:prstGeom>
        </p:spPr>
      </p:pic>
      <p:pic>
        <p:nvPicPr>
          <p:cNvPr id="25613" name="Picture 8" descr="Software, developer, programmer icon - Download on Iconfinder">
            <a:extLst>
              <a:ext uri="{FF2B5EF4-FFF2-40B4-BE49-F238E27FC236}">
                <a16:creationId xmlns:a16="http://schemas.microsoft.com/office/drawing/2014/main" id="{B6A3420A-C351-DBE3-A3DE-F0632F2366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9025" y="4308735"/>
            <a:ext cx="1171739" cy="1079705"/>
          </a:xfrm>
          <a:prstGeom prst="rect">
            <a:avLst/>
          </a:prstGeom>
          <a:noFill/>
          <a:extLst>
            <a:ext uri="{909E8E84-426E-40DD-AFC4-6F175D3DCCD1}">
              <a14:hiddenFill xmlns:a14="http://schemas.microsoft.com/office/drawing/2010/main">
                <a:solidFill>
                  <a:srgbClr val="FFFFFF"/>
                </a:solidFill>
              </a14:hiddenFill>
            </a:ext>
          </a:extLst>
        </p:spPr>
      </p:pic>
      <p:sp>
        <p:nvSpPr>
          <p:cNvPr id="25635" name="Shape 243">
            <a:extLst>
              <a:ext uri="{FF2B5EF4-FFF2-40B4-BE49-F238E27FC236}">
                <a16:creationId xmlns:a16="http://schemas.microsoft.com/office/drawing/2014/main" id="{C00D80A3-C335-AE3C-7520-FB6784116199}"/>
              </a:ext>
            </a:extLst>
          </p:cNvPr>
          <p:cNvSpPr>
            <a:spLocks noChangeAspect="1"/>
          </p:cNvSpPr>
          <p:nvPr/>
        </p:nvSpPr>
        <p:spPr>
          <a:xfrm>
            <a:off x="5533442" y="4237768"/>
            <a:ext cx="1580647" cy="1456496"/>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25636" name="Shape 214">
            <a:extLst>
              <a:ext uri="{FF2B5EF4-FFF2-40B4-BE49-F238E27FC236}">
                <a16:creationId xmlns:a16="http://schemas.microsoft.com/office/drawing/2014/main" id="{69CC1BE8-B0F8-709A-174A-EE9D43AF1DE2}"/>
              </a:ext>
            </a:extLst>
          </p:cNvPr>
          <p:cNvSpPr txBox="1">
            <a:spLocks/>
          </p:cNvSpPr>
          <p:nvPr/>
        </p:nvSpPr>
        <p:spPr>
          <a:xfrm>
            <a:off x="5324406" y="5873898"/>
            <a:ext cx="1998716" cy="499919"/>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latin typeface="Times New Roman" panose="02020603050405020304" pitchFamily="18" charset="0"/>
                <a:cs typeface="Times New Roman" panose="02020603050405020304" pitchFamily="18" charset="0"/>
              </a:rPr>
              <a:t>Consultation</a:t>
            </a:r>
            <a:endParaRPr lang="en" sz="2133" b="1" dirty="0">
              <a:solidFill>
                <a:srgbClr val="003076"/>
              </a:solidFill>
              <a:latin typeface="Times New Roman" panose="02020603050405020304" pitchFamily="18" charset="0"/>
              <a:cs typeface="Times New Roman" panose="02020603050405020304" pitchFamily="18" charset="0"/>
            </a:endParaRPr>
          </a:p>
        </p:txBody>
      </p:sp>
      <p:sp>
        <p:nvSpPr>
          <p:cNvPr id="25640" name="Shape 243">
            <a:extLst>
              <a:ext uri="{FF2B5EF4-FFF2-40B4-BE49-F238E27FC236}">
                <a16:creationId xmlns:a16="http://schemas.microsoft.com/office/drawing/2014/main" id="{7E597F57-D704-549A-0FCA-0B650D5472B2}"/>
              </a:ext>
            </a:extLst>
          </p:cNvPr>
          <p:cNvSpPr>
            <a:spLocks noChangeAspect="1"/>
          </p:cNvSpPr>
          <p:nvPr/>
        </p:nvSpPr>
        <p:spPr>
          <a:xfrm>
            <a:off x="7684852" y="4251926"/>
            <a:ext cx="1580647" cy="1456496"/>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25641" name="Shape 214">
            <a:extLst>
              <a:ext uri="{FF2B5EF4-FFF2-40B4-BE49-F238E27FC236}">
                <a16:creationId xmlns:a16="http://schemas.microsoft.com/office/drawing/2014/main" id="{1C42868D-993F-0A54-B10B-070F514E0F22}"/>
              </a:ext>
            </a:extLst>
          </p:cNvPr>
          <p:cNvSpPr txBox="1">
            <a:spLocks/>
          </p:cNvSpPr>
          <p:nvPr/>
        </p:nvSpPr>
        <p:spPr>
          <a:xfrm>
            <a:off x="7456387" y="6072187"/>
            <a:ext cx="1998716" cy="499919"/>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latin typeface="Times New Roman" panose="02020603050405020304" pitchFamily="18" charset="0"/>
                <a:cs typeface="Times New Roman" panose="02020603050405020304" pitchFamily="18" charset="0"/>
              </a:rPr>
              <a:t>R&amp;D</a:t>
            </a:r>
          </a:p>
          <a:p>
            <a:pPr algn="ctr">
              <a:spcBef>
                <a:spcPts val="0"/>
              </a:spcBef>
              <a:spcAft>
                <a:spcPts val="0"/>
              </a:spcAft>
              <a:buNone/>
            </a:pPr>
            <a:endParaRPr lang="en" sz="2133" b="1" dirty="0">
              <a:solidFill>
                <a:srgbClr val="003076"/>
              </a:solidFill>
              <a:latin typeface="Times New Roman" panose="02020603050405020304" pitchFamily="18" charset="0"/>
              <a:cs typeface="Times New Roman" panose="02020603050405020304" pitchFamily="18" charset="0"/>
            </a:endParaRPr>
          </a:p>
        </p:txBody>
      </p:sp>
      <p:sp>
        <p:nvSpPr>
          <p:cNvPr id="2" name="Shape 214">
            <a:extLst>
              <a:ext uri="{FF2B5EF4-FFF2-40B4-BE49-F238E27FC236}">
                <a16:creationId xmlns:a16="http://schemas.microsoft.com/office/drawing/2014/main" id="{8BA5F36D-325E-4ABE-CB68-8A5459B2F670}"/>
              </a:ext>
            </a:extLst>
          </p:cNvPr>
          <p:cNvSpPr txBox="1">
            <a:spLocks/>
          </p:cNvSpPr>
          <p:nvPr/>
        </p:nvSpPr>
        <p:spPr>
          <a:xfrm>
            <a:off x="6446520" y="3423533"/>
            <a:ext cx="4418770" cy="499919"/>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800" b="1" dirty="0">
                <a:solidFill>
                  <a:srgbClr val="916400"/>
                </a:solidFill>
                <a:latin typeface="Times New Roman" panose="02020603050405020304" pitchFamily="18" charset="0"/>
                <a:cs typeface="Times New Roman" panose="02020603050405020304" pitchFamily="18" charset="0"/>
              </a:rPr>
              <a:t>Domaines d’activités</a:t>
            </a:r>
            <a:endParaRPr lang="en" sz="2800" b="1" dirty="0">
              <a:solidFill>
                <a:srgbClr val="916400"/>
              </a:solidFill>
              <a:latin typeface="Times New Roman" panose="02020603050405020304" pitchFamily="18" charset="0"/>
              <a:cs typeface="Times New Roman" panose="02020603050405020304" pitchFamily="18" charset="0"/>
            </a:endParaRPr>
          </a:p>
        </p:txBody>
      </p:sp>
      <p:pic>
        <p:nvPicPr>
          <p:cNvPr id="3" name="Picture 2" descr="A picture containing screenshot, clock&#10;&#10;Description automatically generated">
            <a:extLst>
              <a:ext uri="{FF2B5EF4-FFF2-40B4-BE49-F238E27FC236}">
                <a16:creationId xmlns:a16="http://schemas.microsoft.com/office/drawing/2014/main" id="{9137AF7C-A21E-3D5E-EEAF-0FC5BC533DDD}"/>
              </a:ext>
            </a:extLst>
          </p:cNvPr>
          <p:cNvPicPr>
            <a:picLocks noChangeAspect="1"/>
          </p:cNvPicPr>
          <p:nvPr/>
        </p:nvPicPr>
        <p:blipFill rotWithShape="1">
          <a:blip r:embed="rId6">
            <a:extLst>
              <a:ext uri="{28A0092B-C50C-407E-A947-70E740481C1C}">
                <a14:useLocalDpi xmlns:a14="http://schemas.microsoft.com/office/drawing/2010/main" val="0"/>
              </a:ext>
            </a:extLst>
          </a:blip>
          <a:srcRect l="3625" r="70742" b="68156"/>
          <a:stretch/>
        </p:blipFill>
        <p:spPr>
          <a:xfrm>
            <a:off x="10107486" y="4410104"/>
            <a:ext cx="1003588" cy="1079705"/>
          </a:xfrm>
          <a:prstGeom prst="rect">
            <a:avLst/>
          </a:prstGeom>
        </p:spPr>
      </p:pic>
      <p:sp>
        <p:nvSpPr>
          <p:cNvPr id="4" name="Shape 243">
            <a:extLst>
              <a:ext uri="{FF2B5EF4-FFF2-40B4-BE49-F238E27FC236}">
                <a16:creationId xmlns:a16="http://schemas.microsoft.com/office/drawing/2014/main" id="{052549AF-EE4E-5229-D502-D6CD7E4008FD}"/>
              </a:ext>
            </a:extLst>
          </p:cNvPr>
          <p:cNvSpPr>
            <a:spLocks noChangeAspect="1"/>
          </p:cNvSpPr>
          <p:nvPr/>
        </p:nvSpPr>
        <p:spPr>
          <a:xfrm>
            <a:off x="9836261" y="4259950"/>
            <a:ext cx="1554649" cy="1432540"/>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7" name="Shape 214">
            <a:extLst>
              <a:ext uri="{FF2B5EF4-FFF2-40B4-BE49-F238E27FC236}">
                <a16:creationId xmlns:a16="http://schemas.microsoft.com/office/drawing/2014/main" id="{ED95AA5E-F34A-C899-91FC-E9E8CEC0D301}"/>
              </a:ext>
            </a:extLst>
          </p:cNvPr>
          <p:cNvSpPr txBox="1">
            <a:spLocks/>
          </p:cNvSpPr>
          <p:nvPr/>
        </p:nvSpPr>
        <p:spPr>
          <a:xfrm>
            <a:off x="9588368" y="5918339"/>
            <a:ext cx="1998716" cy="499919"/>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latin typeface="Times New Roman" panose="02020603050405020304" pitchFamily="18" charset="0"/>
                <a:cs typeface="Times New Roman" panose="02020603050405020304" pitchFamily="18" charset="0"/>
              </a:rPr>
              <a:t>Fabrication</a:t>
            </a:r>
            <a:endParaRPr lang="en" sz="2133" b="1" dirty="0">
              <a:solidFill>
                <a:srgbClr val="003076"/>
              </a:solidFill>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2FC3380D-82C4-719F-79D5-ACC480618900}"/>
              </a:ext>
            </a:extLst>
          </p:cNvPr>
          <p:cNvGrpSpPr/>
          <p:nvPr/>
        </p:nvGrpSpPr>
        <p:grpSpPr>
          <a:xfrm>
            <a:off x="-4550096" y="1008489"/>
            <a:ext cx="4436407" cy="4509895"/>
            <a:chOff x="-3374431" y="469204"/>
            <a:chExt cx="4436407" cy="4894318"/>
          </a:xfrm>
        </p:grpSpPr>
        <p:grpSp>
          <p:nvGrpSpPr>
            <p:cNvPr id="9" name="Group 8">
              <a:extLst>
                <a:ext uri="{FF2B5EF4-FFF2-40B4-BE49-F238E27FC236}">
                  <a16:creationId xmlns:a16="http://schemas.microsoft.com/office/drawing/2014/main" id="{14718497-E266-8898-48E1-0F35EE45B121}"/>
                </a:ext>
              </a:extLst>
            </p:cNvPr>
            <p:cNvGrpSpPr/>
            <p:nvPr/>
          </p:nvGrpSpPr>
          <p:grpSpPr>
            <a:xfrm>
              <a:off x="-3374431" y="469204"/>
              <a:ext cx="4436407" cy="4894318"/>
              <a:chOff x="-3374431" y="469204"/>
              <a:chExt cx="4436407" cy="4894318"/>
            </a:xfrm>
          </p:grpSpPr>
          <p:grpSp>
            <p:nvGrpSpPr>
              <p:cNvPr id="25" name="Group 4">
                <a:extLst>
                  <a:ext uri="{FF2B5EF4-FFF2-40B4-BE49-F238E27FC236}">
                    <a16:creationId xmlns:a16="http://schemas.microsoft.com/office/drawing/2014/main" id="{D59F1D78-35A5-AFBF-D148-F29B246872A8}"/>
                  </a:ext>
                </a:extLst>
              </p:cNvPr>
              <p:cNvGrpSpPr>
                <a:grpSpLocks/>
              </p:cNvGrpSpPr>
              <p:nvPr/>
            </p:nvGrpSpPr>
            <p:grpSpPr bwMode="auto">
              <a:xfrm>
                <a:off x="-3374431" y="469204"/>
                <a:ext cx="2365325" cy="4894318"/>
                <a:chOff x="510" y="498"/>
                <a:chExt cx="1601" cy="3359"/>
              </a:xfrm>
              <a:solidFill>
                <a:schemeClr val="bg1">
                  <a:lumMod val="75000"/>
                </a:schemeClr>
              </a:solidFill>
            </p:grpSpPr>
            <p:sp>
              <p:nvSpPr>
                <p:cNvPr id="28" name="任意多边形 14">
                  <a:extLst>
                    <a:ext uri="{FF2B5EF4-FFF2-40B4-BE49-F238E27FC236}">
                      <a16:creationId xmlns:a16="http://schemas.microsoft.com/office/drawing/2014/main" id="{4829D1DC-23FA-ED39-F7E9-E2B3EAF989FB}"/>
                    </a:ext>
                  </a:extLst>
                </p:cNvPr>
                <p:cNvSpPr>
                  <a:spLocks/>
                </p:cNvSpPr>
                <p:nvPr/>
              </p:nvSpPr>
              <p:spPr bwMode="auto">
                <a:xfrm>
                  <a:off x="852" y="2422"/>
                  <a:ext cx="1159" cy="1435"/>
                </a:xfrm>
                <a:custGeom>
                  <a:avLst/>
                  <a:gdLst/>
                  <a:ahLst/>
                  <a:cxnLst/>
                  <a:rect l="0" t="0" r="r" b="b"/>
                  <a:pathLst>
                    <a:path w="9200827" h="11390201">
                      <a:moveTo>
                        <a:pt x="4828780" y="732691"/>
                      </a:moveTo>
                      <a:lnTo>
                        <a:pt x="4885060" y="963577"/>
                      </a:lnTo>
                      <a:lnTo>
                        <a:pt x="5037460" y="1141253"/>
                      </a:lnTo>
                      <a:lnTo>
                        <a:pt x="4918968" y="1403761"/>
                      </a:lnTo>
                      <a:lnTo>
                        <a:pt x="4821560" y="1742345"/>
                      </a:lnTo>
                      <a:cubicBezTo>
                        <a:pt x="4822957" y="1860837"/>
                        <a:pt x="4824355" y="1979329"/>
                        <a:pt x="4825752" y="2097821"/>
                      </a:cubicBezTo>
                      <a:lnTo>
                        <a:pt x="4982468" y="2301021"/>
                      </a:lnTo>
                      <a:lnTo>
                        <a:pt x="4813176" y="2322229"/>
                      </a:lnTo>
                      <a:lnTo>
                        <a:pt x="4631184" y="2161445"/>
                      </a:lnTo>
                      <a:lnTo>
                        <a:pt x="4406900" y="1882045"/>
                      </a:lnTo>
                      <a:lnTo>
                        <a:pt x="4182616" y="1755045"/>
                      </a:lnTo>
                      <a:lnTo>
                        <a:pt x="3937124" y="1797337"/>
                      </a:lnTo>
                      <a:lnTo>
                        <a:pt x="3607172" y="2063913"/>
                      </a:lnTo>
                      <a:lnTo>
                        <a:pt x="3107804" y="2178213"/>
                      </a:lnTo>
                      <a:lnTo>
                        <a:pt x="2629644" y="2309405"/>
                      </a:lnTo>
                      <a:lnTo>
                        <a:pt x="2197968" y="2288197"/>
                      </a:lnTo>
                      <a:lnTo>
                        <a:pt x="1859384" y="2377097"/>
                      </a:lnTo>
                      <a:lnTo>
                        <a:pt x="1508348" y="2448981"/>
                      </a:lnTo>
                      <a:lnTo>
                        <a:pt x="590004" y="2664757"/>
                      </a:lnTo>
                      <a:lnTo>
                        <a:pt x="0" y="2850197"/>
                      </a:lnTo>
                      <a:lnTo>
                        <a:pt x="2165300" y="4394537"/>
                      </a:lnTo>
                      <a:lnTo>
                        <a:pt x="3687986" y="11390201"/>
                      </a:lnTo>
                      <a:lnTo>
                        <a:pt x="3916040" y="11283097"/>
                      </a:lnTo>
                      <a:lnTo>
                        <a:pt x="4157340" y="11151781"/>
                      </a:lnTo>
                      <a:lnTo>
                        <a:pt x="4402708" y="11050305"/>
                      </a:lnTo>
                      <a:lnTo>
                        <a:pt x="4690492" y="10978297"/>
                      </a:lnTo>
                      <a:lnTo>
                        <a:pt x="4834260" y="10796305"/>
                      </a:lnTo>
                      <a:lnTo>
                        <a:pt x="5075436" y="10495945"/>
                      </a:lnTo>
                      <a:lnTo>
                        <a:pt x="5227712" y="10237877"/>
                      </a:lnTo>
                      <a:lnTo>
                        <a:pt x="5422404" y="10013593"/>
                      </a:lnTo>
                      <a:lnTo>
                        <a:pt x="5574680" y="9759717"/>
                      </a:lnTo>
                      <a:lnTo>
                        <a:pt x="5794648" y="9438273"/>
                      </a:lnTo>
                      <a:lnTo>
                        <a:pt x="5925220" y="9109313"/>
                      </a:lnTo>
                      <a:lnTo>
                        <a:pt x="6001420" y="8889221"/>
                      </a:lnTo>
                      <a:lnTo>
                        <a:pt x="5899820" y="8618329"/>
                      </a:lnTo>
                      <a:lnTo>
                        <a:pt x="5882928" y="8385537"/>
                      </a:lnTo>
                      <a:lnTo>
                        <a:pt x="5951116" y="8173209"/>
                      </a:lnTo>
                      <a:lnTo>
                        <a:pt x="5823992" y="7932157"/>
                      </a:lnTo>
                      <a:lnTo>
                        <a:pt x="5688608" y="7525881"/>
                      </a:lnTo>
                      <a:lnTo>
                        <a:pt x="5557540" y="7089889"/>
                      </a:lnTo>
                      <a:lnTo>
                        <a:pt x="5472956" y="6798037"/>
                      </a:lnTo>
                      <a:lnTo>
                        <a:pt x="5684540" y="6391885"/>
                      </a:lnTo>
                      <a:lnTo>
                        <a:pt x="5792489" y="6106013"/>
                      </a:lnTo>
                      <a:lnTo>
                        <a:pt x="6090320" y="5825321"/>
                      </a:lnTo>
                      <a:lnTo>
                        <a:pt x="6437784" y="5782781"/>
                      </a:lnTo>
                      <a:lnTo>
                        <a:pt x="6678960" y="5736173"/>
                      </a:lnTo>
                      <a:lnTo>
                        <a:pt x="6919764" y="5427553"/>
                      </a:lnTo>
                      <a:lnTo>
                        <a:pt x="7080548" y="5127069"/>
                      </a:lnTo>
                      <a:lnTo>
                        <a:pt x="7241332" y="4890085"/>
                      </a:lnTo>
                      <a:lnTo>
                        <a:pt x="7436024" y="4818201"/>
                      </a:lnTo>
                      <a:lnTo>
                        <a:pt x="7630716" y="4661609"/>
                      </a:lnTo>
                      <a:lnTo>
                        <a:pt x="7672884" y="4483933"/>
                      </a:lnTo>
                      <a:lnTo>
                        <a:pt x="7795692" y="4255333"/>
                      </a:lnTo>
                      <a:lnTo>
                        <a:pt x="8019976" y="4158049"/>
                      </a:lnTo>
                      <a:lnTo>
                        <a:pt x="8265468" y="3988757"/>
                      </a:lnTo>
                      <a:lnTo>
                        <a:pt x="8498260" y="3882965"/>
                      </a:lnTo>
                      <a:lnTo>
                        <a:pt x="8618203" y="3757736"/>
                      </a:lnTo>
                      <a:lnTo>
                        <a:pt x="9200827" y="2884229"/>
                      </a:lnTo>
                      <a:lnTo>
                        <a:pt x="8887643" y="2681153"/>
                      </a:lnTo>
                      <a:lnTo>
                        <a:pt x="8578651" y="2418769"/>
                      </a:lnTo>
                      <a:lnTo>
                        <a:pt x="8422059" y="2156385"/>
                      </a:lnTo>
                      <a:lnTo>
                        <a:pt x="8383959" y="1771317"/>
                      </a:lnTo>
                      <a:lnTo>
                        <a:pt x="8392467" y="1369233"/>
                      </a:lnTo>
                      <a:lnTo>
                        <a:pt x="8282483" y="1098837"/>
                      </a:lnTo>
                      <a:lnTo>
                        <a:pt x="8134523" y="794161"/>
                      </a:lnTo>
                      <a:lnTo>
                        <a:pt x="7804447" y="633377"/>
                      </a:lnTo>
                      <a:lnTo>
                        <a:pt x="7499771" y="514885"/>
                      </a:lnTo>
                      <a:lnTo>
                        <a:pt x="7237387" y="375309"/>
                      </a:lnTo>
                      <a:lnTo>
                        <a:pt x="7053017" y="161911"/>
                      </a:lnTo>
                      <a:lnTo>
                        <a:pt x="6847000" y="0"/>
                      </a:lnTo>
                      <a:lnTo>
                        <a:pt x="6549485" y="70077"/>
                      </a:lnTo>
                      <a:lnTo>
                        <a:pt x="6304901" y="205454"/>
                      </a:lnTo>
                      <a:lnTo>
                        <a:pt x="5939226" y="351160"/>
                      </a:lnTo>
                      <a:lnTo>
                        <a:pt x="5691357" y="438809"/>
                      </a:lnTo>
                      <a:lnTo>
                        <a:pt x="5428972" y="527021"/>
                      </a:lnTo>
                      <a:lnTo>
                        <a:pt x="5296654" y="701193"/>
                      </a:lnTo>
                      <a:lnTo>
                        <a:pt x="5064989" y="717961"/>
                      </a:lnTo>
                      <a:lnTo>
                        <a:pt x="4828780" y="73269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30" name="任意多边形 14">
                  <a:extLst>
                    <a:ext uri="{FF2B5EF4-FFF2-40B4-BE49-F238E27FC236}">
                      <a16:creationId xmlns:a16="http://schemas.microsoft.com/office/drawing/2014/main" id="{328E94A9-403C-C5A4-03D8-B424E6B1BDF3}"/>
                    </a:ext>
                  </a:extLst>
                </p:cNvPr>
                <p:cNvSpPr>
                  <a:spLocks/>
                </p:cNvSpPr>
                <p:nvPr/>
              </p:nvSpPr>
              <p:spPr bwMode="auto">
                <a:xfrm>
                  <a:off x="1403" y="2213"/>
                  <a:ext cx="708" cy="683"/>
                </a:xfrm>
                <a:custGeom>
                  <a:avLst/>
                  <a:gdLst/>
                  <a:ahLst/>
                  <a:cxnLst/>
                  <a:rect l="0" t="0" r="r" b="b"/>
                  <a:pathLst>
                    <a:path w="5621066" h="5419411">
                      <a:moveTo>
                        <a:pt x="458047" y="2394366"/>
                      </a:moveTo>
                      <a:lnTo>
                        <a:pt x="442194" y="2189633"/>
                      </a:lnTo>
                      <a:lnTo>
                        <a:pt x="471910" y="1986433"/>
                      </a:lnTo>
                      <a:lnTo>
                        <a:pt x="357610" y="1863749"/>
                      </a:lnTo>
                      <a:lnTo>
                        <a:pt x="184126" y="1846857"/>
                      </a:lnTo>
                      <a:lnTo>
                        <a:pt x="74142" y="1766465"/>
                      </a:lnTo>
                      <a:lnTo>
                        <a:pt x="0" y="1563958"/>
                      </a:lnTo>
                      <a:lnTo>
                        <a:pt x="277342" y="1580405"/>
                      </a:lnTo>
                      <a:lnTo>
                        <a:pt x="501254" y="1508645"/>
                      </a:lnTo>
                      <a:lnTo>
                        <a:pt x="780654" y="1487437"/>
                      </a:lnTo>
                      <a:lnTo>
                        <a:pt x="1000622" y="1326653"/>
                      </a:lnTo>
                      <a:lnTo>
                        <a:pt x="1309614" y="1081161"/>
                      </a:lnTo>
                      <a:lnTo>
                        <a:pt x="1525390" y="992385"/>
                      </a:lnTo>
                      <a:lnTo>
                        <a:pt x="1787774" y="657993"/>
                      </a:lnTo>
                      <a:lnTo>
                        <a:pt x="2135088" y="197370"/>
                      </a:lnTo>
                      <a:lnTo>
                        <a:pt x="2161035" y="270893"/>
                      </a:lnTo>
                      <a:lnTo>
                        <a:pt x="2432498" y="189360"/>
                      </a:lnTo>
                      <a:lnTo>
                        <a:pt x="2535561" y="170880"/>
                      </a:lnTo>
                      <a:lnTo>
                        <a:pt x="2673104" y="89917"/>
                      </a:lnTo>
                      <a:lnTo>
                        <a:pt x="2847605" y="0"/>
                      </a:lnTo>
                      <a:lnTo>
                        <a:pt x="2947170" y="18677"/>
                      </a:lnTo>
                      <a:lnTo>
                        <a:pt x="3004767" y="92398"/>
                      </a:lnTo>
                      <a:lnTo>
                        <a:pt x="2932759" y="382340"/>
                      </a:lnTo>
                      <a:lnTo>
                        <a:pt x="2914850" y="487115"/>
                      </a:lnTo>
                      <a:lnTo>
                        <a:pt x="2795787" y="557982"/>
                      </a:lnTo>
                      <a:lnTo>
                        <a:pt x="2857129" y="709812"/>
                      </a:lnTo>
                      <a:lnTo>
                        <a:pt x="2866654" y="819349"/>
                      </a:lnTo>
                      <a:lnTo>
                        <a:pt x="2975622" y="828303"/>
                      </a:lnTo>
                      <a:lnTo>
                        <a:pt x="3072979" y="886195"/>
                      </a:lnTo>
                      <a:lnTo>
                        <a:pt x="3192414" y="809254"/>
                      </a:lnTo>
                      <a:lnTo>
                        <a:pt x="3382344" y="700286"/>
                      </a:lnTo>
                      <a:lnTo>
                        <a:pt x="3529411" y="686569"/>
                      </a:lnTo>
                      <a:lnTo>
                        <a:pt x="3619328" y="567507"/>
                      </a:lnTo>
                      <a:lnTo>
                        <a:pt x="3547518" y="394989"/>
                      </a:lnTo>
                      <a:lnTo>
                        <a:pt x="3584850" y="325761"/>
                      </a:lnTo>
                      <a:lnTo>
                        <a:pt x="3712296" y="292423"/>
                      </a:lnTo>
                      <a:lnTo>
                        <a:pt x="3806976" y="264419"/>
                      </a:lnTo>
                      <a:lnTo>
                        <a:pt x="3957986" y="352821"/>
                      </a:lnTo>
                      <a:lnTo>
                        <a:pt x="4086822" y="471116"/>
                      </a:lnTo>
                      <a:lnTo>
                        <a:pt x="4142261" y="578371"/>
                      </a:lnTo>
                      <a:lnTo>
                        <a:pt x="4170835" y="773064"/>
                      </a:lnTo>
                      <a:lnTo>
                        <a:pt x="4098975" y="968252"/>
                      </a:lnTo>
                      <a:lnTo>
                        <a:pt x="4151786" y="1100535"/>
                      </a:lnTo>
                      <a:lnTo>
                        <a:pt x="4251798" y="1299990"/>
                      </a:lnTo>
                      <a:lnTo>
                        <a:pt x="4313140" y="1360761"/>
                      </a:lnTo>
                      <a:lnTo>
                        <a:pt x="4341145" y="1427436"/>
                      </a:lnTo>
                      <a:lnTo>
                        <a:pt x="4702524" y="1617365"/>
                      </a:lnTo>
                      <a:lnTo>
                        <a:pt x="4697091" y="1639513"/>
                      </a:lnTo>
                      <a:lnTo>
                        <a:pt x="4422677" y="1532211"/>
                      </a:lnTo>
                      <a:lnTo>
                        <a:pt x="4241703" y="1464965"/>
                      </a:lnTo>
                      <a:lnTo>
                        <a:pt x="4179790" y="1540025"/>
                      </a:lnTo>
                      <a:lnTo>
                        <a:pt x="4232177" y="1668612"/>
                      </a:lnTo>
                      <a:lnTo>
                        <a:pt x="4336382" y="1754337"/>
                      </a:lnTo>
                      <a:cubicBezTo>
                        <a:pt x="4336572" y="1774784"/>
                        <a:pt x="4336763" y="1795232"/>
                        <a:pt x="4336953" y="1815679"/>
                      </a:cubicBezTo>
                      <a:lnTo>
                        <a:pt x="4345907" y="1910358"/>
                      </a:lnTo>
                      <a:lnTo>
                        <a:pt x="4406430" y="1884957"/>
                      </a:lnTo>
                      <a:lnTo>
                        <a:pt x="4661572" y="1903884"/>
                      </a:lnTo>
                      <a:lnTo>
                        <a:pt x="4942559" y="1984847"/>
                      </a:lnTo>
                      <a:lnTo>
                        <a:pt x="5016477" y="1970560"/>
                      </a:lnTo>
                      <a:lnTo>
                        <a:pt x="5159922" y="1999135"/>
                      </a:lnTo>
                      <a:cubicBezTo>
                        <a:pt x="5159162" y="1976720"/>
                        <a:pt x="5158401" y="1954304"/>
                        <a:pt x="5157641" y="1931889"/>
                      </a:cubicBezTo>
                      <a:lnTo>
                        <a:pt x="5478042" y="2048321"/>
                      </a:lnTo>
                      <a:lnTo>
                        <a:pt x="5434882" y="2629693"/>
                      </a:lnTo>
                      <a:lnTo>
                        <a:pt x="5358682" y="2883445"/>
                      </a:lnTo>
                      <a:lnTo>
                        <a:pt x="5320582" y="3420913"/>
                      </a:lnTo>
                      <a:lnTo>
                        <a:pt x="5266011" y="3953645"/>
                      </a:lnTo>
                      <a:lnTo>
                        <a:pt x="5405166" y="4157265"/>
                      </a:lnTo>
                      <a:lnTo>
                        <a:pt x="5621066" y="4432349"/>
                      </a:lnTo>
                      <a:lnTo>
                        <a:pt x="5574582" y="4631233"/>
                      </a:lnTo>
                      <a:lnTo>
                        <a:pt x="5371506" y="4948609"/>
                      </a:lnTo>
                      <a:lnTo>
                        <a:pt x="4986438" y="5194101"/>
                      </a:lnTo>
                      <a:lnTo>
                        <a:pt x="4558954" y="5333801"/>
                      </a:lnTo>
                      <a:lnTo>
                        <a:pt x="4247470" y="5419411"/>
                      </a:lnTo>
                      <a:lnTo>
                        <a:pt x="4830094" y="4545904"/>
                      </a:lnTo>
                      <a:lnTo>
                        <a:pt x="4516910" y="4342828"/>
                      </a:lnTo>
                      <a:lnTo>
                        <a:pt x="4207918" y="4080444"/>
                      </a:lnTo>
                      <a:lnTo>
                        <a:pt x="4051326" y="3818060"/>
                      </a:lnTo>
                      <a:lnTo>
                        <a:pt x="4013226" y="3432992"/>
                      </a:lnTo>
                      <a:lnTo>
                        <a:pt x="4021734" y="3030908"/>
                      </a:lnTo>
                      <a:lnTo>
                        <a:pt x="3911750" y="2760512"/>
                      </a:lnTo>
                      <a:lnTo>
                        <a:pt x="3763790" y="2455836"/>
                      </a:lnTo>
                      <a:lnTo>
                        <a:pt x="3433714" y="2295052"/>
                      </a:lnTo>
                      <a:lnTo>
                        <a:pt x="3129038" y="2176560"/>
                      </a:lnTo>
                      <a:lnTo>
                        <a:pt x="2866654" y="2036984"/>
                      </a:lnTo>
                      <a:lnTo>
                        <a:pt x="2682284" y="1823586"/>
                      </a:lnTo>
                      <a:lnTo>
                        <a:pt x="2476267" y="1661675"/>
                      </a:lnTo>
                      <a:lnTo>
                        <a:pt x="2178752" y="1731752"/>
                      </a:lnTo>
                      <a:lnTo>
                        <a:pt x="1934168" y="1867129"/>
                      </a:lnTo>
                      <a:lnTo>
                        <a:pt x="1568493" y="2012835"/>
                      </a:lnTo>
                      <a:lnTo>
                        <a:pt x="1320624" y="2100484"/>
                      </a:lnTo>
                      <a:lnTo>
                        <a:pt x="1058239" y="2188696"/>
                      </a:lnTo>
                      <a:lnTo>
                        <a:pt x="925921" y="2362868"/>
                      </a:lnTo>
                      <a:lnTo>
                        <a:pt x="694256" y="2379636"/>
                      </a:lnTo>
                      <a:lnTo>
                        <a:pt x="458047" y="2394366"/>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32" name="任意多边形 14">
                  <a:extLst>
                    <a:ext uri="{FF2B5EF4-FFF2-40B4-BE49-F238E27FC236}">
                      <a16:creationId xmlns:a16="http://schemas.microsoft.com/office/drawing/2014/main" id="{5870A791-1EDE-DF44-3704-D9CEB60DDDCC}"/>
                    </a:ext>
                  </a:extLst>
                </p:cNvPr>
                <p:cNvSpPr>
                  <a:spLocks/>
                </p:cNvSpPr>
                <p:nvPr/>
              </p:nvSpPr>
              <p:spPr bwMode="auto">
                <a:xfrm>
                  <a:off x="602" y="1982"/>
                  <a:ext cx="885" cy="800"/>
                </a:xfrm>
                <a:custGeom>
                  <a:avLst/>
                  <a:gdLst/>
                  <a:ahLst/>
                  <a:cxnLst/>
                  <a:rect l="0" t="0" r="r" b="b"/>
                  <a:pathLst>
                    <a:path w="7024389" h="6348114">
                      <a:moveTo>
                        <a:pt x="4854105" y="0"/>
                      </a:moveTo>
                      <a:lnTo>
                        <a:pt x="2994570" y="393427"/>
                      </a:lnTo>
                      <a:lnTo>
                        <a:pt x="2897410" y="736575"/>
                      </a:lnTo>
                      <a:lnTo>
                        <a:pt x="2787426" y="897359"/>
                      </a:lnTo>
                      <a:lnTo>
                        <a:pt x="2592734" y="1079351"/>
                      </a:lnTo>
                      <a:lnTo>
                        <a:pt x="2351558" y="1295127"/>
                      </a:lnTo>
                      <a:lnTo>
                        <a:pt x="2097682" y="1519411"/>
                      </a:lnTo>
                      <a:lnTo>
                        <a:pt x="1763290" y="1730995"/>
                      </a:lnTo>
                      <a:lnTo>
                        <a:pt x="1539254" y="1963539"/>
                      </a:lnTo>
                      <a:lnTo>
                        <a:pt x="1247278" y="2179315"/>
                      </a:lnTo>
                      <a:lnTo>
                        <a:pt x="985018" y="2450083"/>
                      </a:lnTo>
                      <a:lnTo>
                        <a:pt x="743842" y="2636267"/>
                      </a:lnTo>
                      <a:lnTo>
                        <a:pt x="506982" y="2788543"/>
                      </a:lnTo>
                      <a:lnTo>
                        <a:pt x="244598" y="2868935"/>
                      </a:lnTo>
                      <a:lnTo>
                        <a:pt x="59281" y="2929855"/>
                      </a:lnTo>
                      <a:lnTo>
                        <a:pt x="19816" y="3312866"/>
                      </a:lnTo>
                      <a:lnTo>
                        <a:pt x="0" y="3566046"/>
                      </a:lnTo>
                      <a:lnTo>
                        <a:pt x="233933" y="3883421"/>
                      </a:lnTo>
                      <a:lnTo>
                        <a:pt x="526926" y="3866281"/>
                      </a:lnTo>
                      <a:lnTo>
                        <a:pt x="788293" y="4018681"/>
                      </a:lnTo>
                      <a:lnTo>
                        <a:pt x="977652" y="4131840"/>
                      </a:lnTo>
                      <a:lnTo>
                        <a:pt x="1191417" y="4188171"/>
                      </a:lnTo>
                      <a:lnTo>
                        <a:pt x="1426096" y="4530748"/>
                      </a:lnTo>
                      <a:lnTo>
                        <a:pt x="1789956" y="5185691"/>
                      </a:lnTo>
                      <a:lnTo>
                        <a:pt x="1819300" y="5634135"/>
                      </a:lnTo>
                      <a:lnTo>
                        <a:pt x="1850157" y="6034954"/>
                      </a:lnTo>
                      <a:lnTo>
                        <a:pt x="1990302" y="6348114"/>
                      </a:lnTo>
                      <a:lnTo>
                        <a:pt x="2606451" y="6151263"/>
                      </a:lnTo>
                      <a:lnTo>
                        <a:pt x="3303311" y="5988323"/>
                      </a:lnTo>
                      <a:lnTo>
                        <a:pt x="3839096" y="5874368"/>
                      </a:lnTo>
                      <a:lnTo>
                        <a:pt x="4175694" y="5786608"/>
                      </a:lnTo>
                      <a:lnTo>
                        <a:pt x="4612060" y="5806452"/>
                      </a:lnTo>
                      <a:lnTo>
                        <a:pt x="5105323" y="5671319"/>
                      </a:lnTo>
                      <a:lnTo>
                        <a:pt x="5595814" y="5558703"/>
                      </a:lnTo>
                      <a:lnTo>
                        <a:pt x="5927576" y="5292574"/>
                      </a:lnTo>
                      <a:lnTo>
                        <a:pt x="6169421" y="5253432"/>
                      </a:lnTo>
                      <a:lnTo>
                        <a:pt x="6392689" y="5377728"/>
                      </a:lnTo>
                      <a:lnTo>
                        <a:pt x="6614814" y="5652242"/>
                      </a:lnTo>
                      <a:lnTo>
                        <a:pt x="6797601" y="5818929"/>
                      </a:lnTo>
                      <a:lnTo>
                        <a:pt x="6968554" y="5799160"/>
                      </a:lnTo>
                      <a:lnTo>
                        <a:pt x="6807795" y="5589089"/>
                      </a:lnTo>
                      <a:cubicBezTo>
                        <a:pt x="6807985" y="5472375"/>
                        <a:pt x="6808176" y="5355660"/>
                        <a:pt x="6808366" y="5238946"/>
                      </a:cubicBezTo>
                      <a:lnTo>
                        <a:pt x="6900664" y="4912045"/>
                      </a:lnTo>
                      <a:lnTo>
                        <a:pt x="7024389" y="4635721"/>
                      </a:lnTo>
                      <a:lnTo>
                        <a:pt x="6872089" y="4461790"/>
                      </a:lnTo>
                      <a:lnTo>
                        <a:pt x="6815509" y="4228328"/>
                      </a:lnTo>
                      <a:lnTo>
                        <a:pt x="6796460" y="4022300"/>
                      </a:lnTo>
                      <a:lnTo>
                        <a:pt x="6829698" y="3823417"/>
                      </a:lnTo>
                      <a:lnTo>
                        <a:pt x="6709494" y="3698352"/>
                      </a:lnTo>
                      <a:lnTo>
                        <a:pt x="6539185" y="3685205"/>
                      </a:lnTo>
                      <a:lnTo>
                        <a:pt x="6428407" y="3599480"/>
                      </a:lnTo>
                      <a:lnTo>
                        <a:pt x="6355803" y="3397847"/>
                      </a:lnTo>
                      <a:lnTo>
                        <a:pt x="6112841" y="3219971"/>
                      </a:lnTo>
                      <a:lnTo>
                        <a:pt x="5964757" y="3046487"/>
                      </a:lnTo>
                      <a:lnTo>
                        <a:pt x="5858965" y="2868687"/>
                      </a:lnTo>
                      <a:lnTo>
                        <a:pt x="5693865" y="2686695"/>
                      </a:lnTo>
                      <a:lnTo>
                        <a:pt x="5719265" y="2572519"/>
                      </a:lnTo>
                      <a:lnTo>
                        <a:pt x="5812357" y="2398911"/>
                      </a:lnTo>
                      <a:lnTo>
                        <a:pt x="5731965" y="2250827"/>
                      </a:lnTo>
                      <a:lnTo>
                        <a:pt x="5605089" y="2090043"/>
                      </a:lnTo>
                      <a:lnTo>
                        <a:pt x="5380805" y="1941959"/>
                      </a:lnTo>
                      <a:lnTo>
                        <a:pt x="5186113" y="1759967"/>
                      </a:lnTo>
                      <a:lnTo>
                        <a:pt x="5059361" y="1578347"/>
                      </a:lnTo>
                      <a:lnTo>
                        <a:pt x="4873177" y="1243285"/>
                      </a:lnTo>
                      <a:lnTo>
                        <a:pt x="4847777" y="1024111"/>
                      </a:lnTo>
                      <a:lnTo>
                        <a:pt x="4780085" y="702543"/>
                      </a:lnTo>
                      <a:lnTo>
                        <a:pt x="4851969" y="503659"/>
                      </a:lnTo>
                      <a:lnTo>
                        <a:pt x="4890069" y="258167"/>
                      </a:lnTo>
                      <a:lnTo>
                        <a:pt x="4854105"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1" name="任意多边形 14">
                  <a:extLst>
                    <a:ext uri="{FF2B5EF4-FFF2-40B4-BE49-F238E27FC236}">
                      <a16:creationId xmlns:a16="http://schemas.microsoft.com/office/drawing/2014/main" id="{D709788D-5BC8-C771-78BB-9762B6B7BEBE}"/>
                    </a:ext>
                  </a:extLst>
                </p:cNvPr>
                <p:cNvSpPr>
                  <a:spLocks/>
                </p:cNvSpPr>
                <p:nvPr/>
              </p:nvSpPr>
              <p:spPr bwMode="auto">
                <a:xfrm>
                  <a:off x="1204" y="1938"/>
                  <a:ext cx="467" cy="474"/>
                </a:xfrm>
                <a:custGeom>
                  <a:avLst/>
                  <a:gdLst>
                    <a:gd name="T0" fmla="*/ 14802 w 3708002"/>
                    <a:gd name="T1" fmla="*/ 70202 h 3768899"/>
                    <a:gd name="T2" fmla="*/ 48228 w 3708002"/>
                    <a:gd name="T3" fmla="*/ 54171 h 3768899"/>
                    <a:gd name="T4" fmla="*/ 65981 w 3708002"/>
                    <a:gd name="T5" fmla="*/ 45714 h 3768899"/>
                    <a:gd name="T6" fmla="*/ 116700 w 3708002"/>
                    <a:gd name="T7" fmla="*/ 55872 h 3768899"/>
                    <a:gd name="T8" fmla="*/ 159874 w 3708002"/>
                    <a:gd name="T9" fmla="*/ 49092 h 3768899"/>
                    <a:gd name="T10" fmla="*/ 188836 w 3708002"/>
                    <a:gd name="T11" fmla="*/ 21989 h 3768899"/>
                    <a:gd name="T12" fmla="*/ 240254 w 3708002"/>
                    <a:gd name="T13" fmla="*/ 0 h 3768899"/>
                    <a:gd name="T14" fmla="*/ 275785 w 3708002"/>
                    <a:gd name="T15" fmla="*/ 34717 h 3768899"/>
                    <a:gd name="T16" fmla="*/ 299480 w 3708002"/>
                    <a:gd name="T17" fmla="*/ 58412 h 3768899"/>
                    <a:gd name="T18" fmla="*/ 340114 w 3708002"/>
                    <a:gd name="T19" fmla="*/ 51631 h 3768899"/>
                    <a:gd name="T20" fmla="*/ 374806 w 3708002"/>
                    <a:gd name="T21" fmla="*/ 66869 h 3768899"/>
                    <a:gd name="T22" fmla="*/ 398501 w 3708002"/>
                    <a:gd name="T23" fmla="*/ 104964 h 3768899"/>
                    <a:gd name="T24" fmla="*/ 434056 w 3708002"/>
                    <a:gd name="T25" fmla="*/ 85485 h 3768899"/>
                    <a:gd name="T26" fmla="*/ 459869 w 3708002"/>
                    <a:gd name="T27" fmla="*/ 96140 h 3768899"/>
                    <a:gd name="T28" fmla="*/ 471332 w 3708002"/>
                    <a:gd name="T29" fmla="*/ 147409 h 3768899"/>
                    <a:gd name="T30" fmla="*/ 473812 w 3708002"/>
                    <a:gd name="T31" fmla="*/ 189690 h 3768899"/>
                    <a:gd name="T32" fmla="*/ 482170 w 3708002"/>
                    <a:gd name="T33" fmla="*/ 212666 h 3768899"/>
                    <a:gd name="T34" fmla="*/ 491580 w 3708002"/>
                    <a:gd name="T35" fmla="*/ 231961 h 3768899"/>
                    <a:gd name="T36" fmla="*/ 513256 w 3708002"/>
                    <a:gd name="T37" fmla="*/ 276018 h 3768899"/>
                    <a:gd name="T38" fmla="*/ 549332 w 3708002"/>
                    <a:gd name="T39" fmla="*/ 324132 h 3768899"/>
                    <a:gd name="T40" fmla="*/ 574838 w 3708002"/>
                    <a:gd name="T41" fmla="*/ 362703 h 3768899"/>
                    <a:gd name="T42" fmla="*/ 609827 w 3708002"/>
                    <a:gd name="T43" fmla="*/ 389390 h 3768899"/>
                    <a:gd name="T44" fmla="*/ 633294 w 3708002"/>
                    <a:gd name="T45" fmla="*/ 414875 h 3768899"/>
                    <a:gd name="T46" fmla="*/ 669256 w 3708002"/>
                    <a:gd name="T47" fmla="*/ 441790 h 3768899"/>
                    <a:gd name="T48" fmla="*/ 693790 w 3708002"/>
                    <a:gd name="T49" fmla="*/ 457390 h 3768899"/>
                    <a:gd name="T50" fmla="*/ 710570 w 3708002"/>
                    <a:gd name="T51" fmla="*/ 466075 h 3768899"/>
                    <a:gd name="T52" fmla="*/ 741497 w 3708002"/>
                    <a:gd name="T53" fmla="*/ 476040 h 3768899"/>
                    <a:gd name="T54" fmla="*/ 694742 w 3708002"/>
                    <a:gd name="T55" fmla="*/ 539085 h 3768899"/>
                    <a:gd name="T56" fmla="*/ 620303 w 3708002"/>
                    <a:gd name="T57" fmla="*/ 635046 h 3768899"/>
                    <a:gd name="T58" fmla="*/ 576723 w 3708002"/>
                    <a:gd name="T59" fmla="*/ 653771 h 3768899"/>
                    <a:gd name="T60" fmla="*/ 519447 w 3708002"/>
                    <a:gd name="T61" fmla="*/ 700209 h 3768899"/>
                    <a:gd name="T62" fmla="*/ 471923 w 3708002"/>
                    <a:gd name="T63" fmla="*/ 734018 h 3768899"/>
                    <a:gd name="T64" fmla="*/ 415599 w 3708002"/>
                    <a:gd name="T65" fmla="*/ 738913 h 3768899"/>
                    <a:gd name="T66" fmla="*/ 371180 w 3708002"/>
                    <a:gd name="T67" fmla="*/ 753675 h 3768899"/>
                    <a:gd name="T68" fmla="*/ 315100 w 3708002"/>
                    <a:gd name="T69" fmla="*/ 749678 h 3768899"/>
                    <a:gd name="T70" fmla="*/ 266514 w 3708002"/>
                    <a:gd name="T71" fmla="*/ 714107 h 3768899"/>
                    <a:gd name="T72" fmla="*/ 236901 w 3708002"/>
                    <a:gd name="T73" fmla="*/ 679415 h 3768899"/>
                    <a:gd name="T74" fmla="*/ 215746 w 3708002"/>
                    <a:gd name="T75" fmla="*/ 643860 h 3768899"/>
                    <a:gd name="T76" fmla="*/ 182731 w 3708002"/>
                    <a:gd name="T77" fmla="*/ 607467 h 3768899"/>
                    <a:gd name="T78" fmla="*/ 187810 w 3708002"/>
                    <a:gd name="T79" fmla="*/ 584635 h 3768899"/>
                    <a:gd name="T80" fmla="*/ 206426 w 3708002"/>
                    <a:gd name="T81" fmla="*/ 549918 h 3768899"/>
                    <a:gd name="T82" fmla="*/ 190349 w 3708002"/>
                    <a:gd name="T83" fmla="*/ 520305 h 3768899"/>
                    <a:gd name="T84" fmla="*/ 164978 w 3708002"/>
                    <a:gd name="T85" fmla="*/ 488153 h 3768899"/>
                    <a:gd name="T86" fmla="*/ 120127 w 3708002"/>
                    <a:gd name="T87" fmla="*/ 458540 h 3768899"/>
                    <a:gd name="T88" fmla="*/ 81194 w 3708002"/>
                    <a:gd name="T89" fmla="*/ 422147 h 3768899"/>
                    <a:gd name="T90" fmla="*/ 55847 w 3708002"/>
                    <a:gd name="T91" fmla="*/ 385828 h 3768899"/>
                    <a:gd name="T92" fmla="*/ 18616 w 3708002"/>
                    <a:gd name="T93" fmla="*/ 318825 h 3768899"/>
                    <a:gd name="T94" fmla="*/ 13537 w 3708002"/>
                    <a:gd name="T95" fmla="*/ 274996 h 3768899"/>
                    <a:gd name="T96" fmla="*/ 0 w 3708002"/>
                    <a:gd name="T97" fmla="*/ 210692 h 3768899"/>
                    <a:gd name="T98" fmla="*/ 14375 w 3708002"/>
                    <a:gd name="T99" fmla="*/ 170920 h 3768899"/>
                    <a:gd name="T100" fmla="*/ 21994 w 3708002"/>
                    <a:gd name="T101" fmla="*/ 121829 h 3768899"/>
                    <a:gd name="T102" fmla="*/ 14802 w 3708002"/>
                    <a:gd name="T103" fmla="*/ 70202 h 37688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08002" h="3768899">
                      <a:moveTo>
                        <a:pt x="74020" y="351061"/>
                      </a:moveTo>
                      <a:lnTo>
                        <a:pt x="241175" y="270892"/>
                      </a:lnTo>
                      <a:lnTo>
                        <a:pt x="329951" y="228600"/>
                      </a:lnTo>
                      <a:lnTo>
                        <a:pt x="583579" y="279400"/>
                      </a:lnTo>
                      <a:lnTo>
                        <a:pt x="799479" y="245492"/>
                      </a:lnTo>
                      <a:lnTo>
                        <a:pt x="944312" y="109959"/>
                      </a:lnTo>
                      <a:lnTo>
                        <a:pt x="1201439" y="0"/>
                      </a:lnTo>
                      <a:lnTo>
                        <a:pt x="1379115" y="173608"/>
                      </a:lnTo>
                      <a:lnTo>
                        <a:pt x="1497607" y="292100"/>
                      </a:lnTo>
                      <a:lnTo>
                        <a:pt x="1700807" y="258192"/>
                      </a:lnTo>
                      <a:lnTo>
                        <a:pt x="1874291" y="334392"/>
                      </a:lnTo>
                      <a:lnTo>
                        <a:pt x="1992783" y="524892"/>
                      </a:lnTo>
                      <a:lnTo>
                        <a:pt x="2170583" y="427484"/>
                      </a:lnTo>
                      <a:lnTo>
                        <a:pt x="2299666" y="480766"/>
                      </a:lnTo>
                      <a:lnTo>
                        <a:pt x="2356990" y="737146"/>
                      </a:lnTo>
                      <a:lnTo>
                        <a:pt x="2369391" y="948582"/>
                      </a:lnTo>
                      <a:lnTo>
                        <a:pt x="2411189" y="1063477"/>
                      </a:lnTo>
                      <a:lnTo>
                        <a:pt x="2458244" y="1159967"/>
                      </a:lnTo>
                      <a:lnTo>
                        <a:pt x="2566640" y="1380282"/>
                      </a:lnTo>
                      <a:lnTo>
                        <a:pt x="2747044" y="1620887"/>
                      </a:lnTo>
                      <a:lnTo>
                        <a:pt x="2874590" y="1813769"/>
                      </a:lnTo>
                      <a:lnTo>
                        <a:pt x="3049562" y="1947218"/>
                      </a:lnTo>
                      <a:lnTo>
                        <a:pt x="3166913" y="2074665"/>
                      </a:lnTo>
                      <a:lnTo>
                        <a:pt x="3346747" y="2209254"/>
                      </a:lnTo>
                      <a:lnTo>
                        <a:pt x="3469432" y="2287266"/>
                      </a:lnTo>
                      <a:lnTo>
                        <a:pt x="3553345" y="2330699"/>
                      </a:lnTo>
                      <a:lnTo>
                        <a:pt x="3708002" y="2380532"/>
                      </a:lnTo>
                      <a:lnTo>
                        <a:pt x="3474193" y="2695799"/>
                      </a:lnTo>
                      <a:lnTo>
                        <a:pt x="3101949" y="3175670"/>
                      </a:lnTo>
                      <a:lnTo>
                        <a:pt x="2884016" y="3269308"/>
                      </a:lnTo>
                      <a:lnTo>
                        <a:pt x="2597596" y="3501530"/>
                      </a:lnTo>
                      <a:lnTo>
                        <a:pt x="2359942" y="3670598"/>
                      </a:lnTo>
                      <a:lnTo>
                        <a:pt x="2078285" y="3695080"/>
                      </a:lnTo>
                      <a:lnTo>
                        <a:pt x="1856159" y="3768899"/>
                      </a:lnTo>
                      <a:lnTo>
                        <a:pt x="1575718" y="3748908"/>
                      </a:lnTo>
                      <a:lnTo>
                        <a:pt x="1332756" y="3571032"/>
                      </a:lnTo>
                      <a:lnTo>
                        <a:pt x="1184672" y="3397548"/>
                      </a:lnTo>
                      <a:lnTo>
                        <a:pt x="1078880" y="3219748"/>
                      </a:lnTo>
                      <a:lnTo>
                        <a:pt x="913780" y="3037756"/>
                      </a:lnTo>
                      <a:lnTo>
                        <a:pt x="939180" y="2923580"/>
                      </a:lnTo>
                      <a:lnTo>
                        <a:pt x="1032272" y="2749972"/>
                      </a:lnTo>
                      <a:lnTo>
                        <a:pt x="951880" y="2601888"/>
                      </a:lnTo>
                      <a:lnTo>
                        <a:pt x="825004" y="2441104"/>
                      </a:lnTo>
                      <a:lnTo>
                        <a:pt x="600720" y="2293020"/>
                      </a:lnTo>
                      <a:lnTo>
                        <a:pt x="406028" y="2111028"/>
                      </a:lnTo>
                      <a:lnTo>
                        <a:pt x="279276" y="1929408"/>
                      </a:lnTo>
                      <a:lnTo>
                        <a:pt x="93092" y="1594346"/>
                      </a:lnTo>
                      <a:lnTo>
                        <a:pt x="67692" y="1375172"/>
                      </a:lnTo>
                      <a:lnTo>
                        <a:pt x="0" y="1053604"/>
                      </a:lnTo>
                      <a:lnTo>
                        <a:pt x="71884" y="854720"/>
                      </a:lnTo>
                      <a:lnTo>
                        <a:pt x="109984" y="609228"/>
                      </a:lnTo>
                      <a:lnTo>
                        <a:pt x="74020" y="35106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2" name="任意多边形 14">
                  <a:extLst>
                    <a:ext uri="{FF2B5EF4-FFF2-40B4-BE49-F238E27FC236}">
                      <a16:creationId xmlns:a16="http://schemas.microsoft.com/office/drawing/2014/main" id="{6FF83276-178C-DAB7-00E0-5BD8F56741D1}"/>
                    </a:ext>
                  </a:extLst>
                </p:cNvPr>
                <p:cNvSpPr>
                  <a:spLocks/>
                </p:cNvSpPr>
                <p:nvPr/>
              </p:nvSpPr>
              <p:spPr bwMode="auto">
                <a:xfrm>
                  <a:off x="510" y="1824"/>
                  <a:ext cx="469" cy="527"/>
                </a:xfrm>
                <a:custGeom>
                  <a:avLst/>
                  <a:gdLst>
                    <a:gd name="T0" fmla="*/ 312730 w 3725842"/>
                    <a:gd name="T1" fmla="*/ 42752 h 4182366"/>
                    <a:gd name="T2" fmla="*/ 355531 w 3725842"/>
                    <a:gd name="T3" fmla="*/ 19325 h 4182366"/>
                    <a:gd name="T4" fmla="*/ 397307 w 3725842"/>
                    <a:gd name="T5" fmla="*/ 0 h 4182366"/>
                    <a:gd name="T6" fmla="*/ 410868 w 3725842"/>
                    <a:gd name="T7" fmla="*/ 25446 h 4182366"/>
                    <a:gd name="T8" fmla="*/ 419301 w 3725842"/>
                    <a:gd name="T9" fmla="*/ 77891 h 4182366"/>
                    <a:gd name="T10" fmla="*/ 407441 w 3725842"/>
                    <a:gd name="T11" fmla="*/ 110881 h 4182366"/>
                    <a:gd name="T12" fmla="*/ 380343 w 3725842"/>
                    <a:gd name="T13" fmla="*/ 127796 h 4182366"/>
                    <a:gd name="T14" fmla="*/ 355810 w 3725842"/>
                    <a:gd name="T15" fmla="*/ 158272 h 4182366"/>
                    <a:gd name="T16" fmla="*/ 405739 w 3725842"/>
                    <a:gd name="T17" fmla="*/ 200583 h 4182366"/>
                    <a:gd name="T18" fmla="*/ 454831 w 3725842"/>
                    <a:gd name="T19" fmla="*/ 240354 h 4182366"/>
                    <a:gd name="T20" fmla="*/ 493129 w 3725842"/>
                    <a:gd name="T21" fmla="*/ 260874 h 4182366"/>
                    <a:gd name="T22" fmla="*/ 527186 w 3725842"/>
                    <a:gd name="T23" fmla="*/ 268493 h 4182366"/>
                    <a:gd name="T24" fmla="*/ 551948 w 3725842"/>
                    <a:gd name="T25" fmla="*/ 294093 h 4182366"/>
                    <a:gd name="T26" fmla="*/ 550881 w 3725842"/>
                    <a:gd name="T27" fmla="*/ 326474 h 4182366"/>
                    <a:gd name="T28" fmla="*/ 588976 w 3725842"/>
                    <a:gd name="T29" fmla="*/ 330055 h 4182366"/>
                    <a:gd name="T30" fmla="*/ 652442 w 3725842"/>
                    <a:gd name="T31" fmla="*/ 324341 h 4182366"/>
                    <a:gd name="T32" fmla="*/ 703642 w 3725842"/>
                    <a:gd name="T33" fmla="*/ 326245 h 4182366"/>
                    <a:gd name="T34" fmla="*/ 745065 w 3725842"/>
                    <a:gd name="T35" fmla="*/ 329142 h 4182366"/>
                    <a:gd name="T36" fmla="*/ 725636 w 3725842"/>
                    <a:gd name="T37" fmla="*/ 397762 h 4182366"/>
                    <a:gd name="T38" fmla="*/ 703642 w 3725842"/>
                    <a:gd name="T39" fmla="*/ 429914 h 4182366"/>
                    <a:gd name="T40" fmla="*/ 664709 w 3725842"/>
                    <a:gd name="T41" fmla="*/ 466308 h 4182366"/>
                    <a:gd name="T42" fmla="*/ 616480 w 3725842"/>
                    <a:gd name="T43" fmla="*/ 509457 h 4182366"/>
                    <a:gd name="T44" fmla="*/ 565712 w 3725842"/>
                    <a:gd name="T45" fmla="*/ 554307 h 4182366"/>
                    <a:gd name="T46" fmla="*/ 498843 w 3725842"/>
                    <a:gd name="T47" fmla="*/ 596618 h 4182366"/>
                    <a:gd name="T48" fmla="*/ 454042 w 3725842"/>
                    <a:gd name="T49" fmla="*/ 643121 h 4182366"/>
                    <a:gd name="T50" fmla="*/ 395655 w 3725842"/>
                    <a:gd name="T51" fmla="*/ 686270 h 4182366"/>
                    <a:gd name="T52" fmla="*/ 343210 w 3725842"/>
                    <a:gd name="T53" fmla="*/ 740416 h 4182366"/>
                    <a:gd name="T54" fmla="*/ 294982 w 3725842"/>
                    <a:gd name="T55" fmla="*/ 777648 h 4182366"/>
                    <a:gd name="T56" fmla="*/ 247616 w 3725842"/>
                    <a:gd name="T57" fmla="*/ 808099 h 4182366"/>
                    <a:gd name="T58" fmla="*/ 195147 w 3725842"/>
                    <a:gd name="T59" fmla="*/ 824175 h 4182366"/>
                    <a:gd name="T60" fmla="*/ 158089 w 3725842"/>
                    <a:gd name="T61" fmla="*/ 836357 h 4182366"/>
                    <a:gd name="T62" fmla="*/ 121194 w 3725842"/>
                    <a:gd name="T63" fmla="*/ 797191 h 4182366"/>
                    <a:gd name="T64" fmla="*/ 101547 w 3725842"/>
                    <a:gd name="T65" fmla="*/ 754008 h 4182366"/>
                    <a:gd name="T66" fmla="*/ 87703 w 3725842"/>
                    <a:gd name="T67" fmla="*/ 719300 h 4182366"/>
                    <a:gd name="T68" fmla="*/ 55168 w 3725842"/>
                    <a:gd name="T69" fmla="*/ 680968 h 4182366"/>
                    <a:gd name="T70" fmla="*/ 59816 w 3725842"/>
                    <a:gd name="T71" fmla="*/ 642322 h 4182366"/>
                    <a:gd name="T72" fmla="*/ 49682 w 3725842"/>
                    <a:gd name="T73" fmla="*/ 604253 h 4182366"/>
                    <a:gd name="T74" fmla="*/ 43740 w 3725842"/>
                    <a:gd name="T75" fmla="*/ 577204 h 4182366"/>
                    <a:gd name="T76" fmla="*/ 0 w 3725842"/>
                    <a:gd name="T77" fmla="*/ 561808 h 4182366"/>
                    <a:gd name="T78" fmla="*/ 19866 w 3725842"/>
                    <a:gd name="T79" fmla="*/ 502290 h 4182366"/>
                    <a:gd name="T80" fmla="*/ 16513 w 3725842"/>
                    <a:gd name="T81" fmla="*/ 445653 h 4182366"/>
                    <a:gd name="T82" fmla="*/ 26900 w 3725842"/>
                    <a:gd name="T83" fmla="*/ 367376 h 4182366"/>
                    <a:gd name="T84" fmla="*/ 54861 w 3725842"/>
                    <a:gd name="T85" fmla="*/ 324227 h 4182366"/>
                    <a:gd name="T86" fmla="*/ 76091 w 3725842"/>
                    <a:gd name="T87" fmla="*/ 258161 h 4182366"/>
                    <a:gd name="T88" fmla="*/ 140470 w 3725842"/>
                    <a:gd name="T89" fmla="*/ 244674 h 4182366"/>
                    <a:gd name="T90" fmla="*/ 181104 w 3725842"/>
                    <a:gd name="T91" fmla="*/ 221187 h 4182366"/>
                    <a:gd name="T92" fmla="*/ 207364 w 3725842"/>
                    <a:gd name="T93" fmla="*/ 168767 h 4182366"/>
                    <a:gd name="T94" fmla="*/ 217497 w 3725842"/>
                    <a:gd name="T95" fmla="*/ 99383 h 4182366"/>
                    <a:gd name="T96" fmla="*/ 265423 w 3725842"/>
                    <a:gd name="T97" fmla="*/ 75510 h 4182366"/>
                    <a:gd name="T98" fmla="*/ 312730 w 3725842"/>
                    <a:gd name="T99" fmla="*/ 42752 h 418236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725842" h="4182366">
                      <a:moveTo>
                        <a:pt x="1563866" y="213790"/>
                      </a:moveTo>
                      <a:lnTo>
                        <a:pt x="1777904" y="96638"/>
                      </a:lnTo>
                      <a:lnTo>
                        <a:pt x="1986811" y="0"/>
                      </a:lnTo>
                      <a:lnTo>
                        <a:pt x="2054627" y="127248"/>
                      </a:lnTo>
                      <a:lnTo>
                        <a:pt x="2096795" y="389508"/>
                      </a:lnTo>
                      <a:lnTo>
                        <a:pt x="2037487" y="554484"/>
                      </a:lnTo>
                      <a:lnTo>
                        <a:pt x="1901979" y="639068"/>
                      </a:lnTo>
                      <a:lnTo>
                        <a:pt x="1779295" y="791468"/>
                      </a:lnTo>
                      <a:lnTo>
                        <a:pt x="2028979" y="1003052"/>
                      </a:lnTo>
                      <a:lnTo>
                        <a:pt x="2274471" y="1201936"/>
                      </a:lnTo>
                      <a:lnTo>
                        <a:pt x="2465988" y="1304553"/>
                      </a:lnTo>
                      <a:lnTo>
                        <a:pt x="2636297" y="1342653"/>
                      </a:lnTo>
                      <a:lnTo>
                        <a:pt x="2760122" y="1470670"/>
                      </a:lnTo>
                      <a:lnTo>
                        <a:pt x="2754789" y="1632595"/>
                      </a:lnTo>
                      <a:lnTo>
                        <a:pt x="2945289" y="1650504"/>
                      </a:lnTo>
                      <a:lnTo>
                        <a:pt x="3262665" y="1621929"/>
                      </a:lnTo>
                      <a:lnTo>
                        <a:pt x="3518699" y="1631454"/>
                      </a:lnTo>
                      <a:lnTo>
                        <a:pt x="3725842" y="1645938"/>
                      </a:lnTo>
                      <a:lnTo>
                        <a:pt x="3628682" y="1989086"/>
                      </a:lnTo>
                      <a:lnTo>
                        <a:pt x="3518698" y="2149870"/>
                      </a:lnTo>
                      <a:lnTo>
                        <a:pt x="3324006" y="2331862"/>
                      </a:lnTo>
                      <a:lnTo>
                        <a:pt x="3082830" y="2547638"/>
                      </a:lnTo>
                      <a:lnTo>
                        <a:pt x="2828954" y="2771922"/>
                      </a:lnTo>
                      <a:lnTo>
                        <a:pt x="2494562" y="2983506"/>
                      </a:lnTo>
                      <a:lnTo>
                        <a:pt x="2270526" y="3216050"/>
                      </a:lnTo>
                      <a:lnTo>
                        <a:pt x="1978550" y="3431826"/>
                      </a:lnTo>
                      <a:lnTo>
                        <a:pt x="1716290" y="3702594"/>
                      </a:lnTo>
                      <a:lnTo>
                        <a:pt x="1475114" y="3888778"/>
                      </a:lnTo>
                      <a:lnTo>
                        <a:pt x="1238254" y="4041054"/>
                      </a:lnTo>
                      <a:lnTo>
                        <a:pt x="975870" y="4121446"/>
                      </a:lnTo>
                      <a:lnTo>
                        <a:pt x="790553" y="4182366"/>
                      </a:lnTo>
                      <a:lnTo>
                        <a:pt x="606055" y="3986510"/>
                      </a:lnTo>
                      <a:lnTo>
                        <a:pt x="507804" y="3770562"/>
                      </a:lnTo>
                      <a:lnTo>
                        <a:pt x="438574" y="3597002"/>
                      </a:lnTo>
                      <a:lnTo>
                        <a:pt x="275876" y="3405314"/>
                      </a:lnTo>
                      <a:lnTo>
                        <a:pt x="299122" y="3212058"/>
                      </a:lnTo>
                      <a:lnTo>
                        <a:pt x="248446" y="3021682"/>
                      </a:lnTo>
                      <a:lnTo>
                        <a:pt x="218730" y="2886422"/>
                      </a:lnTo>
                      <a:lnTo>
                        <a:pt x="0" y="2809428"/>
                      </a:lnTo>
                      <a:lnTo>
                        <a:pt x="99343" y="2511798"/>
                      </a:lnTo>
                      <a:lnTo>
                        <a:pt x="82575" y="2228577"/>
                      </a:lnTo>
                      <a:lnTo>
                        <a:pt x="134518" y="1837134"/>
                      </a:lnTo>
                      <a:lnTo>
                        <a:pt x="274342" y="1621358"/>
                      </a:lnTo>
                      <a:lnTo>
                        <a:pt x="380506" y="1290984"/>
                      </a:lnTo>
                      <a:lnTo>
                        <a:pt x="702446" y="1223538"/>
                      </a:lnTo>
                      <a:lnTo>
                        <a:pt x="905646" y="1106089"/>
                      </a:lnTo>
                      <a:lnTo>
                        <a:pt x="1036962" y="843953"/>
                      </a:lnTo>
                      <a:lnTo>
                        <a:pt x="1087638" y="496985"/>
                      </a:lnTo>
                      <a:lnTo>
                        <a:pt x="1327299" y="377600"/>
                      </a:lnTo>
                      <a:lnTo>
                        <a:pt x="1563866" y="21379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3" name="任意多边形 14">
                  <a:extLst>
                    <a:ext uri="{FF2B5EF4-FFF2-40B4-BE49-F238E27FC236}">
                      <a16:creationId xmlns:a16="http://schemas.microsoft.com/office/drawing/2014/main" id="{269015D3-31E5-29F1-CAB0-D6855A16EDD3}"/>
                    </a:ext>
                  </a:extLst>
                </p:cNvPr>
                <p:cNvSpPr>
                  <a:spLocks/>
                </p:cNvSpPr>
                <p:nvPr/>
              </p:nvSpPr>
              <p:spPr bwMode="auto">
                <a:xfrm>
                  <a:off x="1042" y="1367"/>
                  <a:ext cx="478" cy="608"/>
                </a:xfrm>
                <a:custGeom>
                  <a:avLst/>
                  <a:gdLst>
                    <a:gd name="T0" fmla="*/ 307967 w 3791434"/>
                    <a:gd name="T1" fmla="*/ 12587 h 4825959"/>
                    <a:gd name="T2" fmla="*/ 260284 w 3791434"/>
                    <a:gd name="T3" fmla="*/ 71468 h 4825959"/>
                    <a:gd name="T4" fmla="*/ 225342 w 3791434"/>
                    <a:gd name="T5" fmla="*/ 109312 h 4825959"/>
                    <a:gd name="T6" fmla="*/ 205025 w 3791434"/>
                    <a:gd name="T7" fmla="*/ 150172 h 4825959"/>
                    <a:gd name="T8" fmla="*/ 207928 w 3791434"/>
                    <a:gd name="T9" fmla="*/ 188129 h 4825959"/>
                    <a:gd name="T10" fmla="*/ 237065 w 3791434"/>
                    <a:gd name="T11" fmla="*/ 208446 h 4825959"/>
                    <a:gd name="T12" fmla="*/ 266089 w 3791434"/>
                    <a:gd name="T13" fmla="*/ 226086 h 4825959"/>
                    <a:gd name="T14" fmla="*/ 266089 w 3791434"/>
                    <a:gd name="T15" fmla="*/ 284248 h 4825959"/>
                    <a:gd name="T16" fmla="*/ 254254 w 3791434"/>
                    <a:gd name="T17" fmla="*/ 339395 h 4825959"/>
                    <a:gd name="T18" fmla="*/ 207589 w 3791434"/>
                    <a:gd name="T19" fmla="*/ 354245 h 4825959"/>
                    <a:gd name="T20" fmla="*/ 166843 w 3791434"/>
                    <a:gd name="T21" fmla="*/ 369095 h 4825959"/>
                    <a:gd name="T22" fmla="*/ 134465 w 3791434"/>
                    <a:gd name="T23" fmla="*/ 434189 h 4825959"/>
                    <a:gd name="T24" fmla="*/ 110907 w 3791434"/>
                    <a:gd name="T25" fmla="*/ 483756 h 4825959"/>
                    <a:gd name="T26" fmla="*/ 81432 w 3791434"/>
                    <a:gd name="T27" fmla="*/ 516134 h 4825959"/>
                    <a:gd name="T28" fmla="*/ 37783 w 3791434"/>
                    <a:gd name="T29" fmla="*/ 533436 h 4825959"/>
                    <a:gd name="T30" fmla="*/ 0 w 3791434"/>
                    <a:gd name="T31" fmla="*/ 557119 h 4825959"/>
                    <a:gd name="T32" fmla="*/ 23772 w 3791434"/>
                    <a:gd name="T33" fmla="*/ 583888 h 4825959"/>
                    <a:gd name="T34" fmla="*/ 76303 w 3791434"/>
                    <a:gd name="T35" fmla="*/ 593400 h 4825959"/>
                    <a:gd name="T36" fmla="*/ 131337 w 3791434"/>
                    <a:gd name="T37" fmla="*/ 604559 h 4825959"/>
                    <a:gd name="T38" fmla="*/ 193077 w 3791434"/>
                    <a:gd name="T39" fmla="*/ 607912 h 4825959"/>
                    <a:gd name="T40" fmla="*/ 243095 w 3791434"/>
                    <a:gd name="T41" fmla="*/ 628680 h 4825959"/>
                    <a:gd name="T42" fmla="*/ 269442 w 3791434"/>
                    <a:gd name="T43" fmla="*/ 657818 h 4825959"/>
                    <a:gd name="T44" fmla="*/ 284067 w 3791434"/>
                    <a:gd name="T45" fmla="*/ 710174 h 4825959"/>
                    <a:gd name="T46" fmla="*/ 316332 w 3791434"/>
                    <a:gd name="T47" fmla="*/ 757064 h 4825959"/>
                    <a:gd name="T48" fmla="*/ 371366 w 3791434"/>
                    <a:gd name="T49" fmla="*/ 794909 h 4825959"/>
                    <a:gd name="T50" fmla="*/ 415241 w 3791434"/>
                    <a:gd name="T51" fmla="*/ 826949 h 4825959"/>
                    <a:gd name="T52" fmla="*/ 450070 w 3791434"/>
                    <a:gd name="T53" fmla="*/ 853183 h 4825959"/>
                    <a:gd name="T54" fmla="*/ 452782 w 3791434"/>
                    <a:gd name="T55" fmla="*/ 886227 h 4825959"/>
                    <a:gd name="T56" fmla="*/ 444541 w 3791434"/>
                    <a:gd name="T57" fmla="*/ 928829 h 4825959"/>
                    <a:gd name="T58" fmla="*/ 497074 w 3791434"/>
                    <a:gd name="T59" fmla="*/ 906695 h 4825959"/>
                    <a:gd name="T60" fmla="*/ 557139 w 3791434"/>
                    <a:gd name="T61" fmla="*/ 965058 h 4825959"/>
                    <a:gd name="T62" fmla="*/ 570986 w 3791434"/>
                    <a:gd name="T63" fmla="*/ 925407 h 4825959"/>
                    <a:gd name="T64" fmla="*/ 544864 w 3791434"/>
                    <a:gd name="T65" fmla="*/ 893367 h 4825959"/>
                    <a:gd name="T66" fmla="*/ 570874 w 3791434"/>
                    <a:gd name="T67" fmla="*/ 843912 h 4825959"/>
                    <a:gd name="T68" fmla="*/ 623230 w 3791434"/>
                    <a:gd name="T69" fmla="*/ 826160 h 4825959"/>
                    <a:gd name="T70" fmla="*/ 672797 w 3791434"/>
                    <a:gd name="T71" fmla="*/ 794233 h 4825959"/>
                    <a:gd name="T72" fmla="*/ 719462 w 3791434"/>
                    <a:gd name="T73" fmla="*/ 788315 h 4825959"/>
                    <a:gd name="T74" fmla="*/ 758181 w 3791434"/>
                    <a:gd name="T75" fmla="*/ 758051 h 4825959"/>
                    <a:gd name="T76" fmla="*/ 745584 w 3791434"/>
                    <a:gd name="T77" fmla="*/ 726688 h 4825959"/>
                    <a:gd name="T78" fmla="*/ 707289 w 3791434"/>
                    <a:gd name="T79" fmla="*/ 696311 h 4825959"/>
                    <a:gd name="T80" fmla="*/ 678039 w 3791434"/>
                    <a:gd name="T81" fmla="*/ 675881 h 4825959"/>
                    <a:gd name="T82" fmla="*/ 619877 w 3791434"/>
                    <a:gd name="T83" fmla="*/ 675881 h 4825959"/>
                    <a:gd name="T84" fmla="*/ 605027 w 3791434"/>
                    <a:gd name="T85" fmla="*/ 632119 h 4825959"/>
                    <a:gd name="T86" fmla="*/ 625344 w 3791434"/>
                    <a:gd name="T87" fmla="*/ 565137 h 4825959"/>
                    <a:gd name="T88" fmla="*/ 668768 w 3791434"/>
                    <a:gd name="T89" fmla="*/ 500720 h 4825959"/>
                    <a:gd name="T90" fmla="*/ 695228 w 3791434"/>
                    <a:gd name="T91" fmla="*/ 445461 h 4825959"/>
                    <a:gd name="T92" fmla="*/ 735750 w 3791434"/>
                    <a:gd name="T93" fmla="*/ 372561 h 4825959"/>
                    <a:gd name="T94" fmla="*/ 725267 w 3791434"/>
                    <a:gd name="T95" fmla="*/ 314625 h 4825959"/>
                    <a:gd name="T96" fmla="*/ 706838 w 3791434"/>
                    <a:gd name="T97" fmla="*/ 267735 h 4825959"/>
                    <a:gd name="T98" fmla="*/ 658060 w 3791434"/>
                    <a:gd name="T99" fmla="*/ 261817 h 4825959"/>
                    <a:gd name="T100" fmla="*/ 611508 w 3791434"/>
                    <a:gd name="T101" fmla="*/ 253110 h 4825959"/>
                    <a:gd name="T102" fmla="*/ 561716 w 3791434"/>
                    <a:gd name="T103" fmla="*/ 232680 h 4825959"/>
                    <a:gd name="T104" fmla="*/ 510512 w 3791434"/>
                    <a:gd name="T105" fmla="*/ 211888 h 4825959"/>
                    <a:gd name="T106" fmla="*/ 447618 w 3791434"/>
                    <a:gd name="T107" fmla="*/ 159781 h 4825959"/>
                    <a:gd name="T108" fmla="*/ 421271 w 3791434"/>
                    <a:gd name="T109" fmla="*/ 130531 h 4825959"/>
                    <a:gd name="T110" fmla="*/ 389457 w 3791434"/>
                    <a:gd name="T111" fmla="*/ 92573 h 4825959"/>
                    <a:gd name="T112" fmla="*/ 409661 w 3791434"/>
                    <a:gd name="T113" fmla="*/ 37427 h 4825959"/>
                    <a:gd name="T114" fmla="*/ 376670 w 3791434"/>
                    <a:gd name="T115" fmla="*/ 0 h 4825959"/>
                    <a:gd name="T116" fmla="*/ 345019 w 3791434"/>
                    <a:gd name="T117" fmla="*/ 2034 h 4825959"/>
                    <a:gd name="T118" fmla="*/ 307967 w 3791434"/>
                    <a:gd name="T119" fmla="*/ 12587 h 482595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91434" h="4825959">
                      <a:moveTo>
                        <a:pt x="1540052" y="62945"/>
                      </a:moveTo>
                      <a:lnTo>
                        <a:pt x="1301603" y="357387"/>
                      </a:lnTo>
                      <a:lnTo>
                        <a:pt x="1126869" y="546636"/>
                      </a:lnTo>
                      <a:lnTo>
                        <a:pt x="1025269" y="750963"/>
                      </a:lnTo>
                      <a:lnTo>
                        <a:pt x="1039783" y="940776"/>
                      </a:lnTo>
                      <a:lnTo>
                        <a:pt x="1185489" y="1042375"/>
                      </a:lnTo>
                      <a:lnTo>
                        <a:pt x="1330632" y="1130588"/>
                      </a:lnTo>
                      <a:lnTo>
                        <a:pt x="1330632" y="1421437"/>
                      </a:lnTo>
                      <a:lnTo>
                        <a:pt x="1271447" y="1697208"/>
                      </a:lnTo>
                      <a:lnTo>
                        <a:pt x="1038092" y="1771471"/>
                      </a:lnTo>
                      <a:lnTo>
                        <a:pt x="834329" y="1845732"/>
                      </a:lnTo>
                      <a:lnTo>
                        <a:pt x="672418" y="2171244"/>
                      </a:lnTo>
                      <a:lnTo>
                        <a:pt x="554613" y="2419114"/>
                      </a:lnTo>
                      <a:lnTo>
                        <a:pt x="407217" y="2581024"/>
                      </a:lnTo>
                      <a:lnTo>
                        <a:pt x="188939" y="2667546"/>
                      </a:lnTo>
                      <a:lnTo>
                        <a:pt x="0" y="2785979"/>
                      </a:lnTo>
                      <a:lnTo>
                        <a:pt x="118875" y="2919842"/>
                      </a:lnTo>
                      <a:lnTo>
                        <a:pt x="381569" y="2967410"/>
                      </a:lnTo>
                      <a:lnTo>
                        <a:pt x="656777" y="3023214"/>
                      </a:lnTo>
                      <a:lnTo>
                        <a:pt x="965521" y="3039982"/>
                      </a:lnTo>
                      <a:lnTo>
                        <a:pt x="1215645" y="3143836"/>
                      </a:lnTo>
                      <a:lnTo>
                        <a:pt x="1347400" y="3289542"/>
                      </a:lnTo>
                      <a:lnTo>
                        <a:pt x="1420535" y="3551363"/>
                      </a:lnTo>
                      <a:lnTo>
                        <a:pt x="1581882" y="3785845"/>
                      </a:lnTo>
                      <a:lnTo>
                        <a:pt x="1857090" y="3975095"/>
                      </a:lnTo>
                      <a:lnTo>
                        <a:pt x="2076495" y="4135315"/>
                      </a:lnTo>
                      <a:lnTo>
                        <a:pt x="2250666" y="4266507"/>
                      </a:lnTo>
                      <a:lnTo>
                        <a:pt x="2264228" y="4431745"/>
                      </a:lnTo>
                      <a:lnTo>
                        <a:pt x="2223017" y="4644789"/>
                      </a:lnTo>
                      <a:lnTo>
                        <a:pt x="2485715" y="4534103"/>
                      </a:lnTo>
                      <a:lnTo>
                        <a:pt x="2786085" y="4825959"/>
                      </a:lnTo>
                      <a:lnTo>
                        <a:pt x="2855330" y="4627674"/>
                      </a:lnTo>
                      <a:lnTo>
                        <a:pt x="2724701" y="4467453"/>
                      </a:lnTo>
                      <a:lnTo>
                        <a:pt x="2854766" y="4220147"/>
                      </a:lnTo>
                      <a:lnTo>
                        <a:pt x="3116587" y="4131370"/>
                      </a:lnTo>
                      <a:lnTo>
                        <a:pt x="3364457" y="3971714"/>
                      </a:lnTo>
                      <a:lnTo>
                        <a:pt x="3597812" y="3942121"/>
                      </a:lnTo>
                      <a:lnTo>
                        <a:pt x="3791434" y="3790781"/>
                      </a:lnTo>
                      <a:lnTo>
                        <a:pt x="3728441" y="3633941"/>
                      </a:lnTo>
                      <a:lnTo>
                        <a:pt x="3536938" y="3482037"/>
                      </a:lnTo>
                      <a:lnTo>
                        <a:pt x="3390669" y="3379874"/>
                      </a:lnTo>
                      <a:lnTo>
                        <a:pt x="3099819" y="3379874"/>
                      </a:lnTo>
                      <a:lnTo>
                        <a:pt x="3025557" y="3161032"/>
                      </a:lnTo>
                      <a:lnTo>
                        <a:pt x="3127158" y="2826077"/>
                      </a:lnTo>
                      <a:lnTo>
                        <a:pt x="3344308" y="2503946"/>
                      </a:lnTo>
                      <a:lnTo>
                        <a:pt x="3476627" y="2227610"/>
                      </a:lnTo>
                      <a:lnTo>
                        <a:pt x="3679264" y="1863064"/>
                      </a:lnTo>
                      <a:lnTo>
                        <a:pt x="3626841" y="1573341"/>
                      </a:lnTo>
                      <a:lnTo>
                        <a:pt x="3534685" y="1338859"/>
                      </a:lnTo>
                      <a:lnTo>
                        <a:pt x="3290759" y="1309267"/>
                      </a:lnTo>
                      <a:lnTo>
                        <a:pt x="3057967" y="1265724"/>
                      </a:lnTo>
                      <a:lnTo>
                        <a:pt x="2808970" y="1163560"/>
                      </a:lnTo>
                      <a:lnTo>
                        <a:pt x="2552914" y="1059587"/>
                      </a:lnTo>
                      <a:lnTo>
                        <a:pt x="2238405" y="799013"/>
                      </a:lnTo>
                      <a:lnTo>
                        <a:pt x="2106650" y="652743"/>
                      </a:lnTo>
                      <a:lnTo>
                        <a:pt x="1947557" y="462930"/>
                      </a:lnTo>
                      <a:lnTo>
                        <a:pt x="2048593" y="187160"/>
                      </a:lnTo>
                      <a:lnTo>
                        <a:pt x="1883611" y="0"/>
                      </a:lnTo>
                      <a:lnTo>
                        <a:pt x="1725334" y="10170"/>
                      </a:lnTo>
                      <a:lnTo>
                        <a:pt x="1540052" y="6294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4" name="任意多边形 15">
                  <a:extLst>
                    <a:ext uri="{FF2B5EF4-FFF2-40B4-BE49-F238E27FC236}">
                      <a16:creationId xmlns:a16="http://schemas.microsoft.com/office/drawing/2014/main" id="{6915A8EC-2870-48CD-5938-9D7289E70051}"/>
                    </a:ext>
                  </a:extLst>
                </p:cNvPr>
                <p:cNvSpPr>
                  <a:spLocks/>
                </p:cNvSpPr>
                <p:nvPr/>
              </p:nvSpPr>
              <p:spPr bwMode="auto">
                <a:xfrm>
                  <a:off x="806" y="1227"/>
                  <a:ext cx="430" cy="530"/>
                </a:xfrm>
                <a:custGeom>
                  <a:avLst/>
                  <a:gdLst>
                    <a:gd name="T0" fmla="*/ 682360 w 3412275"/>
                    <a:gd name="T1" fmla="*/ 235394 h 4207159"/>
                    <a:gd name="T2" fmla="*/ 634677 w 3412275"/>
                    <a:gd name="T3" fmla="*/ 294275 h 4207159"/>
                    <a:gd name="T4" fmla="*/ 599735 w 3412275"/>
                    <a:gd name="T5" fmla="*/ 332119 h 4207159"/>
                    <a:gd name="T6" fmla="*/ 579418 w 3412275"/>
                    <a:gd name="T7" fmla="*/ 372979 h 4207159"/>
                    <a:gd name="T8" fmla="*/ 582320 w 3412275"/>
                    <a:gd name="T9" fmla="*/ 410936 h 4207159"/>
                    <a:gd name="T10" fmla="*/ 611457 w 3412275"/>
                    <a:gd name="T11" fmla="*/ 431253 h 4207159"/>
                    <a:gd name="T12" fmla="*/ 640482 w 3412275"/>
                    <a:gd name="T13" fmla="*/ 448894 h 4207159"/>
                    <a:gd name="T14" fmla="*/ 640482 w 3412275"/>
                    <a:gd name="T15" fmla="*/ 507055 h 4207159"/>
                    <a:gd name="T16" fmla="*/ 628647 w 3412275"/>
                    <a:gd name="T17" fmla="*/ 562202 h 4207159"/>
                    <a:gd name="T18" fmla="*/ 581982 w 3412275"/>
                    <a:gd name="T19" fmla="*/ 577052 h 4207159"/>
                    <a:gd name="T20" fmla="*/ 541235 w 3412275"/>
                    <a:gd name="T21" fmla="*/ 591903 h 4207159"/>
                    <a:gd name="T22" fmla="*/ 508857 w 3412275"/>
                    <a:gd name="T23" fmla="*/ 656996 h 4207159"/>
                    <a:gd name="T24" fmla="*/ 485300 w 3412275"/>
                    <a:gd name="T25" fmla="*/ 706563 h 4207159"/>
                    <a:gd name="T26" fmla="*/ 455825 w 3412275"/>
                    <a:gd name="T27" fmla="*/ 738941 h 4207159"/>
                    <a:gd name="T28" fmla="*/ 412175 w 3412275"/>
                    <a:gd name="T29" fmla="*/ 756243 h 4207159"/>
                    <a:gd name="T30" fmla="*/ 374393 w 3412275"/>
                    <a:gd name="T31" fmla="*/ 779926 h 4207159"/>
                    <a:gd name="T32" fmla="*/ 321636 w 3412275"/>
                    <a:gd name="T33" fmla="*/ 800681 h 4207159"/>
                    <a:gd name="T34" fmla="*/ 263361 w 3412275"/>
                    <a:gd name="T35" fmla="*/ 838413 h 4207159"/>
                    <a:gd name="T36" fmla="*/ 210892 w 3412275"/>
                    <a:gd name="T37" fmla="*/ 841315 h 4207159"/>
                    <a:gd name="T38" fmla="*/ 149490 w 3412275"/>
                    <a:gd name="T39" fmla="*/ 823788 h 4207159"/>
                    <a:gd name="T40" fmla="*/ 99697 w 3412275"/>
                    <a:gd name="T41" fmla="*/ 800568 h 4207159"/>
                    <a:gd name="T42" fmla="*/ 29467 w 3412275"/>
                    <a:gd name="T43" fmla="*/ 794634 h 4207159"/>
                    <a:gd name="T44" fmla="*/ 14512 w 3412275"/>
                    <a:gd name="T45" fmla="*/ 738603 h 4207159"/>
                    <a:gd name="T46" fmla="*/ 0 w 3412275"/>
                    <a:gd name="T47" fmla="*/ 652967 h 4207159"/>
                    <a:gd name="T48" fmla="*/ 29024 w 3412275"/>
                    <a:gd name="T49" fmla="*/ 623717 h 4207159"/>
                    <a:gd name="T50" fmla="*/ 49454 w 3412275"/>
                    <a:gd name="T51" fmla="*/ 541997 h 4207159"/>
                    <a:gd name="T52" fmla="*/ 75689 w 3412275"/>
                    <a:gd name="T53" fmla="*/ 492656 h 4207159"/>
                    <a:gd name="T54" fmla="*/ 107616 w 3412275"/>
                    <a:gd name="T55" fmla="*/ 451571 h 4207159"/>
                    <a:gd name="T56" fmla="*/ 96119 w 3412275"/>
                    <a:gd name="T57" fmla="*/ 413726 h 4207159"/>
                    <a:gd name="T58" fmla="*/ 67094 w 3412275"/>
                    <a:gd name="T59" fmla="*/ 398876 h 4207159"/>
                    <a:gd name="T60" fmla="*/ 35055 w 3412275"/>
                    <a:gd name="T61" fmla="*/ 387266 h 4207159"/>
                    <a:gd name="T62" fmla="*/ 32040 w 3412275"/>
                    <a:gd name="T63" fmla="*/ 337699 h 4207159"/>
                    <a:gd name="T64" fmla="*/ 43649 w 3412275"/>
                    <a:gd name="T65" fmla="*/ 276410 h 4207159"/>
                    <a:gd name="T66" fmla="*/ 69772 w 3412275"/>
                    <a:gd name="T67" fmla="*/ 247272 h 4207159"/>
                    <a:gd name="T68" fmla="*/ 52469 w 3412275"/>
                    <a:gd name="T69" fmla="*/ 197818 h 4207159"/>
                    <a:gd name="T70" fmla="*/ 64376 w 3412275"/>
                    <a:gd name="T71" fmla="*/ 143730 h 4207159"/>
                    <a:gd name="T72" fmla="*/ 111194 w 3412275"/>
                    <a:gd name="T73" fmla="*/ 128046 h 4207159"/>
                    <a:gd name="T74" fmla="*/ 130187 w 3412275"/>
                    <a:gd name="T75" fmla="*/ 96232 h 4207159"/>
                    <a:gd name="T76" fmla="*/ 173836 w 3412275"/>
                    <a:gd name="T77" fmla="*/ 84509 h 4207159"/>
                    <a:gd name="T78" fmla="*/ 205876 w 3412275"/>
                    <a:gd name="T79" fmla="*/ 116324 h 4207159"/>
                    <a:gd name="T80" fmla="*/ 249638 w 3412275"/>
                    <a:gd name="T81" fmla="*/ 101924 h 4207159"/>
                    <a:gd name="T82" fmla="*/ 252653 w 3412275"/>
                    <a:gd name="T83" fmla="*/ 58387 h 4207159"/>
                    <a:gd name="T84" fmla="*/ 270068 w 3412275"/>
                    <a:gd name="T85" fmla="*/ 11723 h 4207159"/>
                    <a:gd name="T86" fmla="*/ 325327 w 3412275"/>
                    <a:gd name="T87" fmla="*/ 0 h 4207159"/>
                    <a:gd name="T88" fmla="*/ 383827 w 3412275"/>
                    <a:gd name="T89" fmla="*/ 31927 h 4207159"/>
                    <a:gd name="T90" fmla="*/ 436296 w 3412275"/>
                    <a:gd name="T91" fmla="*/ 61177 h 4207159"/>
                    <a:gd name="T92" fmla="*/ 482668 w 3412275"/>
                    <a:gd name="T93" fmla="*/ 71223 h 4207159"/>
                    <a:gd name="T94" fmla="*/ 495635 w 3412275"/>
                    <a:gd name="T95" fmla="*/ 104531 h 4207159"/>
                    <a:gd name="T96" fmla="*/ 531028 w 3412275"/>
                    <a:gd name="T97" fmla="*/ 136796 h 4207159"/>
                    <a:gd name="T98" fmla="*/ 584997 w 3412275"/>
                    <a:gd name="T99" fmla="*/ 163101 h 4207159"/>
                    <a:gd name="T100" fmla="*/ 640369 w 3412275"/>
                    <a:gd name="T101" fmla="*/ 198043 h 4207159"/>
                    <a:gd name="T102" fmla="*/ 682360 w 3412275"/>
                    <a:gd name="T103" fmla="*/ 235394 h 42071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412275" h="4207159">
                      <a:moveTo>
                        <a:pt x="3412275" y="1177135"/>
                      </a:moveTo>
                      <a:lnTo>
                        <a:pt x="3173826" y="1471577"/>
                      </a:lnTo>
                      <a:lnTo>
                        <a:pt x="2999092" y="1660826"/>
                      </a:lnTo>
                      <a:lnTo>
                        <a:pt x="2897492" y="1865153"/>
                      </a:lnTo>
                      <a:lnTo>
                        <a:pt x="2912006" y="2054966"/>
                      </a:lnTo>
                      <a:lnTo>
                        <a:pt x="3057712" y="2156565"/>
                      </a:lnTo>
                      <a:lnTo>
                        <a:pt x="3202855" y="2244778"/>
                      </a:lnTo>
                      <a:lnTo>
                        <a:pt x="3202855" y="2535627"/>
                      </a:lnTo>
                      <a:lnTo>
                        <a:pt x="3143670" y="2811398"/>
                      </a:lnTo>
                      <a:lnTo>
                        <a:pt x="2910315" y="2885661"/>
                      </a:lnTo>
                      <a:lnTo>
                        <a:pt x="2706552" y="2959922"/>
                      </a:lnTo>
                      <a:lnTo>
                        <a:pt x="2544641" y="3285434"/>
                      </a:lnTo>
                      <a:lnTo>
                        <a:pt x="2426836" y="3533304"/>
                      </a:lnTo>
                      <a:lnTo>
                        <a:pt x="2279440" y="3695214"/>
                      </a:lnTo>
                      <a:lnTo>
                        <a:pt x="2061162" y="3781736"/>
                      </a:lnTo>
                      <a:lnTo>
                        <a:pt x="1872223" y="3900169"/>
                      </a:lnTo>
                      <a:lnTo>
                        <a:pt x="1608402" y="4003959"/>
                      </a:lnTo>
                      <a:lnTo>
                        <a:pt x="1316990" y="4192645"/>
                      </a:lnTo>
                      <a:lnTo>
                        <a:pt x="1054606" y="4207159"/>
                      </a:lnTo>
                      <a:lnTo>
                        <a:pt x="747552" y="4119511"/>
                      </a:lnTo>
                      <a:lnTo>
                        <a:pt x="498555" y="4003396"/>
                      </a:lnTo>
                      <a:lnTo>
                        <a:pt x="147355" y="3973722"/>
                      </a:lnTo>
                      <a:lnTo>
                        <a:pt x="72570" y="3693525"/>
                      </a:lnTo>
                      <a:lnTo>
                        <a:pt x="0" y="3265287"/>
                      </a:lnTo>
                      <a:lnTo>
                        <a:pt x="145142" y="3119016"/>
                      </a:lnTo>
                      <a:lnTo>
                        <a:pt x="247306" y="2710363"/>
                      </a:lnTo>
                      <a:lnTo>
                        <a:pt x="378498" y="2463620"/>
                      </a:lnTo>
                      <a:lnTo>
                        <a:pt x="538155" y="2258166"/>
                      </a:lnTo>
                      <a:lnTo>
                        <a:pt x="480662" y="2068917"/>
                      </a:lnTo>
                      <a:lnTo>
                        <a:pt x="335519" y="1994655"/>
                      </a:lnTo>
                      <a:lnTo>
                        <a:pt x="175298" y="1936599"/>
                      </a:lnTo>
                      <a:lnTo>
                        <a:pt x="160220" y="1688728"/>
                      </a:lnTo>
                      <a:lnTo>
                        <a:pt x="218277" y="1382239"/>
                      </a:lnTo>
                      <a:lnTo>
                        <a:pt x="348906" y="1236532"/>
                      </a:lnTo>
                      <a:lnTo>
                        <a:pt x="262383" y="989226"/>
                      </a:lnTo>
                      <a:lnTo>
                        <a:pt x="321927" y="718751"/>
                      </a:lnTo>
                      <a:lnTo>
                        <a:pt x="556049" y="640318"/>
                      </a:lnTo>
                      <a:lnTo>
                        <a:pt x="651023" y="481225"/>
                      </a:lnTo>
                      <a:lnTo>
                        <a:pt x="869301" y="422605"/>
                      </a:lnTo>
                      <a:lnTo>
                        <a:pt x="1029521" y="581699"/>
                      </a:lnTo>
                      <a:lnTo>
                        <a:pt x="1248362" y="509691"/>
                      </a:lnTo>
                      <a:lnTo>
                        <a:pt x="1263440" y="291976"/>
                      </a:lnTo>
                      <a:lnTo>
                        <a:pt x="1350526" y="58622"/>
                      </a:lnTo>
                      <a:lnTo>
                        <a:pt x="1626860" y="0"/>
                      </a:lnTo>
                      <a:lnTo>
                        <a:pt x="1919400" y="159658"/>
                      </a:lnTo>
                      <a:lnTo>
                        <a:pt x="2181784" y="305927"/>
                      </a:lnTo>
                      <a:lnTo>
                        <a:pt x="2413674" y="356164"/>
                      </a:lnTo>
                      <a:lnTo>
                        <a:pt x="2478521" y="522727"/>
                      </a:lnTo>
                      <a:lnTo>
                        <a:pt x="2655509" y="684074"/>
                      </a:lnTo>
                      <a:lnTo>
                        <a:pt x="2925393" y="815618"/>
                      </a:lnTo>
                      <a:lnTo>
                        <a:pt x="3202291" y="990353"/>
                      </a:lnTo>
                      <a:lnTo>
                        <a:pt x="3412275" y="117713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5" name="任意多边形 14">
                  <a:extLst>
                    <a:ext uri="{FF2B5EF4-FFF2-40B4-BE49-F238E27FC236}">
                      <a16:creationId xmlns:a16="http://schemas.microsoft.com/office/drawing/2014/main" id="{0E363A90-8BF1-7362-7192-AF04B3333C28}"/>
                    </a:ext>
                  </a:extLst>
                </p:cNvPr>
                <p:cNvSpPr>
                  <a:spLocks/>
                </p:cNvSpPr>
                <p:nvPr/>
              </p:nvSpPr>
              <p:spPr bwMode="auto">
                <a:xfrm>
                  <a:off x="734" y="1718"/>
                  <a:ext cx="593" cy="314"/>
                </a:xfrm>
                <a:custGeom>
                  <a:avLst/>
                  <a:gdLst>
                    <a:gd name="T0" fmla="*/ 489145 w 4711004"/>
                    <a:gd name="T1" fmla="*/ 0 h 2491482"/>
                    <a:gd name="T2" fmla="*/ 437008 w 4711004"/>
                    <a:gd name="T3" fmla="*/ 20570 h 2491482"/>
                    <a:gd name="T4" fmla="*/ 378169 w 4711004"/>
                    <a:gd name="T5" fmla="*/ 58779 h 2491482"/>
                    <a:gd name="T6" fmla="*/ 325655 w 4711004"/>
                    <a:gd name="T7" fmla="*/ 60932 h 2491482"/>
                    <a:gd name="T8" fmla="*/ 265408 w 4711004"/>
                    <a:gd name="T9" fmla="*/ 43313 h 2491482"/>
                    <a:gd name="T10" fmla="*/ 215249 w 4711004"/>
                    <a:gd name="T11" fmla="*/ 20818 h 2491482"/>
                    <a:gd name="T12" fmla="*/ 144026 w 4711004"/>
                    <a:gd name="T13" fmla="*/ 13869 h 2491482"/>
                    <a:gd name="T14" fmla="*/ 111893 w 4711004"/>
                    <a:gd name="T15" fmla="*/ 35421 h 2491482"/>
                    <a:gd name="T16" fmla="*/ 113669 w 4711004"/>
                    <a:gd name="T17" fmla="*/ 72653 h 2491482"/>
                    <a:gd name="T18" fmla="*/ 107702 w 4711004"/>
                    <a:gd name="T19" fmla="*/ 100589 h 2491482"/>
                    <a:gd name="T20" fmla="*/ 81467 w 4711004"/>
                    <a:gd name="T21" fmla="*/ 131065 h 2491482"/>
                    <a:gd name="T22" fmla="*/ 59449 w 4711004"/>
                    <a:gd name="T23" fmla="*/ 136982 h 2491482"/>
                    <a:gd name="T24" fmla="*/ 41387 w 4711004"/>
                    <a:gd name="T25" fmla="*/ 168802 h 2491482"/>
                    <a:gd name="T26" fmla="*/ 54741 w 4711004"/>
                    <a:gd name="T27" fmla="*/ 193484 h 2491482"/>
                    <a:gd name="T28" fmla="*/ 63541 w 4711004"/>
                    <a:gd name="T29" fmla="*/ 246951 h 2491482"/>
                    <a:gd name="T30" fmla="*/ 51522 w 4711004"/>
                    <a:gd name="T31" fmla="*/ 278151 h 2491482"/>
                    <a:gd name="T32" fmla="*/ 24970 w 4711004"/>
                    <a:gd name="T33" fmla="*/ 295541 h 2491482"/>
                    <a:gd name="T34" fmla="*/ 0 w 4711004"/>
                    <a:gd name="T35" fmla="*/ 326855 h 2491482"/>
                    <a:gd name="T36" fmla="*/ 99522 w 4711004"/>
                    <a:gd name="T37" fmla="*/ 409503 h 2491482"/>
                    <a:gd name="T38" fmla="*/ 136913 w 4711004"/>
                    <a:gd name="T39" fmla="*/ 429275 h 2491482"/>
                    <a:gd name="T40" fmla="*/ 172105 w 4711004"/>
                    <a:gd name="T41" fmla="*/ 437077 h 2491482"/>
                    <a:gd name="T42" fmla="*/ 196074 w 4711004"/>
                    <a:gd name="T43" fmla="*/ 461655 h 2491482"/>
                    <a:gd name="T44" fmla="*/ 194848 w 4711004"/>
                    <a:gd name="T45" fmla="*/ 494655 h 2491482"/>
                    <a:gd name="T46" fmla="*/ 229694 w 4711004"/>
                    <a:gd name="T47" fmla="*/ 498227 h 2491482"/>
                    <a:gd name="T48" fmla="*/ 299465 w 4711004"/>
                    <a:gd name="T49" fmla="*/ 492989 h 2491482"/>
                    <a:gd name="T50" fmla="*/ 390208 w 4711004"/>
                    <a:gd name="T51" fmla="*/ 496550 h 2491482"/>
                    <a:gd name="T52" fmla="*/ 762712 w 4711004"/>
                    <a:gd name="T53" fmla="*/ 418838 h 2491482"/>
                    <a:gd name="T54" fmla="*/ 810723 w 4711004"/>
                    <a:gd name="T55" fmla="*/ 394741 h 2491482"/>
                    <a:gd name="T56" fmla="*/ 860722 w 4711004"/>
                    <a:gd name="T57" fmla="*/ 404379 h 2491482"/>
                    <a:gd name="T58" fmla="*/ 906093 w 4711004"/>
                    <a:gd name="T59" fmla="*/ 397713 h 2491482"/>
                    <a:gd name="T60" fmla="*/ 933717 w 4711004"/>
                    <a:gd name="T61" fmla="*/ 371021 h 2491482"/>
                    <a:gd name="T62" fmla="*/ 942070 w 4711004"/>
                    <a:gd name="T63" fmla="*/ 329112 h 2491482"/>
                    <a:gd name="T64" fmla="*/ 940017 w 4711004"/>
                    <a:gd name="T65" fmla="*/ 294951 h 2491482"/>
                    <a:gd name="T66" fmla="*/ 862513 w 4711004"/>
                    <a:gd name="T67" fmla="*/ 239332 h 2491482"/>
                    <a:gd name="T68" fmla="*/ 806189 w 4711004"/>
                    <a:gd name="T69" fmla="*/ 200037 h 2491482"/>
                    <a:gd name="T70" fmla="*/ 773332 w 4711004"/>
                    <a:gd name="T71" fmla="*/ 152284 h 2491482"/>
                    <a:gd name="T72" fmla="*/ 758303 w 4711004"/>
                    <a:gd name="T73" fmla="*/ 99884 h 2491482"/>
                    <a:gd name="T74" fmla="*/ 732157 w 4711004"/>
                    <a:gd name="T75" fmla="*/ 71522 h 2491482"/>
                    <a:gd name="T76" fmla="*/ 682912 w 4711004"/>
                    <a:gd name="T77" fmla="*/ 50818 h 2491482"/>
                    <a:gd name="T78" fmla="*/ 624094 w 4711004"/>
                    <a:gd name="T79" fmla="*/ 47599 h 2491482"/>
                    <a:gd name="T80" fmla="*/ 513847 w 4711004"/>
                    <a:gd name="T81" fmla="*/ 26284 h 2491482"/>
                    <a:gd name="T82" fmla="*/ 489145 w 4711004"/>
                    <a:gd name="T83" fmla="*/ 0 h 249148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711004" h="2491482">
                      <a:moveTo>
                        <a:pt x="2446065" y="0"/>
                      </a:moveTo>
                      <a:lnTo>
                        <a:pt x="2185343" y="102865"/>
                      </a:lnTo>
                      <a:lnTo>
                        <a:pt x="1891109" y="293936"/>
                      </a:lnTo>
                      <a:lnTo>
                        <a:pt x="1628502" y="304701"/>
                      </a:lnTo>
                      <a:lnTo>
                        <a:pt x="1327224" y="216594"/>
                      </a:lnTo>
                      <a:lnTo>
                        <a:pt x="1076396" y="104106"/>
                      </a:lnTo>
                      <a:lnTo>
                        <a:pt x="720228" y="69354"/>
                      </a:lnTo>
                      <a:lnTo>
                        <a:pt x="559545" y="177130"/>
                      </a:lnTo>
                      <a:lnTo>
                        <a:pt x="568425" y="363314"/>
                      </a:lnTo>
                      <a:lnTo>
                        <a:pt x="538585" y="503014"/>
                      </a:lnTo>
                      <a:lnTo>
                        <a:pt x="407393" y="655414"/>
                      </a:lnTo>
                      <a:lnTo>
                        <a:pt x="297285" y="685006"/>
                      </a:lnTo>
                      <a:lnTo>
                        <a:pt x="206965" y="844128"/>
                      </a:lnTo>
                      <a:lnTo>
                        <a:pt x="273745" y="967557"/>
                      </a:lnTo>
                      <a:lnTo>
                        <a:pt x="317748" y="1234926"/>
                      </a:lnTo>
                      <a:lnTo>
                        <a:pt x="257646" y="1390947"/>
                      </a:lnTo>
                      <a:lnTo>
                        <a:pt x="124867" y="1477913"/>
                      </a:lnTo>
                      <a:lnTo>
                        <a:pt x="0" y="1634505"/>
                      </a:lnTo>
                      <a:lnTo>
                        <a:pt x="497681" y="2047801"/>
                      </a:lnTo>
                      <a:lnTo>
                        <a:pt x="684659" y="2146672"/>
                      </a:lnTo>
                      <a:lnTo>
                        <a:pt x="860645" y="2185690"/>
                      </a:lnTo>
                      <a:lnTo>
                        <a:pt x="980505" y="2308598"/>
                      </a:lnTo>
                      <a:lnTo>
                        <a:pt x="974376" y="2473623"/>
                      </a:lnTo>
                      <a:lnTo>
                        <a:pt x="1148631" y="2491482"/>
                      </a:lnTo>
                      <a:lnTo>
                        <a:pt x="1497533" y="2465288"/>
                      </a:lnTo>
                      <a:lnTo>
                        <a:pt x="1951311" y="2483098"/>
                      </a:lnTo>
                      <a:lnTo>
                        <a:pt x="3814092" y="2094483"/>
                      </a:lnTo>
                      <a:lnTo>
                        <a:pt x="4054179" y="1973982"/>
                      </a:lnTo>
                      <a:lnTo>
                        <a:pt x="4304210" y="2022178"/>
                      </a:lnTo>
                      <a:lnTo>
                        <a:pt x="4531099" y="1988840"/>
                      </a:lnTo>
                      <a:lnTo>
                        <a:pt x="4669233" y="1855366"/>
                      </a:lnTo>
                      <a:lnTo>
                        <a:pt x="4711004" y="1645791"/>
                      </a:lnTo>
                      <a:lnTo>
                        <a:pt x="4700738" y="1474961"/>
                      </a:lnTo>
                      <a:lnTo>
                        <a:pt x="4313164" y="1196826"/>
                      </a:lnTo>
                      <a:lnTo>
                        <a:pt x="4031506" y="1000324"/>
                      </a:lnTo>
                      <a:lnTo>
                        <a:pt x="3867200" y="761528"/>
                      </a:lnTo>
                      <a:lnTo>
                        <a:pt x="3792042" y="499492"/>
                      </a:lnTo>
                      <a:lnTo>
                        <a:pt x="3661295" y="357659"/>
                      </a:lnTo>
                      <a:lnTo>
                        <a:pt x="3415035" y="254124"/>
                      </a:lnTo>
                      <a:lnTo>
                        <a:pt x="3120902" y="238026"/>
                      </a:lnTo>
                      <a:lnTo>
                        <a:pt x="2569592" y="131440"/>
                      </a:lnTo>
                      <a:lnTo>
                        <a:pt x="2446065"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6" name="任意多边形 14">
                  <a:extLst>
                    <a:ext uri="{FF2B5EF4-FFF2-40B4-BE49-F238E27FC236}">
                      <a16:creationId xmlns:a16="http://schemas.microsoft.com/office/drawing/2014/main" id="{401E9548-C8DF-3B6C-94E1-CC253A9E8FA7}"/>
                    </a:ext>
                  </a:extLst>
                </p:cNvPr>
                <p:cNvSpPr>
                  <a:spLocks/>
                </p:cNvSpPr>
                <p:nvPr/>
              </p:nvSpPr>
              <p:spPr bwMode="auto">
                <a:xfrm>
                  <a:off x="808" y="923"/>
                  <a:ext cx="362" cy="394"/>
                </a:xfrm>
                <a:custGeom>
                  <a:avLst/>
                  <a:gdLst>
                    <a:gd name="T0" fmla="*/ 430326 w 2872011"/>
                    <a:gd name="T1" fmla="*/ 0 h 3126705"/>
                    <a:gd name="T2" fmla="*/ 395124 w 2872011"/>
                    <a:gd name="T3" fmla="*/ 16533 h 3126705"/>
                    <a:gd name="T4" fmla="*/ 358323 w 2872011"/>
                    <a:gd name="T5" fmla="*/ 28799 h 3126705"/>
                    <a:gd name="T6" fmla="*/ 307124 w 2872011"/>
                    <a:gd name="T7" fmla="*/ 31770 h 3126705"/>
                    <a:gd name="T8" fmla="*/ 264381 w 2872011"/>
                    <a:gd name="T9" fmla="*/ 9752 h 3126705"/>
                    <a:gd name="T10" fmla="*/ 215925 w 2872011"/>
                    <a:gd name="T11" fmla="*/ 17371 h 3126705"/>
                    <a:gd name="T12" fmla="*/ 190325 w 2872011"/>
                    <a:gd name="T13" fmla="*/ 40228 h 3126705"/>
                    <a:gd name="T14" fmla="*/ 152687 w 2872011"/>
                    <a:gd name="T15" fmla="*/ 56304 h 3126705"/>
                    <a:gd name="T16" fmla="*/ 105296 w 2872011"/>
                    <a:gd name="T17" fmla="*/ 67732 h 3126705"/>
                    <a:gd name="T18" fmla="*/ 63089 w 2872011"/>
                    <a:gd name="T19" fmla="*/ 67886 h 3126705"/>
                    <a:gd name="T20" fmla="*/ 73218 w 2872011"/>
                    <a:gd name="T21" fmla="*/ 92037 h 3126705"/>
                    <a:gd name="T22" fmla="*/ 47390 w 2872011"/>
                    <a:gd name="T23" fmla="*/ 134780 h 3126705"/>
                    <a:gd name="T24" fmla="*/ 50362 w 2872011"/>
                    <a:gd name="T25" fmla="*/ 183237 h 3126705"/>
                    <a:gd name="T26" fmla="*/ 35124 w 2872011"/>
                    <a:gd name="T27" fmla="*/ 210969 h 3126705"/>
                    <a:gd name="T28" fmla="*/ 48457 w 2872011"/>
                    <a:gd name="T29" fmla="*/ 251351 h 3126705"/>
                    <a:gd name="T30" fmla="*/ 32381 w 2872011"/>
                    <a:gd name="T31" fmla="*/ 288379 h 3126705"/>
                    <a:gd name="T32" fmla="*/ 20952 w 2872011"/>
                    <a:gd name="T33" fmla="*/ 337674 h 3126705"/>
                    <a:gd name="T34" fmla="*/ 19048 w 2872011"/>
                    <a:gd name="T35" fmla="*/ 383998 h 3126705"/>
                    <a:gd name="T36" fmla="*/ 0 w 2872011"/>
                    <a:gd name="T37" fmla="*/ 412569 h 3126705"/>
                    <a:gd name="T38" fmla="*/ 228 w 2872011"/>
                    <a:gd name="T39" fmla="*/ 479770 h 3126705"/>
                    <a:gd name="T40" fmla="*/ 0 w 2872011"/>
                    <a:gd name="T41" fmla="*/ 527770 h 3126705"/>
                    <a:gd name="T42" fmla="*/ 30248 w 2872011"/>
                    <a:gd name="T43" fmla="*/ 559084 h 3126705"/>
                    <a:gd name="T44" fmla="*/ 64533 w 2872011"/>
                    <a:gd name="T45" fmla="*/ 580037 h 3126705"/>
                    <a:gd name="T46" fmla="*/ 61611 w 2872011"/>
                    <a:gd name="T47" fmla="*/ 625254 h 3126705"/>
                    <a:gd name="T48" fmla="*/ 108590 w 2872011"/>
                    <a:gd name="T49" fmla="*/ 610304 h 3126705"/>
                    <a:gd name="T50" fmla="*/ 129200 w 2872011"/>
                    <a:gd name="T51" fmla="*/ 577924 h 3126705"/>
                    <a:gd name="T52" fmla="*/ 170876 w 2872011"/>
                    <a:gd name="T53" fmla="*/ 566247 h 3126705"/>
                    <a:gd name="T54" fmla="*/ 203866 w 2872011"/>
                    <a:gd name="T55" fmla="*/ 598152 h 3126705"/>
                    <a:gd name="T56" fmla="*/ 247923 w 2872011"/>
                    <a:gd name="T57" fmla="*/ 583846 h 3126705"/>
                    <a:gd name="T58" fmla="*/ 250438 w 2872011"/>
                    <a:gd name="T59" fmla="*/ 540761 h 3126705"/>
                    <a:gd name="T60" fmla="*/ 268057 w 2872011"/>
                    <a:gd name="T61" fmla="*/ 493962 h 3126705"/>
                    <a:gd name="T62" fmla="*/ 323448 w 2872011"/>
                    <a:gd name="T63" fmla="*/ 482077 h 3126705"/>
                    <a:gd name="T64" fmla="*/ 434781 w 2872011"/>
                    <a:gd name="T65" fmla="*/ 543733 h 3126705"/>
                    <a:gd name="T66" fmla="*/ 480995 w 2872011"/>
                    <a:gd name="T67" fmla="*/ 552681 h 3126705"/>
                    <a:gd name="T68" fmla="*/ 489701 w 2872011"/>
                    <a:gd name="T69" fmla="*/ 515424 h 3126705"/>
                    <a:gd name="T70" fmla="*/ 490538 w 2872011"/>
                    <a:gd name="T71" fmla="*/ 468848 h 3126705"/>
                    <a:gd name="T72" fmla="*/ 500697 w 2872011"/>
                    <a:gd name="T73" fmla="*/ 431616 h 3126705"/>
                    <a:gd name="T74" fmla="*/ 521014 w 2872011"/>
                    <a:gd name="T75" fmla="*/ 385064 h 3126705"/>
                    <a:gd name="T76" fmla="*/ 547249 w 2872011"/>
                    <a:gd name="T77" fmla="*/ 355451 h 3126705"/>
                    <a:gd name="T78" fmla="*/ 565865 w 2872011"/>
                    <a:gd name="T79" fmla="*/ 329217 h 3126705"/>
                    <a:gd name="T80" fmla="*/ 574322 w 2872011"/>
                    <a:gd name="T81" fmla="*/ 297903 h 3126705"/>
                    <a:gd name="T82" fmla="*/ 557408 w 2872011"/>
                    <a:gd name="T83" fmla="*/ 260696 h 3126705"/>
                    <a:gd name="T84" fmla="*/ 537929 w 2872011"/>
                    <a:gd name="T85" fmla="*/ 233598 h 3126705"/>
                    <a:gd name="T86" fmla="*/ 511694 w 2872011"/>
                    <a:gd name="T87" fmla="*/ 198906 h 3126705"/>
                    <a:gd name="T88" fmla="*/ 487999 w 2872011"/>
                    <a:gd name="T89" fmla="*/ 162513 h 3126705"/>
                    <a:gd name="T90" fmla="*/ 489700 w 2872011"/>
                    <a:gd name="T91" fmla="*/ 121040 h 3126705"/>
                    <a:gd name="T92" fmla="*/ 473599 w 2872011"/>
                    <a:gd name="T93" fmla="*/ 76165 h 3126705"/>
                    <a:gd name="T94" fmla="*/ 459224 w 2872011"/>
                    <a:gd name="T95" fmla="*/ 38095 h 3126705"/>
                    <a:gd name="T96" fmla="*/ 430326 w 2872011"/>
                    <a:gd name="T97" fmla="*/ 0 h 31267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72011" h="3126705">
                      <a:moveTo>
                        <a:pt x="2151931" y="0"/>
                      </a:moveTo>
                      <a:lnTo>
                        <a:pt x="1975893" y="82674"/>
                      </a:lnTo>
                      <a:lnTo>
                        <a:pt x="1791867" y="144016"/>
                      </a:lnTo>
                      <a:lnTo>
                        <a:pt x="1535833" y="158874"/>
                      </a:lnTo>
                      <a:lnTo>
                        <a:pt x="1322091" y="48766"/>
                      </a:lnTo>
                      <a:lnTo>
                        <a:pt x="1079774" y="86866"/>
                      </a:lnTo>
                      <a:lnTo>
                        <a:pt x="951757" y="201166"/>
                      </a:lnTo>
                      <a:lnTo>
                        <a:pt x="763539" y="281558"/>
                      </a:lnTo>
                      <a:lnTo>
                        <a:pt x="526555" y="338708"/>
                      </a:lnTo>
                      <a:lnTo>
                        <a:pt x="315491" y="339477"/>
                      </a:lnTo>
                      <a:lnTo>
                        <a:pt x="366143" y="460251"/>
                      </a:lnTo>
                      <a:lnTo>
                        <a:pt x="236985" y="673993"/>
                      </a:lnTo>
                      <a:lnTo>
                        <a:pt x="251843" y="916310"/>
                      </a:lnTo>
                      <a:lnTo>
                        <a:pt x="175643" y="1054993"/>
                      </a:lnTo>
                      <a:lnTo>
                        <a:pt x="242318" y="1256928"/>
                      </a:lnTo>
                      <a:lnTo>
                        <a:pt x="161926" y="1442095"/>
                      </a:lnTo>
                      <a:lnTo>
                        <a:pt x="104776" y="1688604"/>
                      </a:lnTo>
                      <a:lnTo>
                        <a:pt x="95251" y="1920255"/>
                      </a:lnTo>
                      <a:lnTo>
                        <a:pt x="1" y="2063130"/>
                      </a:lnTo>
                      <a:cubicBezTo>
                        <a:pt x="381" y="2175148"/>
                        <a:pt x="762" y="2287166"/>
                        <a:pt x="1142" y="2399184"/>
                      </a:cubicBezTo>
                      <a:cubicBezTo>
                        <a:pt x="761" y="2479196"/>
                        <a:pt x="381" y="2559207"/>
                        <a:pt x="0" y="2639219"/>
                      </a:cubicBezTo>
                      <a:lnTo>
                        <a:pt x="151259" y="2795811"/>
                      </a:lnTo>
                      <a:lnTo>
                        <a:pt x="322709" y="2900586"/>
                      </a:lnTo>
                      <a:lnTo>
                        <a:pt x="308098" y="3126705"/>
                      </a:lnTo>
                      <a:lnTo>
                        <a:pt x="543025" y="3051945"/>
                      </a:lnTo>
                      <a:lnTo>
                        <a:pt x="646089" y="2890021"/>
                      </a:lnTo>
                      <a:lnTo>
                        <a:pt x="854498" y="2831630"/>
                      </a:lnTo>
                      <a:lnTo>
                        <a:pt x="1019474" y="2991174"/>
                      </a:lnTo>
                      <a:lnTo>
                        <a:pt x="1239790" y="2919637"/>
                      </a:lnTo>
                      <a:lnTo>
                        <a:pt x="1252365" y="2704183"/>
                      </a:lnTo>
                      <a:lnTo>
                        <a:pt x="1340471" y="2470152"/>
                      </a:lnTo>
                      <a:lnTo>
                        <a:pt x="1617466" y="2410720"/>
                      </a:lnTo>
                      <a:lnTo>
                        <a:pt x="2174206" y="2719041"/>
                      </a:lnTo>
                      <a:lnTo>
                        <a:pt x="2405311" y="2763788"/>
                      </a:lnTo>
                      <a:lnTo>
                        <a:pt x="2448844" y="2577480"/>
                      </a:lnTo>
                      <a:lnTo>
                        <a:pt x="2453035" y="2344564"/>
                      </a:lnTo>
                      <a:lnTo>
                        <a:pt x="2503835" y="2158380"/>
                      </a:lnTo>
                      <a:lnTo>
                        <a:pt x="2605435" y="1925588"/>
                      </a:lnTo>
                      <a:lnTo>
                        <a:pt x="2736627" y="1777504"/>
                      </a:lnTo>
                      <a:lnTo>
                        <a:pt x="2829719" y="1646312"/>
                      </a:lnTo>
                      <a:lnTo>
                        <a:pt x="2872011" y="1489720"/>
                      </a:lnTo>
                      <a:lnTo>
                        <a:pt x="2787427" y="1303660"/>
                      </a:lnTo>
                      <a:lnTo>
                        <a:pt x="2690019" y="1168152"/>
                      </a:lnTo>
                      <a:lnTo>
                        <a:pt x="2558827" y="994668"/>
                      </a:lnTo>
                      <a:lnTo>
                        <a:pt x="2440335" y="812676"/>
                      </a:lnTo>
                      <a:lnTo>
                        <a:pt x="2448843" y="605284"/>
                      </a:lnTo>
                      <a:lnTo>
                        <a:pt x="2368327" y="380876"/>
                      </a:lnTo>
                      <a:lnTo>
                        <a:pt x="2296443" y="190500"/>
                      </a:lnTo>
                      <a:lnTo>
                        <a:pt x="2151931"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7" name="任意多边形 14">
                  <a:extLst>
                    <a:ext uri="{FF2B5EF4-FFF2-40B4-BE49-F238E27FC236}">
                      <a16:creationId xmlns:a16="http://schemas.microsoft.com/office/drawing/2014/main" id="{4D82C7F0-489E-E7A0-7D4E-19922CFCF0EA}"/>
                    </a:ext>
                  </a:extLst>
                </p:cNvPr>
                <p:cNvSpPr>
                  <a:spLocks/>
                </p:cNvSpPr>
                <p:nvPr/>
              </p:nvSpPr>
              <p:spPr bwMode="auto">
                <a:xfrm>
                  <a:off x="1079" y="911"/>
                  <a:ext cx="321" cy="464"/>
                </a:xfrm>
                <a:custGeom>
                  <a:avLst/>
                  <a:gdLst>
                    <a:gd name="T0" fmla="*/ 0 w 2553194"/>
                    <a:gd name="T1" fmla="*/ 19657 h 3685555"/>
                    <a:gd name="T2" fmla="*/ 35198 w 2553194"/>
                    <a:gd name="T3" fmla="*/ 0 h 3685555"/>
                    <a:gd name="T4" fmla="*/ 77875 w 2553194"/>
                    <a:gd name="T5" fmla="*/ 8715 h 3685555"/>
                    <a:gd name="T6" fmla="*/ 113064 w 2553194"/>
                    <a:gd name="T7" fmla="*/ 63923 h 3685555"/>
                    <a:gd name="T8" fmla="*/ 129140 w 2553194"/>
                    <a:gd name="T9" fmla="*/ 77866 h 3685555"/>
                    <a:gd name="T10" fmla="*/ 170588 w 2553194"/>
                    <a:gd name="T11" fmla="*/ 53105 h 3685555"/>
                    <a:gd name="T12" fmla="*/ 206931 w 2553194"/>
                    <a:gd name="T13" fmla="*/ 61790 h 3685555"/>
                    <a:gd name="T14" fmla="*/ 231465 w 2553194"/>
                    <a:gd name="T15" fmla="*/ 78933 h 3685555"/>
                    <a:gd name="T16" fmla="*/ 257903 w 2553194"/>
                    <a:gd name="T17" fmla="*/ 52266 h 3685555"/>
                    <a:gd name="T18" fmla="*/ 293637 w 2553194"/>
                    <a:gd name="T19" fmla="*/ 24762 h 3685555"/>
                    <a:gd name="T20" fmla="*/ 333864 w 2553194"/>
                    <a:gd name="T21" fmla="*/ 6781 h 3685555"/>
                    <a:gd name="T22" fmla="*/ 367083 w 2553194"/>
                    <a:gd name="T23" fmla="*/ 21180 h 3685555"/>
                    <a:gd name="T24" fmla="*/ 389712 w 2553194"/>
                    <a:gd name="T25" fmla="*/ 56304 h 3685555"/>
                    <a:gd name="T26" fmla="*/ 413635 w 2553194"/>
                    <a:gd name="T27" fmla="*/ 27505 h 3685555"/>
                    <a:gd name="T28" fmla="*/ 444721 w 2553194"/>
                    <a:gd name="T29" fmla="*/ 18209 h 3685555"/>
                    <a:gd name="T30" fmla="*/ 493792 w 2553194"/>
                    <a:gd name="T31" fmla="*/ 3477 h 3685555"/>
                    <a:gd name="T32" fmla="*/ 500797 w 2553194"/>
                    <a:gd name="T33" fmla="*/ 56076 h 3685555"/>
                    <a:gd name="T34" fmla="*/ 480911 w 2553194"/>
                    <a:gd name="T35" fmla="*/ 98818 h 3685555"/>
                    <a:gd name="T36" fmla="*/ 443882 w 2553194"/>
                    <a:gd name="T37" fmla="*/ 139656 h 3685555"/>
                    <a:gd name="T38" fmla="*/ 408759 w 2553194"/>
                    <a:gd name="T39" fmla="*/ 150628 h 3685555"/>
                    <a:gd name="T40" fmla="*/ 421864 w 2553194"/>
                    <a:gd name="T41" fmla="*/ 181332 h 3685555"/>
                    <a:gd name="T42" fmla="*/ 434453 w 2553194"/>
                    <a:gd name="T43" fmla="*/ 201555 h 3685555"/>
                    <a:gd name="T44" fmla="*/ 476873 w 2553194"/>
                    <a:gd name="T45" fmla="*/ 203122 h 3685555"/>
                    <a:gd name="T46" fmla="*/ 507349 w 2553194"/>
                    <a:gd name="T47" fmla="*/ 214323 h 3685555"/>
                    <a:gd name="T48" fmla="*/ 510568 w 2553194"/>
                    <a:gd name="T49" fmla="*/ 251460 h 3685555"/>
                    <a:gd name="T50" fmla="*/ 494244 w 2553194"/>
                    <a:gd name="T51" fmla="*/ 293027 h 3685555"/>
                    <a:gd name="T52" fmla="*/ 450663 w 2553194"/>
                    <a:gd name="T53" fmla="*/ 336836 h 3685555"/>
                    <a:gd name="T54" fmla="*/ 396492 w 2553194"/>
                    <a:gd name="T55" fmla="*/ 350779 h 3685555"/>
                    <a:gd name="T56" fmla="*/ 365178 w 2553194"/>
                    <a:gd name="T57" fmla="*/ 384836 h 3685555"/>
                    <a:gd name="T58" fmla="*/ 334703 w 2553194"/>
                    <a:gd name="T59" fmla="*/ 447464 h 3685555"/>
                    <a:gd name="T60" fmla="*/ 344226 w 2553194"/>
                    <a:gd name="T61" fmla="*/ 494016 h 3685555"/>
                    <a:gd name="T62" fmla="*/ 350372 w 2553194"/>
                    <a:gd name="T63" fmla="*/ 537597 h 3685555"/>
                    <a:gd name="T64" fmla="*/ 315680 w 2553194"/>
                    <a:gd name="T65" fmla="*/ 562993 h 3685555"/>
                    <a:gd name="T66" fmla="*/ 271668 w 2553194"/>
                    <a:gd name="T67" fmla="*/ 562155 h 3685555"/>
                    <a:gd name="T68" fmla="*/ 227655 w 2553194"/>
                    <a:gd name="T69" fmla="*/ 553673 h 3685555"/>
                    <a:gd name="T70" fmla="*/ 212442 w 2553194"/>
                    <a:gd name="T71" fmla="*/ 578132 h 3685555"/>
                    <a:gd name="T72" fmla="*/ 252189 w 2553194"/>
                    <a:gd name="T73" fmla="*/ 614600 h 3685555"/>
                    <a:gd name="T74" fmla="*/ 275035 w 2553194"/>
                    <a:gd name="T75" fmla="*/ 647045 h 3685555"/>
                    <a:gd name="T76" fmla="*/ 302119 w 2553194"/>
                    <a:gd name="T77" fmla="*/ 685685 h 3685555"/>
                    <a:gd name="T78" fmla="*/ 319261 w 2553194"/>
                    <a:gd name="T79" fmla="*/ 724772 h 3685555"/>
                    <a:gd name="T80" fmla="*/ 287159 w 2553194"/>
                    <a:gd name="T81" fmla="*/ 726305 h 3685555"/>
                    <a:gd name="T82" fmla="*/ 248816 w 2553194"/>
                    <a:gd name="T83" fmla="*/ 737009 h 3685555"/>
                    <a:gd name="T84" fmla="*/ 207368 w 2553194"/>
                    <a:gd name="T85" fmla="*/ 699391 h 3685555"/>
                    <a:gd name="T86" fmla="*/ 153083 w 2553194"/>
                    <a:gd name="T87" fmla="*/ 664857 h 3685555"/>
                    <a:gd name="T88" fmla="*/ 99254 w 2553194"/>
                    <a:gd name="T89" fmla="*/ 638895 h 3685555"/>
                    <a:gd name="T90" fmla="*/ 62454 w 2553194"/>
                    <a:gd name="T91" fmla="*/ 605905 h 3685555"/>
                    <a:gd name="T92" fmla="*/ 50669 w 2553194"/>
                    <a:gd name="T93" fmla="*/ 572339 h 3685555"/>
                    <a:gd name="T94" fmla="*/ 59374 w 2553194"/>
                    <a:gd name="T95" fmla="*/ 535082 h 3685555"/>
                    <a:gd name="T96" fmla="*/ 60212 w 2553194"/>
                    <a:gd name="T97" fmla="*/ 488505 h 3685555"/>
                    <a:gd name="T98" fmla="*/ 70371 w 2553194"/>
                    <a:gd name="T99" fmla="*/ 451274 h 3685555"/>
                    <a:gd name="T100" fmla="*/ 90688 w 2553194"/>
                    <a:gd name="T101" fmla="*/ 404722 h 3685555"/>
                    <a:gd name="T102" fmla="*/ 116923 w 2553194"/>
                    <a:gd name="T103" fmla="*/ 375109 h 3685555"/>
                    <a:gd name="T104" fmla="*/ 135539 w 2553194"/>
                    <a:gd name="T105" fmla="*/ 348874 h 3685555"/>
                    <a:gd name="T106" fmla="*/ 143996 w 2553194"/>
                    <a:gd name="T107" fmla="*/ 317560 h 3685555"/>
                    <a:gd name="T108" fmla="*/ 127082 w 2553194"/>
                    <a:gd name="T109" fmla="*/ 280353 h 3685555"/>
                    <a:gd name="T110" fmla="*/ 107603 w 2553194"/>
                    <a:gd name="T111" fmla="*/ 253256 h 3685555"/>
                    <a:gd name="T112" fmla="*/ 81368 w 2553194"/>
                    <a:gd name="T113" fmla="*/ 218564 h 3685555"/>
                    <a:gd name="T114" fmla="*/ 57673 w 2553194"/>
                    <a:gd name="T115" fmla="*/ 182170 h 3685555"/>
                    <a:gd name="T116" fmla="*/ 59374 w 2553194"/>
                    <a:gd name="T117" fmla="*/ 140698 h 3685555"/>
                    <a:gd name="T118" fmla="*/ 43273 w 2553194"/>
                    <a:gd name="T119" fmla="*/ 95822 h 3685555"/>
                    <a:gd name="T120" fmla="*/ 28898 w 2553194"/>
                    <a:gd name="T121" fmla="*/ 57752 h 3685555"/>
                    <a:gd name="T122" fmla="*/ 0 w 2553194"/>
                    <a:gd name="T123" fmla="*/ 19657 h 368555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553194" h="3685555">
                      <a:moveTo>
                        <a:pt x="0" y="98301"/>
                      </a:moveTo>
                      <a:lnTo>
                        <a:pt x="176013" y="0"/>
                      </a:lnTo>
                      <a:lnTo>
                        <a:pt x="389431" y="43582"/>
                      </a:lnTo>
                      <a:lnTo>
                        <a:pt x="565397" y="319659"/>
                      </a:lnTo>
                      <a:lnTo>
                        <a:pt x="645789" y="389385"/>
                      </a:lnTo>
                      <a:lnTo>
                        <a:pt x="853057" y="265560"/>
                      </a:lnTo>
                      <a:lnTo>
                        <a:pt x="1034801" y="308993"/>
                      </a:lnTo>
                      <a:lnTo>
                        <a:pt x="1157485" y="394718"/>
                      </a:lnTo>
                      <a:lnTo>
                        <a:pt x="1289694" y="261368"/>
                      </a:lnTo>
                      <a:lnTo>
                        <a:pt x="1468387" y="123826"/>
                      </a:lnTo>
                      <a:lnTo>
                        <a:pt x="1669553" y="33909"/>
                      </a:lnTo>
                      <a:lnTo>
                        <a:pt x="1835670" y="105917"/>
                      </a:lnTo>
                      <a:lnTo>
                        <a:pt x="1948829" y="281559"/>
                      </a:lnTo>
                      <a:lnTo>
                        <a:pt x="2068462" y="137543"/>
                      </a:lnTo>
                      <a:lnTo>
                        <a:pt x="2223913" y="91059"/>
                      </a:lnTo>
                      <a:lnTo>
                        <a:pt x="2469305" y="17388"/>
                      </a:lnTo>
                      <a:lnTo>
                        <a:pt x="2504330" y="280417"/>
                      </a:lnTo>
                      <a:lnTo>
                        <a:pt x="2404888" y="494159"/>
                      </a:lnTo>
                      <a:lnTo>
                        <a:pt x="2219721" y="698376"/>
                      </a:lnTo>
                      <a:lnTo>
                        <a:pt x="2044079" y="753244"/>
                      </a:lnTo>
                      <a:lnTo>
                        <a:pt x="2109613" y="906785"/>
                      </a:lnTo>
                      <a:lnTo>
                        <a:pt x="2172566" y="1007913"/>
                      </a:lnTo>
                      <a:lnTo>
                        <a:pt x="2384697" y="1015752"/>
                      </a:lnTo>
                      <a:lnTo>
                        <a:pt x="2537097" y="1071761"/>
                      </a:lnTo>
                      <a:lnTo>
                        <a:pt x="2553194" y="1257473"/>
                      </a:lnTo>
                      <a:lnTo>
                        <a:pt x="2471563" y="1465337"/>
                      </a:lnTo>
                      <a:lnTo>
                        <a:pt x="2253629" y="1684412"/>
                      </a:lnTo>
                      <a:lnTo>
                        <a:pt x="1982737" y="1754138"/>
                      </a:lnTo>
                      <a:lnTo>
                        <a:pt x="1826145" y="1924447"/>
                      </a:lnTo>
                      <a:lnTo>
                        <a:pt x="1673745" y="2237631"/>
                      </a:lnTo>
                      <a:lnTo>
                        <a:pt x="1721370" y="2470423"/>
                      </a:lnTo>
                      <a:lnTo>
                        <a:pt x="1752103" y="2688357"/>
                      </a:lnTo>
                      <a:lnTo>
                        <a:pt x="1578619" y="2815357"/>
                      </a:lnTo>
                      <a:lnTo>
                        <a:pt x="1358527" y="2811165"/>
                      </a:lnTo>
                      <a:lnTo>
                        <a:pt x="1138435" y="2768749"/>
                      </a:lnTo>
                      <a:lnTo>
                        <a:pt x="1062359" y="2891061"/>
                      </a:lnTo>
                      <a:lnTo>
                        <a:pt x="1261119" y="3073425"/>
                      </a:lnTo>
                      <a:lnTo>
                        <a:pt x="1375368" y="3235672"/>
                      </a:lnTo>
                      <a:lnTo>
                        <a:pt x="1510803" y="3428901"/>
                      </a:lnTo>
                      <a:lnTo>
                        <a:pt x="1596527" y="3624362"/>
                      </a:lnTo>
                      <a:lnTo>
                        <a:pt x="1435992" y="3632027"/>
                      </a:lnTo>
                      <a:lnTo>
                        <a:pt x="1244252" y="3685555"/>
                      </a:lnTo>
                      <a:lnTo>
                        <a:pt x="1036984" y="3497437"/>
                      </a:lnTo>
                      <a:lnTo>
                        <a:pt x="765521" y="3324746"/>
                      </a:lnTo>
                      <a:lnTo>
                        <a:pt x="496341" y="3194919"/>
                      </a:lnTo>
                      <a:lnTo>
                        <a:pt x="312315" y="3029943"/>
                      </a:lnTo>
                      <a:lnTo>
                        <a:pt x="253380" y="2862089"/>
                      </a:lnTo>
                      <a:lnTo>
                        <a:pt x="296913" y="2675781"/>
                      </a:lnTo>
                      <a:lnTo>
                        <a:pt x="301104" y="2442865"/>
                      </a:lnTo>
                      <a:lnTo>
                        <a:pt x="351904" y="2256681"/>
                      </a:lnTo>
                      <a:lnTo>
                        <a:pt x="453504" y="2023889"/>
                      </a:lnTo>
                      <a:lnTo>
                        <a:pt x="584696" y="1875805"/>
                      </a:lnTo>
                      <a:lnTo>
                        <a:pt x="677788" y="1744613"/>
                      </a:lnTo>
                      <a:lnTo>
                        <a:pt x="720080" y="1588021"/>
                      </a:lnTo>
                      <a:lnTo>
                        <a:pt x="635496" y="1401961"/>
                      </a:lnTo>
                      <a:lnTo>
                        <a:pt x="538088" y="1266453"/>
                      </a:lnTo>
                      <a:lnTo>
                        <a:pt x="406896" y="1092969"/>
                      </a:lnTo>
                      <a:lnTo>
                        <a:pt x="288404" y="910977"/>
                      </a:lnTo>
                      <a:lnTo>
                        <a:pt x="296912" y="703585"/>
                      </a:lnTo>
                      <a:lnTo>
                        <a:pt x="216396" y="479177"/>
                      </a:lnTo>
                      <a:lnTo>
                        <a:pt x="144512" y="288801"/>
                      </a:lnTo>
                      <a:lnTo>
                        <a:pt x="0" y="9830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8" name="任意多边形 14">
                  <a:extLst>
                    <a:ext uri="{FF2B5EF4-FFF2-40B4-BE49-F238E27FC236}">
                      <a16:creationId xmlns:a16="http://schemas.microsoft.com/office/drawing/2014/main" id="{4EB31106-20B7-2529-153E-BF8797DB9FC5}"/>
                    </a:ext>
                  </a:extLst>
                </p:cNvPr>
                <p:cNvSpPr>
                  <a:spLocks/>
                </p:cNvSpPr>
                <p:nvPr/>
              </p:nvSpPr>
              <p:spPr bwMode="auto">
                <a:xfrm>
                  <a:off x="1213" y="1071"/>
                  <a:ext cx="389" cy="530"/>
                </a:xfrm>
                <a:custGeom>
                  <a:avLst/>
                  <a:gdLst>
                    <a:gd name="T0" fmla="*/ 552289 w 3091408"/>
                    <a:gd name="T1" fmla="*/ 5258 h 4212780"/>
                    <a:gd name="T2" fmla="*/ 526000 w 3091408"/>
                    <a:gd name="T3" fmla="*/ 0 h 4212780"/>
                    <a:gd name="T4" fmla="*/ 499333 w 3091408"/>
                    <a:gd name="T5" fmla="*/ 31314 h 4212780"/>
                    <a:gd name="T6" fmla="*/ 492781 w 3091408"/>
                    <a:gd name="T7" fmla="*/ 61790 h 4212780"/>
                    <a:gd name="T8" fmla="*/ 469924 w 3091408"/>
                    <a:gd name="T9" fmla="*/ 78932 h 4212780"/>
                    <a:gd name="T10" fmla="*/ 441581 w 3091408"/>
                    <a:gd name="T11" fmla="*/ 68570 h 4212780"/>
                    <a:gd name="T12" fmla="*/ 415143 w 3091408"/>
                    <a:gd name="T13" fmla="*/ 43809 h 4212780"/>
                    <a:gd name="T14" fmla="*/ 373467 w 3091408"/>
                    <a:gd name="T15" fmla="*/ 34285 h 4212780"/>
                    <a:gd name="T16" fmla="*/ 329886 w 3091408"/>
                    <a:gd name="T17" fmla="*/ 33219 h 4212780"/>
                    <a:gd name="T18" fmla="*/ 282421 w 3091408"/>
                    <a:gd name="T19" fmla="*/ 38392 h 4212780"/>
                    <a:gd name="T20" fmla="*/ 237923 w 3091408"/>
                    <a:gd name="T21" fmla="*/ 82400 h 4212780"/>
                    <a:gd name="T22" fmla="*/ 184705 w 3091408"/>
                    <a:gd name="T23" fmla="*/ 95867 h 4212780"/>
                    <a:gd name="T24" fmla="*/ 152305 w 3091408"/>
                    <a:gd name="T25" fmla="*/ 131829 h 4212780"/>
                    <a:gd name="T26" fmla="*/ 122191 w 3091408"/>
                    <a:gd name="T27" fmla="*/ 193504 h 4212780"/>
                    <a:gd name="T28" fmla="*/ 131104 w 3091408"/>
                    <a:gd name="T29" fmla="*/ 240076 h 4212780"/>
                    <a:gd name="T30" fmla="*/ 137637 w 3091408"/>
                    <a:gd name="T31" fmla="*/ 284113 h 4212780"/>
                    <a:gd name="T32" fmla="*/ 102762 w 3091408"/>
                    <a:gd name="T33" fmla="*/ 308304 h 4212780"/>
                    <a:gd name="T34" fmla="*/ 60495 w 3091408"/>
                    <a:gd name="T35" fmla="*/ 308305 h 4212780"/>
                    <a:gd name="T36" fmla="*/ 15446 w 3091408"/>
                    <a:gd name="T37" fmla="*/ 299713 h 4212780"/>
                    <a:gd name="T38" fmla="*/ 0 w 3091408"/>
                    <a:gd name="T39" fmla="*/ 323314 h 4212780"/>
                    <a:gd name="T40" fmla="*/ 40838 w 3091408"/>
                    <a:gd name="T41" fmla="*/ 361315 h 4212780"/>
                    <a:gd name="T42" fmla="*/ 90495 w 3091408"/>
                    <a:gd name="T43" fmla="*/ 432400 h 4212780"/>
                    <a:gd name="T44" fmla="*/ 106273 w 3091408"/>
                    <a:gd name="T45" fmla="*/ 469790 h 4212780"/>
                    <a:gd name="T46" fmla="*/ 138837 w 3091408"/>
                    <a:gd name="T47" fmla="*/ 508495 h 4212780"/>
                    <a:gd name="T48" fmla="*/ 118381 w 3091408"/>
                    <a:gd name="T49" fmla="*/ 562552 h 4212780"/>
                    <a:gd name="T50" fmla="*/ 146114 w 3091408"/>
                    <a:gd name="T51" fmla="*/ 595790 h 4212780"/>
                    <a:gd name="T52" fmla="*/ 177790 w 3091408"/>
                    <a:gd name="T53" fmla="*/ 630914 h 4212780"/>
                    <a:gd name="T54" fmla="*/ 240438 w 3091408"/>
                    <a:gd name="T55" fmla="*/ 682114 h 4212780"/>
                    <a:gd name="T56" fmla="*/ 338438 w 3091408"/>
                    <a:gd name="T57" fmla="*/ 722609 h 4212780"/>
                    <a:gd name="T58" fmla="*/ 386076 w 3091408"/>
                    <a:gd name="T59" fmla="*/ 731905 h 4212780"/>
                    <a:gd name="T60" fmla="*/ 436304 w 3091408"/>
                    <a:gd name="T61" fmla="*/ 738343 h 4212780"/>
                    <a:gd name="T62" fmla="*/ 454190 w 3091408"/>
                    <a:gd name="T63" fmla="*/ 783829 h 4212780"/>
                    <a:gd name="T64" fmla="*/ 464820 w 3091408"/>
                    <a:gd name="T65" fmla="*/ 842439 h 4212780"/>
                    <a:gd name="T66" fmla="*/ 493847 w 3091408"/>
                    <a:gd name="T67" fmla="*/ 800609 h 4212780"/>
                    <a:gd name="T68" fmla="*/ 517314 w 3091408"/>
                    <a:gd name="T69" fmla="*/ 769369 h 4212780"/>
                    <a:gd name="T70" fmla="*/ 550533 w 3091408"/>
                    <a:gd name="T71" fmla="*/ 746741 h 4212780"/>
                    <a:gd name="T72" fmla="*/ 589431 w 3091408"/>
                    <a:gd name="T73" fmla="*/ 732688 h 4212780"/>
                    <a:gd name="T74" fmla="*/ 584590 w 3091408"/>
                    <a:gd name="T75" fmla="*/ 696607 h 4212780"/>
                    <a:gd name="T76" fmla="*/ 570191 w 3091408"/>
                    <a:gd name="T77" fmla="*/ 673750 h 4212780"/>
                    <a:gd name="T78" fmla="*/ 567447 w 3091408"/>
                    <a:gd name="T79" fmla="*/ 640532 h 4212780"/>
                    <a:gd name="T80" fmla="*/ 553048 w 3091408"/>
                    <a:gd name="T81" fmla="*/ 602665 h 4212780"/>
                    <a:gd name="T82" fmla="*/ 552210 w 3091408"/>
                    <a:gd name="T83" fmla="*/ 554437 h 4212780"/>
                    <a:gd name="T84" fmla="*/ 563638 w 3091408"/>
                    <a:gd name="T85" fmla="*/ 507885 h 4212780"/>
                    <a:gd name="T86" fmla="*/ 572095 w 3091408"/>
                    <a:gd name="T87" fmla="*/ 473828 h 4212780"/>
                    <a:gd name="T88" fmla="*/ 583524 w 3091408"/>
                    <a:gd name="T89" fmla="*/ 443352 h 4212780"/>
                    <a:gd name="T90" fmla="*/ 602571 w 3091408"/>
                    <a:gd name="T91" fmla="*/ 424533 h 4212780"/>
                    <a:gd name="T92" fmla="*/ 618196 w 3091408"/>
                    <a:gd name="T93" fmla="*/ 394970 h 4212780"/>
                    <a:gd name="T94" fmla="*/ 604476 w 3091408"/>
                    <a:gd name="T95" fmla="*/ 358095 h 4212780"/>
                    <a:gd name="T96" fmla="*/ 589238 w 3091408"/>
                    <a:gd name="T97" fmla="*/ 330591 h 4212780"/>
                    <a:gd name="T98" fmla="*/ 577810 w 3091408"/>
                    <a:gd name="T99" fmla="*/ 303086 h 4212780"/>
                    <a:gd name="T100" fmla="*/ 557924 w 3091408"/>
                    <a:gd name="T101" fmla="*/ 263315 h 4212780"/>
                    <a:gd name="T102" fmla="*/ 542686 w 3091408"/>
                    <a:gd name="T103" fmla="*/ 213182 h 4212780"/>
                    <a:gd name="T104" fmla="*/ 562572 w 3091408"/>
                    <a:gd name="T105" fmla="*/ 181868 h 4212780"/>
                    <a:gd name="T106" fmla="*/ 583524 w 3091408"/>
                    <a:gd name="T107" fmla="*/ 146744 h 4212780"/>
                    <a:gd name="T108" fmla="*/ 600666 w 3091408"/>
                    <a:gd name="T109" fmla="*/ 109716 h 4212780"/>
                    <a:gd name="T110" fmla="*/ 590304 w 3091408"/>
                    <a:gd name="T111" fmla="*/ 74592 h 4212780"/>
                    <a:gd name="T112" fmla="*/ 569580 w 3091408"/>
                    <a:gd name="T113" fmla="*/ 53715 h 4212780"/>
                    <a:gd name="T114" fmla="*/ 541010 w 3091408"/>
                    <a:gd name="T115" fmla="*/ 41448 h 4212780"/>
                    <a:gd name="T116" fmla="*/ 552289 w 3091408"/>
                    <a:gd name="T117" fmla="*/ 5258 h 421278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091408" h="4212780">
                      <a:moveTo>
                        <a:pt x="2761828" y="26293"/>
                      </a:moveTo>
                      <a:lnTo>
                        <a:pt x="2630363" y="0"/>
                      </a:lnTo>
                      <a:lnTo>
                        <a:pt x="2497013" y="156592"/>
                      </a:lnTo>
                      <a:lnTo>
                        <a:pt x="2464246" y="308992"/>
                      </a:lnTo>
                      <a:lnTo>
                        <a:pt x="2349946" y="394717"/>
                      </a:lnTo>
                      <a:lnTo>
                        <a:pt x="2208212" y="342900"/>
                      </a:lnTo>
                      <a:lnTo>
                        <a:pt x="2076003" y="219075"/>
                      </a:lnTo>
                      <a:lnTo>
                        <a:pt x="1867594" y="171450"/>
                      </a:lnTo>
                      <a:lnTo>
                        <a:pt x="1649660" y="166117"/>
                      </a:lnTo>
                      <a:lnTo>
                        <a:pt x="1412302" y="191988"/>
                      </a:lnTo>
                      <a:lnTo>
                        <a:pt x="1189781" y="412057"/>
                      </a:lnTo>
                      <a:lnTo>
                        <a:pt x="923651" y="479401"/>
                      </a:lnTo>
                      <a:lnTo>
                        <a:pt x="761628" y="659236"/>
                      </a:lnTo>
                      <a:lnTo>
                        <a:pt x="611038" y="967657"/>
                      </a:lnTo>
                      <a:lnTo>
                        <a:pt x="655613" y="1200548"/>
                      </a:lnTo>
                      <a:lnTo>
                        <a:pt x="688280" y="1420764"/>
                      </a:lnTo>
                      <a:lnTo>
                        <a:pt x="513879" y="1541736"/>
                      </a:lnTo>
                      <a:lnTo>
                        <a:pt x="302517" y="1541737"/>
                      </a:lnTo>
                      <a:lnTo>
                        <a:pt x="77240" y="1498773"/>
                      </a:lnTo>
                      <a:lnTo>
                        <a:pt x="0" y="1616796"/>
                      </a:lnTo>
                      <a:lnTo>
                        <a:pt x="204216" y="1806825"/>
                      </a:lnTo>
                      <a:lnTo>
                        <a:pt x="452536" y="2162301"/>
                      </a:lnTo>
                      <a:lnTo>
                        <a:pt x="531440" y="2349277"/>
                      </a:lnTo>
                      <a:lnTo>
                        <a:pt x="694282" y="2542830"/>
                      </a:lnTo>
                      <a:lnTo>
                        <a:pt x="591988" y="2813150"/>
                      </a:lnTo>
                      <a:lnTo>
                        <a:pt x="730671" y="2979367"/>
                      </a:lnTo>
                      <a:lnTo>
                        <a:pt x="889074" y="3155009"/>
                      </a:lnTo>
                      <a:lnTo>
                        <a:pt x="1202357" y="3411043"/>
                      </a:lnTo>
                      <a:lnTo>
                        <a:pt x="1692423" y="3613549"/>
                      </a:lnTo>
                      <a:lnTo>
                        <a:pt x="1930648" y="3660033"/>
                      </a:lnTo>
                      <a:lnTo>
                        <a:pt x="2181820" y="3692229"/>
                      </a:lnTo>
                      <a:lnTo>
                        <a:pt x="2271266" y="3919688"/>
                      </a:lnTo>
                      <a:lnTo>
                        <a:pt x="2324421" y="4212780"/>
                      </a:lnTo>
                      <a:lnTo>
                        <a:pt x="2469579" y="4003601"/>
                      </a:lnTo>
                      <a:lnTo>
                        <a:pt x="2586930" y="3847381"/>
                      </a:lnTo>
                      <a:lnTo>
                        <a:pt x="2753047" y="3734222"/>
                      </a:lnTo>
                      <a:lnTo>
                        <a:pt x="2947564" y="3663950"/>
                      </a:lnTo>
                      <a:lnTo>
                        <a:pt x="2923356" y="3483521"/>
                      </a:lnTo>
                      <a:lnTo>
                        <a:pt x="2851348" y="3369221"/>
                      </a:lnTo>
                      <a:lnTo>
                        <a:pt x="2837631" y="3203104"/>
                      </a:lnTo>
                      <a:lnTo>
                        <a:pt x="2765623" y="3013745"/>
                      </a:lnTo>
                      <a:cubicBezTo>
                        <a:pt x="2764226" y="2933353"/>
                        <a:pt x="2762828" y="2852961"/>
                        <a:pt x="2761431" y="2772569"/>
                      </a:cubicBezTo>
                      <a:lnTo>
                        <a:pt x="2818581" y="2539777"/>
                      </a:lnTo>
                      <a:lnTo>
                        <a:pt x="2860873" y="2369468"/>
                      </a:lnTo>
                      <a:lnTo>
                        <a:pt x="2918023" y="2217068"/>
                      </a:lnTo>
                      <a:lnTo>
                        <a:pt x="3013273" y="2122959"/>
                      </a:lnTo>
                      <a:lnTo>
                        <a:pt x="3091408" y="1975123"/>
                      </a:lnTo>
                      <a:lnTo>
                        <a:pt x="3022798" y="1790726"/>
                      </a:lnTo>
                      <a:lnTo>
                        <a:pt x="2946598" y="1653184"/>
                      </a:lnTo>
                      <a:lnTo>
                        <a:pt x="2889448" y="1515642"/>
                      </a:lnTo>
                      <a:lnTo>
                        <a:pt x="2790006" y="1316758"/>
                      </a:lnTo>
                      <a:lnTo>
                        <a:pt x="2713806" y="1066057"/>
                      </a:lnTo>
                      <a:lnTo>
                        <a:pt x="2813248" y="909465"/>
                      </a:lnTo>
                      <a:lnTo>
                        <a:pt x="2918023" y="733823"/>
                      </a:lnTo>
                      <a:lnTo>
                        <a:pt x="3003748" y="548656"/>
                      </a:lnTo>
                      <a:lnTo>
                        <a:pt x="2951931" y="373014"/>
                      </a:lnTo>
                      <a:lnTo>
                        <a:pt x="2848297" y="268611"/>
                      </a:lnTo>
                      <a:lnTo>
                        <a:pt x="2705422" y="207269"/>
                      </a:lnTo>
                      <a:lnTo>
                        <a:pt x="2761828" y="2629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49" name="任意多边形 14">
                  <a:extLst>
                    <a:ext uri="{FF2B5EF4-FFF2-40B4-BE49-F238E27FC236}">
                      <a16:creationId xmlns:a16="http://schemas.microsoft.com/office/drawing/2014/main" id="{3324FF6F-C437-90B9-C31B-F9C3F1C7A741}"/>
                    </a:ext>
                  </a:extLst>
                </p:cNvPr>
                <p:cNvSpPr>
                  <a:spLocks/>
                </p:cNvSpPr>
                <p:nvPr/>
              </p:nvSpPr>
              <p:spPr bwMode="auto">
                <a:xfrm>
                  <a:off x="1554" y="951"/>
                  <a:ext cx="203" cy="402"/>
                </a:xfrm>
                <a:custGeom>
                  <a:avLst/>
                  <a:gdLst>
                    <a:gd name="T0" fmla="*/ 11280 w 1616968"/>
                    <a:gd name="T1" fmla="*/ 195201 h 3193579"/>
                    <a:gd name="T2" fmla="*/ 32990 w 1616968"/>
                    <a:gd name="T3" fmla="*/ 177066 h 3193579"/>
                    <a:gd name="T4" fmla="*/ 63848 w 1616968"/>
                    <a:gd name="T5" fmla="*/ 139428 h 3193579"/>
                    <a:gd name="T6" fmla="*/ 108495 w 1616968"/>
                    <a:gd name="T7" fmla="*/ 108114 h 3193579"/>
                    <a:gd name="T8" fmla="*/ 132191 w 1616968"/>
                    <a:gd name="T9" fmla="*/ 74895 h 3193579"/>
                    <a:gd name="T10" fmla="*/ 131124 w 1616968"/>
                    <a:gd name="T11" fmla="*/ 42742 h 3193579"/>
                    <a:gd name="T12" fmla="*/ 134934 w 1616968"/>
                    <a:gd name="T13" fmla="*/ 0 h 3193579"/>
                    <a:gd name="T14" fmla="*/ 236688 w 1616968"/>
                    <a:gd name="T15" fmla="*/ 3383 h 3193579"/>
                    <a:gd name="T16" fmla="*/ 222209 w 1616968"/>
                    <a:gd name="T17" fmla="*/ 32763 h 3193579"/>
                    <a:gd name="T18" fmla="*/ 201257 w 1616968"/>
                    <a:gd name="T19" fmla="*/ 79200 h 3193579"/>
                    <a:gd name="T20" fmla="*/ 194819 w 1616968"/>
                    <a:gd name="T21" fmla="*/ 112647 h 3193579"/>
                    <a:gd name="T22" fmla="*/ 189243 w 1616968"/>
                    <a:gd name="T23" fmla="*/ 145975 h 3193579"/>
                    <a:gd name="T24" fmla="*/ 188152 w 1616968"/>
                    <a:gd name="T25" fmla="*/ 173028 h 3193579"/>
                    <a:gd name="T26" fmla="*/ 200915 w 1616968"/>
                    <a:gd name="T27" fmla="*/ 250056 h 3193579"/>
                    <a:gd name="T28" fmla="*/ 220190 w 1616968"/>
                    <a:gd name="T29" fmla="*/ 267239 h 3193579"/>
                    <a:gd name="T30" fmla="*/ 226857 w 1616968"/>
                    <a:gd name="T31" fmla="*/ 302590 h 3193579"/>
                    <a:gd name="T32" fmla="*/ 249372 w 1616968"/>
                    <a:gd name="T33" fmla="*/ 333448 h 3193579"/>
                    <a:gd name="T34" fmla="*/ 293067 w 1616968"/>
                    <a:gd name="T35" fmla="*/ 409409 h 3193579"/>
                    <a:gd name="T36" fmla="*/ 323349 w 1616968"/>
                    <a:gd name="T37" fmla="*/ 450212 h 3193579"/>
                    <a:gd name="T38" fmla="*/ 298667 w 1616968"/>
                    <a:gd name="T39" fmla="*/ 464076 h 3193579"/>
                    <a:gd name="T40" fmla="*/ 280458 w 1616968"/>
                    <a:gd name="T41" fmla="*/ 499200 h 3193579"/>
                    <a:gd name="T42" fmla="*/ 289143 w 1616968"/>
                    <a:gd name="T43" fmla="*/ 529675 h 3193579"/>
                    <a:gd name="T44" fmla="*/ 263111 w 1616968"/>
                    <a:gd name="T45" fmla="*/ 569332 h 3193579"/>
                    <a:gd name="T46" fmla="*/ 239848 w 1616968"/>
                    <a:gd name="T47" fmla="*/ 602665 h 3193579"/>
                    <a:gd name="T48" fmla="*/ 208762 w 1616968"/>
                    <a:gd name="T49" fmla="*/ 622323 h 3193579"/>
                    <a:gd name="T50" fmla="*/ 167924 w 1616968"/>
                    <a:gd name="T51" fmla="*/ 638627 h 3193579"/>
                    <a:gd name="T52" fmla="*/ 129448 w 1616968"/>
                    <a:gd name="T53" fmla="*/ 625066 h 3193579"/>
                    <a:gd name="T54" fmla="*/ 100038 w 1616968"/>
                    <a:gd name="T55" fmla="*/ 610056 h 3193579"/>
                    <a:gd name="T56" fmla="*/ 77187 w 1616968"/>
                    <a:gd name="T57" fmla="*/ 584912 h 3193579"/>
                    <a:gd name="T58" fmla="*/ 63466 w 1616968"/>
                    <a:gd name="T59" fmla="*/ 548038 h 3193579"/>
                    <a:gd name="T60" fmla="*/ 48229 w 1616968"/>
                    <a:gd name="T61" fmla="*/ 520533 h 3193579"/>
                    <a:gd name="T62" fmla="*/ 36800 w 1616968"/>
                    <a:gd name="T63" fmla="*/ 493029 h 3193579"/>
                    <a:gd name="T64" fmla="*/ 16914 w 1616968"/>
                    <a:gd name="T65" fmla="*/ 453258 h 3193579"/>
                    <a:gd name="T66" fmla="*/ 1677 w 1616968"/>
                    <a:gd name="T67" fmla="*/ 403124 h 3193579"/>
                    <a:gd name="T68" fmla="*/ 21562 w 1616968"/>
                    <a:gd name="T69" fmla="*/ 371810 h 3193579"/>
                    <a:gd name="T70" fmla="*/ 42514 w 1616968"/>
                    <a:gd name="T71" fmla="*/ 336687 h 3193579"/>
                    <a:gd name="T72" fmla="*/ 59657 w 1616968"/>
                    <a:gd name="T73" fmla="*/ 299659 h 3193579"/>
                    <a:gd name="T74" fmla="*/ 49295 w 1616968"/>
                    <a:gd name="T75" fmla="*/ 264535 h 3193579"/>
                    <a:gd name="T76" fmla="*/ 28571 w 1616968"/>
                    <a:gd name="T77" fmla="*/ 243657 h 3193579"/>
                    <a:gd name="T78" fmla="*/ 0 w 1616968"/>
                    <a:gd name="T79" fmla="*/ 231391 h 3193579"/>
                    <a:gd name="T80" fmla="*/ 11280 w 1616968"/>
                    <a:gd name="T81" fmla="*/ 195201 h 319357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616968" h="3193579">
                      <a:moveTo>
                        <a:pt x="56406" y="976138"/>
                      </a:moveTo>
                      <a:lnTo>
                        <a:pt x="164975" y="885453"/>
                      </a:lnTo>
                      <a:lnTo>
                        <a:pt x="319285" y="697235"/>
                      </a:lnTo>
                      <a:lnTo>
                        <a:pt x="542552" y="540643"/>
                      </a:lnTo>
                      <a:lnTo>
                        <a:pt x="661044" y="374526"/>
                      </a:lnTo>
                      <a:lnTo>
                        <a:pt x="655711" y="213742"/>
                      </a:lnTo>
                      <a:lnTo>
                        <a:pt x="674761" y="0"/>
                      </a:lnTo>
                      <a:lnTo>
                        <a:pt x="1183603" y="16916"/>
                      </a:lnTo>
                      <a:lnTo>
                        <a:pt x="1111200" y="163836"/>
                      </a:lnTo>
                      <a:lnTo>
                        <a:pt x="1006425" y="396057"/>
                      </a:lnTo>
                      <a:lnTo>
                        <a:pt x="974229" y="563315"/>
                      </a:lnTo>
                      <a:lnTo>
                        <a:pt x="946347" y="729977"/>
                      </a:lnTo>
                      <a:lnTo>
                        <a:pt x="940891" y="865262"/>
                      </a:lnTo>
                      <a:lnTo>
                        <a:pt x="1004713" y="1250454"/>
                      </a:lnTo>
                      <a:lnTo>
                        <a:pt x="1101104" y="1336378"/>
                      </a:lnTo>
                      <a:lnTo>
                        <a:pt x="1134442" y="1513161"/>
                      </a:lnTo>
                      <a:lnTo>
                        <a:pt x="1247031" y="1667471"/>
                      </a:lnTo>
                      <a:lnTo>
                        <a:pt x="1465535" y="2047330"/>
                      </a:lnTo>
                      <a:lnTo>
                        <a:pt x="1616968" y="2251372"/>
                      </a:lnTo>
                      <a:lnTo>
                        <a:pt x="1493539" y="2320702"/>
                      </a:lnTo>
                      <a:lnTo>
                        <a:pt x="1402481" y="2496344"/>
                      </a:lnTo>
                      <a:lnTo>
                        <a:pt x="1445914" y="2648744"/>
                      </a:lnTo>
                      <a:lnTo>
                        <a:pt x="1315738" y="2847057"/>
                      </a:lnTo>
                      <a:lnTo>
                        <a:pt x="1199405" y="3013745"/>
                      </a:lnTo>
                      <a:lnTo>
                        <a:pt x="1043954" y="3112046"/>
                      </a:lnTo>
                      <a:lnTo>
                        <a:pt x="839737" y="3193579"/>
                      </a:lnTo>
                      <a:lnTo>
                        <a:pt x="647327" y="3125763"/>
                      </a:lnTo>
                      <a:lnTo>
                        <a:pt x="500260" y="3050704"/>
                      </a:lnTo>
                      <a:lnTo>
                        <a:pt x="385986" y="2924968"/>
                      </a:lnTo>
                      <a:lnTo>
                        <a:pt x="317376" y="2740571"/>
                      </a:lnTo>
                      <a:lnTo>
                        <a:pt x="241176" y="2603029"/>
                      </a:lnTo>
                      <a:lnTo>
                        <a:pt x="184026" y="2465487"/>
                      </a:lnTo>
                      <a:lnTo>
                        <a:pt x="84584" y="2266603"/>
                      </a:lnTo>
                      <a:lnTo>
                        <a:pt x="8384" y="2015902"/>
                      </a:lnTo>
                      <a:lnTo>
                        <a:pt x="107826" y="1859310"/>
                      </a:lnTo>
                      <a:lnTo>
                        <a:pt x="212601" y="1683668"/>
                      </a:lnTo>
                      <a:lnTo>
                        <a:pt x="298326" y="1498501"/>
                      </a:lnTo>
                      <a:lnTo>
                        <a:pt x="246509" y="1322859"/>
                      </a:lnTo>
                      <a:lnTo>
                        <a:pt x="142875" y="1218456"/>
                      </a:lnTo>
                      <a:lnTo>
                        <a:pt x="0" y="1157114"/>
                      </a:lnTo>
                      <a:lnTo>
                        <a:pt x="56406" y="97613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0" name="任意多边形 14">
                  <a:extLst>
                    <a:ext uri="{FF2B5EF4-FFF2-40B4-BE49-F238E27FC236}">
                      <a16:creationId xmlns:a16="http://schemas.microsoft.com/office/drawing/2014/main" id="{EAFBE8C4-67F9-2C6A-A8BB-FB8A417ACE76}"/>
                    </a:ext>
                  </a:extLst>
                </p:cNvPr>
                <p:cNvSpPr>
                  <a:spLocks/>
                </p:cNvSpPr>
                <p:nvPr/>
              </p:nvSpPr>
              <p:spPr bwMode="auto">
                <a:xfrm>
                  <a:off x="763" y="639"/>
                  <a:ext cx="379" cy="327"/>
                </a:xfrm>
                <a:custGeom>
                  <a:avLst/>
                  <a:gdLst>
                    <a:gd name="T0" fmla="*/ 487836 w 3012851"/>
                    <a:gd name="T1" fmla="*/ 0 h 2598068"/>
                    <a:gd name="T2" fmla="*/ 462702 w 3012851"/>
                    <a:gd name="T3" fmla="*/ 22425 h 2598068"/>
                    <a:gd name="T4" fmla="*/ 430550 w 3012851"/>
                    <a:gd name="T5" fmla="*/ 44216 h 2598068"/>
                    <a:gd name="T6" fmla="*/ 401027 w 3012851"/>
                    <a:gd name="T7" fmla="*/ 62311 h 2598068"/>
                    <a:gd name="T8" fmla="*/ 386969 w 3012851"/>
                    <a:gd name="T9" fmla="*/ 58501 h 2598068"/>
                    <a:gd name="T10" fmla="*/ 353988 w 3012851"/>
                    <a:gd name="T11" fmla="*/ 56735 h 2598068"/>
                    <a:gd name="T12" fmla="*/ 325636 w 3012851"/>
                    <a:gd name="T13" fmla="*/ 67911 h 2598068"/>
                    <a:gd name="T14" fmla="*/ 303538 w 3012851"/>
                    <a:gd name="T15" fmla="*/ 73853 h 2598068"/>
                    <a:gd name="T16" fmla="*/ 305497 w 3012851"/>
                    <a:gd name="T17" fmla="*/ 103352 h 2598068"/>
                    <a:gd name="T18" fmla="*/ 291098 w 3012851"/>
                    <a:gd name="T19" fmla="*/ 137205 h 2598068"/>
                    <a:gd name="T20" fmla="*/ 318195 w 3012851"/>
                    <a:gd name="T21" fmla="*/ 165142 h 2598068"/>
                    <a:gd name="T22" fmla="*/ 286043 w 3012851"/>
                    <a:gd name="T23" fmla="*/ 176138 h 2598068"/>
                    <a:gd name="T24" fmla="*/ 239491 w 3012851"/>
                    <a:gd name="T25" fmla="*/ 196456 h 2598068"/>
                    <a:gd name="T26" fmla="*/ 179402 w 3012851"/>
                    <a:gd name="T27" fmla="*/ 216748 h 2598068"/>
                    <a:gd name="T28" fmla="*/ 202259 w 3012851"/>
                    <a:gd name="T29" fmla="*/ 237903 h 2598068"/>
                    <a:gd name="T30" fmla="*/ 208202 w 3012851"/>
                    <a:gd name="T31" fmla="*/ 270056 h 2598068"/>
                    <a:gd name="T32" fmla="*/ 173510 w 3012851"/>
                    <a:gd name="T33" fmla="*/ 311528 h 2598068"/>
                    <a:gd name="T34" fmla="*/ 129497 w 3012851"/>
                    <a:gd name="T35" fmla="*/ 330144 h 2598068"/>
                    <a:gd name="T36" fmla="*/ 80406 w 3012851"/>
                    <a:gd name="T37" fmla="*/ 346220 h 2598068"/>
                    <a:gd name="T38" fmla="*/ 31314 w 3012851"/>
                    <a:gd name="T39" fmla="*/ 394473 h 2598068"/>
                    <a:gd name="T40" fmla="*/ 0 w 3012851"/>
                    <a:gd name="T41" fmla="*/ 416467 h 2598068"/>
                    <a:gd name="T42" fmla="*/ 30451 w 3012851"/>
                    <a:gd name="T43" fmla="*/ 436784 h 2598068"/>
                    <a:gd name="T44" fmla="*/ 57549 w 3012851"/>
                    <a:gd name="T45" fmla="*/ 457940 h 2598068"/>
                    <a:gd name="T46" fmla="*/ 92241 w 3012851"/>
                    <a:gd name="T47" fmla="*/ 450321 h 2598068"/>
                    <a:gd name="T48" fmla="*/ 119314 w 3012851"/>
                    <a:gd name="T49" fmla="*/ 463019 h 2598068"/>
                    <a:gd name="T50" fmla="*/ 158272 w 3012851"/>
                    <a:gd name="T51" fmla="*/ 457077 h 2598068"/>
                    <a:gd name="T52" fmla="*/ 155732 w 3012851"/>
                    <a:gd name="T53" fmla="*/ 478232 h 2598068"/>
                    <a:gd name="T54" fmla="*/ 134398 w 3012851"/>
                    <a:gd name="T55" fmla="*/ 519541 h 2598068"/>
                    <a:gd name="T56" fmla="*/ 179387 w 3012851"/>
                    <a:gd name="T57" fmla="*/ 518539 h 2598068"/>
                    <a:gd name="T58" fmla="*/ 223330 w 3012851"/>
                    <a:gd name="T59" fmla="*/ 507701 h 2598068"/>
                    <a:gd name="T60" fmla="*/ 263464 w 3012851"/>
                    <a:gd name="T61" fmla="*/ 490672 h 2598068"/>
                    <a:gd name="T62" fmla="*/ 287407 w 3012851"/>
                    <a:gd name="T63" fmla="*/ 468406 h 2598068"/>
                    <a:gd name="T64" fmla="*/ 335864 w 3012851"/>
                    <a:gd name="T65" fmla="*/ 461149 h 2598068"/>
                    <a:gd name="T66" fmla="*/ 379568 w 3012851"/>
                    <a:gd name="T67" fmla="*/ 483217 h 2598068"/>
                    <a:gd name="T68" fmla="*/ 430664 w 3012851"/>
                    <a:gd name="T69" fmla="*/ 479472 h 2598068"/>
                    <a:gd name="T70" fmla="*/ 466874 w 3012851"/>
                    <a:gd name="T71" fmla="*/ 467567 h 2598068"/>
                    <a:gd name="T72" fmla="*/ 503902 w 3012851"/>
                    <a:gd name="T73" fmla="*/ 451015 h 2598068"/>
                    <a:gd name="T74" fmla="*/ 537121 w 3012851"/>
                    <a:gd name="T75" fmla="*/ 431854 h 2598068"/>
                    <a:gd name="T76" fmla="*/ 580518 w 3012851"/>
                    <a:gd name="T77" fmla="*/ 440138 h 2598068"/>
                    <a:gd name="T78" fmla="*/ 574551 w 3012851"/>
                    <a:gd name="T79" fmla="*/ 402018 h 2598068"/>
                    <a:gd name="T80" fmla="*/ 602487 w 3012851"/>
                    <a:gd name="T81" fmla="*/ 357168 h 2598068"/>
                    <a:gd name="T82" fmla="*/ 588926 w 3012851"/>
                    <a:gd name="T83" fmla="*/ 317396 h 2598068"/>
                    <a:gd name="T84" fmla="*/ 572849 w 3012851"/>
                    <a:gd name="T85" fmla="*/ 282704 h 2598068"/>
                    <a:gd name="T86" fmla="*/ 562691 w 3012851"/>
                    <a:gd name="T87" fmla="*/ 233613 h 2598068"/>
                    <a:gd name="T88" fmla="*/ 542786 w 3012851"/>
                    <a:gd name="T89" fmla="*/ 203950 h 2598068"/>
                    <a:gd name="T90" fmla="*/ 522994 w 3012851"/>
                    <a:gd name="T91" fmla="*/ 168520 h 2598068"/>
                    <a:gd name="T92" fmla="*/ 514537 w 3012851"/>
                    <a:gd name="T93" fmla="*/ 111809 h 2598068"/>
                    <a:gd name="T94" fmla="*/ 519616 w 3012851"/>
                    <a:gd name="T95" fmla="*/ 61879 h 2598068"/>
                    <a:gd name="T96" fmla="*/ 487836 w 3012851"/>
                    <a:gd name="T97" fmla="*/ 0 h 259806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012851" h="2598068">
                      <a:moveTo>
                        <a:pt x="2439514" y="0"/>
                      </a:moveTo>
                      <a:lnTo>
                        <a:pt x="2313831" y="112143"/>
                      </a:lnTo>
                      <a:lnTo>
                        <a:pt x="2153048" y="221110"/>
                      </a:lnTo>
                      <a:lnTo>
                        <a:pt x="2005410" y="311597"/>
                      </a:lnTo>
                      <a:lnTo>
                        <a:pt x="1935113" y="292548"/>
                      </a:lnTo>
                      <a:lnTo>
                        <a:pt x="1770185" y="283716"/>
                      </a:lnTo>
                      <a:lnTo>
                        <a:pt x="1628403" y="339602"/>
                      </a:lnTo>
                      <a:lnTo>
                        <a:pt x="1517897" y="369317"/>
                      </a:lnTo>
                      <a:lnTo>
                        <a:pt x="1527696" y="516831"/>
                      </a:lnTo>
                      <a:lnTo>
                        <a:pt x="1455688" y="686123"/>
                      </a:lnTo>
                      <a:lnTo>
                        <a:pt x="1591196" y="825823"/>
                      </a:lnTo>
                      <a:lnTo>
                        <a:pt x="1430412" y="880815"/>
                      </a:lnTo>
                      <a:lnTo>
                        <a:pt x="1197620" y="982415"/>
                      </a:lnTo>
                      <a:lnTo>
                        <a:pt x="897136" y="1083891"/>
                      </a:lnTo>
                      <a:lnTo>
                        <a:pt x="1011436" y="1189683"/>
                      </a:lnTo>
                      <a:lnTo>
                        <a:pt x="1041152" y="1350467"/>
                      </a:lnTo>
                      <a:lnTo>
                        <a:pt x="867668" y="1557859"/>
                      </a:lnTo>
                      <a:lnTo>
                        <a:pt x="647576" y="1650951"/>
                      </a:lnTo>
                      <a:lnTo>
                        <a:pt x="402084" y="1731343"/>
                      </a:lnTo>
                      <a:lnTo>
                        <a:pt x="156592" y="1972643"/>
                      </a:lnTo>
                      <a:lnTo>
                        <a:pt x="0" y="2082627"/>
                      </a:lnTo>
                      <a:lnTo>
                        <a:pt x="152276" y="2184227"/>
                      </a:lnTo>
                      <a:lnTo>
                        <a:pt x="287784" y="2290019"/>
                      </a:lnTo>
                      <a:lnTo>
                        <a:pt x="461268" y="2251919"/>
                      </a:lnTo>
                      <a:lnTo>
                        <a:pt x="596652" y="2315419"/>
                      </a:lnTo>
                      <a:lnTo>
                        <a:pt x="791468" y="2285703"/>
                      </a:lnTo>
                      <a:lnTo>
                        <a:pt x="778768" y="2391495"/>
                      </a:lnTo>
                      <a:lnTo>
                        <a:pt x="672081" y="2598068"/>
                      </a:lnTo>
                      <a:lnTo>
                        <a:pt x="897061" y="2593058"/>
                      </a:lnTo>
                      <a:lnTo>
                        <a:pt x="1116806" y="2538860"/>
                      </a:lnTo>
                      <a:lnTo>
                        <a:pt x="1317501" y="2453705"/>
                      </a:lnTo>
                      <a:lnTo>
                        <a:pt x="1437234" y="2342357"/>
                      </a:lnTo>
                      <a:lnTo>
                        <a:pt x="1679551" y="2306068"/>
                      </a:lnTo>
                      <a:lnTo>
                        <a:pt x="1898103" y="2416424"/>
                      </a:lnTo>
                      <a:lnTo>
                        <a:pt x="2153617" y="2397696"/>
                      </a:lnTo>
                      <a:lnTo>
                        <a:pt x="2334692" y="2338165"/>
                      </a:lnTo>
                      <a:lnTo>
                        <a:pt x="2519859" y="2255392"/>
                      </a:lnTo>
                      <a:lnTo>
                        <a:pt x="2685976" y="2159572"/>
                      </a:lnTo>
                      <a:lnTo>
                        <a:pt x="2902991" y="2200996"/>
                      </a:lnTo>
                      <a:lnTo>
                        <a:pt x="2873151" y="2010372"/>
                      </a:lnTo>
                      <a:lnTo>
                        <a:pt x="3012851" y="1786088"/>
                      </a:lnTo>
                      <a:lnTo>
                        <a:pt x="2945035" y="1587204"/>
                      </a:lnTo>
                      <a:lnTo>
                        <a:pt x="2864643" y="1413720"/>
                      </a:lnTo>
                      <a:lnTo>
                        <a:pt x="2813843" y="1168228"/>
                      </a:lnTo>
                      <a:lnTo>
                        <a:pt x="2714302" y="1019895"/>
                      </a:lnTo>
                      <a:lnTo>
                        <a:pt x="2615331" y="842716"/>
                      </a:lnTo>
                      <a:lnTo>
                        <a:pt x="2573039" y="559124"/>
                      </a:lnTo>
                      <a:lnTo>
                        <a:pt x="2598439" y="309440"/>
                      </a:lnTo>
                      <a:lnTo>
                        <a:pt x="2439514"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1" name="任意多边形 14">
                  <a:extLst>
                    <a:ext uri="{FF2B5EF4-FFF2-40B4-BE49-F238E27FC236}">
                      <a16:creationId xmlns:a16="http://schemas.microsoft.com/office/drawing/2014/main" id="{3C29A570-17FB-8577-369D-2FB77286BADD}"/>
                    </a:ext>
                  </a:extLst>
                </p:cNvPr>
                <p:cNvSpPr>
                  <a:spLocks/>
                </p:cNvSpPr>
                <p:nvPr/>
              </p:nvSpPr>
              <p:spPr bwMode="auto">
                <a:xfrm>
                  <a:off x="1070" y="577"/>
                  <a:ext cx="367" cy="384"/>
                </a:xfrm>
                <a:custGeom>
                  <a:avLst/>
                  <a:gdLst>
                    <a:gd name="T0" fmla="*/ 0 w 2914406"/>
                    <a:gd name="T1" fmla="*/ 98242 h 3044949"/>
                    <a:gd name="T2" fmla="*/ 14628 w 2914406"/>
                    <a:gd name="T3" fmla="*/ 80391 h 3044949"/>
                    <a:gd name="T4" fmla="*/ 33130 w 2914406"/>
                    <a:gd name="T5" fmla="*/ 50753 h 3044949"/>
                    <a:gd name="T6" fmla="*/ 58616 w 2914406"/>
                    <a:gd name="T7" fmla="*/ 27058 h 3044949"/>
                    <a:gd name="T8" fmla="*/ 89092 w 2914406"/>
                    <a:gd name="T9" fmla="*/ 11935 h 3044949"/>
                    <a:gd name="T10" fmla="*/ 120381 w 2914406"/>
                    <a:gd name="T11" fmla="*/ 0 h 3044949"/>
                    <a:gd name="T12" fmla="*/ 124523 w 2914406"/>
                    <a:gd name="T13" fmla="*/ 45689 h 3044949"/>
                    <a:gd name="T14" fmla="*/ 133843 w 2914406"/>
                    <a:gd name="T15" fmla="*/ 82082 h 3044949"/>
                    <a:gd name="T16" fmla="*/ 175291 w 2914406"/>
                    <a:gd name="T17" fmla="*/ 112533 h 3044949"/>
                    <a:gd name="T18" fmla="*/ 203202 w 2914406"/>
                    <a:gd name="T19" fmla="*/ 168381 h 3044949"/>
                    <a:gd name="T20" fmla="*/ 238757 w 2914406"/>
                    <a:gd name="T21" fmla="*/ 227631 h 3044949"/>
                    <a:gd name="T22" fmla="*/ 270071 w 2914406"/>
                    <a:gd name="T23" fmla="*/ 270780 h 3044949"/>
                    <a:gd name="T24" fmla="*/ 320839 w 2914406"/>
                    <a:gd name="T25" fmla="*/ 309713 h 3044949"/>
                    <a:gd name="T26" fmla="*/ 358096 w 2914406"/>
                    <a:gd name="T27" fmla="*/ 295313 h 3044949"/>
                    <a:gd name="T28" fmla="*/ 384330 w 2914406"/>
                    <a:gd name="T29" fmla="*/ 263999 h 3044949"/>
                    <a:gd name="T30" fmla="*/ 396265 w 2914406"/>
                    <a:gd name="T31" fmla="*/ 260800 h 3044949"/>
                    <a:gd name="T32" fmla="*/ 440178 w 2914406"/>
                    <a:gd name="T33" fmla="*/ 297015 h 3044949"/>
                    <a:gd name="T34" fmla="*/ 486730 w 2914406"/>
                    <a:gd name="T35" fmla="*/ 323249 h 3044949"/>
                    <a:gd name="T36" fmla="*/ 531580 w 2914406"/>
                    <a:gd name="T37" fmla="*/ 350323 h 3044949"/>
                    <a:gd name="T38" fmla="*/ 543416 w 2914406"/>
                    <a:gd name="T39" fmla="*/ 396036 h 3044949"/>
                    <a:gd name="T40" fmla="*/ 582800 w 2914406"/>
                    <a:gd name="T41" fmla="*/ 456457 h 3044949"/>
                    <a:gd name="T42" fmla="*/ 565459 w 2914406"/>
                    <a:gd name="T43" fmla="*/ 465420 h 3044949"/>
                    <a:gd name="T44" fmla="*/ 523123 w 2914406"/>
                    <a:gd name="T45" fmla="*/ 495896 h 3044949"/>
                    <a:gd name="T46" fmla="*/ 507910 w 2914406"/>
                    <a:gd name="T47" fmla="*/ 533128 h 3044949"/>
                    <a:gd name="T48" fmla="*/ 427301 w 2914406"/>
                    <a:gd name="T49" fmla="*/ 557477 h 3044949"/>
                    <a:gd name="T50" fmla="*/ 403720 w 2914406"/>
                    <a:gd name="T51" fmla="*/ 586277 h 3044949"/>
                    <a:gd name="T52" fmla="*/ 381206 w 2914406"/>
                    <a:gd name="T53" fmla="*/ 550449 h 3044949"/>
                    <a:gd name="T54" fmla="*/ 348825 w 2914406"/>
                    <a:gd name="T55" fmla="*/ 536525 h 3044949"/>
                    <a:gd name="T56" fmla="*/ 310235 w 2914406"/>
                    <a:gd name="T57" fmla="*/ 552830 h 3044949"/>
                    <a:gd name="T58" fmla="*/ 273206 w 2914406"/>
                    <a:gd name="T59" fmla="*/ 581058 h 3044949"/>
                    <a:gd name="T60" fmla="*/ 246406 w 2914406"/>
                    <a:gd name="T61" fmla="*/ 608905 h 3044949"/>
                    <a:gd name="T62" fmla="*/ 220558 w 2914406"/>
                    <a:gd name="T63" fmla="*/ 591058 h 3044949"/>
                    <a:gd name="T64" fmla="*/ 184958 w 2914406"/>
                    <a:gd name="T65" fmla="*/ 582011 h 3044949"/>
                    <a:gd name="T66" fmla="*/ 143759 w 2914406"/>
                    <a:gd name="T67" fmla="*/ 607705 h 3044949"/>
                    <a:gd name="T68" fmla="*/ 126482 w 2914406"/>
                    <a:gd name="T69" fmla="*/ 593191 h 3044949"/>
                    <a:gd name="T70" fmla="*/ 92470 w 2914406"/>
                    <a:gd name="T71" fmla="*/ 538256 h 3044949"/>
                    <a:gd name="T72" fmla="*/ 86503 w 2914406"/>
                    <a:gd name="T73" fmla="*/ 500137 h 3044949"/>
                    <a:gd name="T74" fmla="*/ 114439 w 2914406"/>
                    <a:gd name="T75" fmla="*/ 455286 h 3044949"/>
                    <a:gd name="T76" fmla="*/ 100877 w 2914406"/>
                    <a:gd name="T77" fmla="*/ 415515 h 3044949"/>
                    <a:gd name="T78" fmla="*/ 84801 w 2914406"/>
                    <a:gd name="T79" fmla="*/ 380823 h 3044949"/>
                    <a:gd name="T80" fmla="*/ 74643 w 2914406"/>
                    <a:gd name="T81" fmla="*/ 331732 h 3044949"/>
                    <a:gd name="T82" fmla="*/ 54737 w 2914406"/>
                    <a:gd name="T83" fmla="*/ 302069 h 3044949"/>
                    <a:gd name="T84" fmla="*/ 34946 w 2914406"/>
                    <a:gd name="T85" fmla="*/ 266638 h 3044949"/>
                    <a:gd name="T86" fmla="*/ 26489 w 2914406"/>
                    <a:gd name="T87" fmla="*/ 209928 h 3044949"/>
                    <a:gd name="T88" fmla="*/ 31568 w 2914406"/>
                    <a:gd name="T89" fmla="*/ 159998 h 3044949"/>
                    <a:gd name="T90" fmla="*/ 0 w 2914406"/>
                    <a:gd name="T91" fmla="*/ 98242 h 304494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914406" h="3044949">
                      <a:moveTo>
                        <a:pt x="0" y="491278"/>
                      </a:moveTo>
                      <a:lnTo>
                        <a:pt x="73151" y="402009"/>
                      </a:lnTo>
                      <a:lnTo>
                        <a:pt x="165675" y="253802"/>
                      </a:lnTo>
                      <a:lnTo>
                        <a:pt x="293122" y="135310"/>
                      </a:lnTo>
                      <a:lnTo>
                        <a:pt x="445521" y="59681"/>
                      </a:lnTo>
                      <a:lnTo>
                        <a:pt x="601988" y="0"/>
                      </a:lnTo>
                      <a:lnTo>
                        <a:pt x="622700" y="228476"/>
                      </a:lnTo>
                      <a:lnTo>
                        <a:pt x="669308" y="410468"/>
                      </a:lnTo>
                      <a:lnTo>
                        <a:pt x="876576" y="562744"/>
                      </a:lnTo>
                      <a:lnTo>
                        <a:pt x="1016152" y="842020"/>
                      </a:lnTo>
                      <a:lnTo>
                        <a:pt x="1193952" y="1138312"/>
                      </a:lnTo>
                      <a:lnTo>
                        <a:pt x="1350544" y="1354088"/>
                      </a:lnTo>
                      <a:lnTo>
                        <a:pt x="1604420" y="1548780"/>
                      </a:lnTo>
                      <a:lnTo>
                        <a:pt x="1790728" y="1476772"/>
                      </a:lnTo>
                      <a:lnTo>
                        <a:pt x="1921920" y="1320180"/>
                      </a:lnTo>
                      <a:lnTo>
                        <a:pt x="1981599" y="1304180"/>
                      </a:lnTo>
                      <a:lnTo>
                        <a:pt x="2201196" y="1485280"/>
                      </a:lnTo>
                      <a:lnTo>
                        <a:pt x="2433988" y="1616472"/>
                      </a:lnTo>
                      <a:lnTo>
                        <a:pt x="2658272" y="1751856"/>
                      </a:lnTo>
                      <a:lnTo>
                        <a:pt x="2717456" y="1980456"/>
                      </a:lnTo>
                      <a:lnTo>
                        <a:pt x="2914406" y="2282601"/>
                      </a:lnTo>
                      <a:lnTo>
                        <a:pt x="2827688" y="2327424"/>
                      </a:lnTo>
                      <a:lnTo>
                        <a:pt x="2615980" y="2479824"/>
                      </a:lnTo>
                      <a:lnTo>
                        <a:pt x="2539904" y="2666008"/>
                      </a:lnTo>
                      <a:lnTo>
                        <a:pt x="2136804" y="2787775"/>
                      </a:lnTo>
                      <a:lnTo>
                        <a:pt x="2018883" y="2931791"/>
                      </a:lnTo>
                      <a:lnTo>
                        <a:pt x="1906294" y="2752626"/>
                      </a:lnTo>
                      <a:lnTo>
                        <a:pt x="1744370" y="2682999"/>
                      </a:lnTo>
                      <a:lnTo>
                        <a:pt x="1551389" y="2764533"/>
                      </a:lnTo>
                      <a:lnTo>
                        <a:pt x="1366222" y="2905696"/>
                      </a:lnTo>
                      <a:lnTo>
                        <a:pt x="1232202" y="3044949"/>
                      </a:lnTo>
                      <a:lnTo>
                        <a:pt x="1102945" y="2955702"/>
                      </a:lnTo>
                      <a:lnTo>
                        <a:pt x="924921" y="2910459"/>
                      </a:lnTo>
                      <a:lnTo>
                        <a:pt x="718894" y="3038947"/>
                      </a:lnTo>
                      <a:lnTo>
                        <a:pt x="632499" y="2966368"/>
                      </a:lnTo>
                      <a:lnTo>
                        <a:pt x="462413" y="2691656"/>
                      </a:lnTo>
                      <a:lnTo>
                        <a:pt x="432573" y="2501032"/>
                      </a:lnTo>
                      <a:lnTo>
                        <a:pt x="572273" y="2276748"/>
                      </a:lnTo>
                      <a:lnTo>
                        <a:pt x="504457" y="2077864"/>
                      </a:lnTo>
                      <a:lnTo>
                        <a:pt x="424065" y="1904380"/>
                      </a:lnTo>
                      <a:lnTo>
                        <a:pt x="373265" y="1658888"/>
                      </a:lnTo>
                      <a:lnTo>
                        <a:pt x="273724" y="1510555"/>
                      </a:lnTo>
                      <a:lnTo>
                        <a:pt x="174753" y="1333376"/>
                      </a:lnTo>
                      <a:lnTo>
                        <a:pt x="132461" y="1049784"/>
                      </a:lnTo>
                      <a:lnTo>
                        <a:pt x="157861" y="800100"/>
                      </a:lnTo>
                      <a:lnTo>
                        <a:pt x="0" y="49127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2" name="任意多边形 14">
                  <a:extLst>
                    <a:ext uri="{FF2B5EF4-FFF2-40B4-BE49-F238E27FC236}">
                      <a16:creationId xmlns:a16="http://schemas.microsoft.com/office/drawing/2014/main" id="{27FF4BA9-9CD5-EF1E-7A0B-851D90AB7596}"/>
                    </a:ext>
                  </a:extLst>
                </p:cNvPr>
                <p:cNvSpPr>
                  <a:spLocks/>
                </p:cNvSpPr>
                <p:nvPr/>
              </p:nvSpPr>
              <p:spPr bwMode="auto">
                <a:xfrm>
                  <a:off x="1319" y="675"/>
                  <a:ext cx="199" cy="190"/>
                </a:xfrm>
                <a:custGeom>
                  <a:avLst/>
                  <a:gdLst>
                    <a:gd name="T0" fmla="*/ 255896 w 1575995"/>
                    <a:gd name="T1" fmla="*/ 24201 h 1503407"/>
                    <a:gd name="T2" fmla="*/ 215007 w 1575995"/>
                    <a:gd name="T3" fmla="*/ 0 h 1503407"/>
                    <a:gd name="T4" fmla="*/ 159860 w 1575995"/>
                    <a:gd name="T5" fmla="*/ 8595 h 1503407"/>
                    <a:gd name="T6" fmla="*/ 121678 w 1575995"/>
                    <a:gd name="T7" fmla="*/ 20430 h 1503407"/>
                    <a:gd name="T8" fmla="*/ 72561 w 1575995"/>
                    <a:gd name="T9" fmla="*/ 46439 h 1503407"/>
                    <a:gd name="T10" fmla="*/ 22431 w 1575995"/>
                    <a:gd name="T11" fmla="*/ 70110 h 1503407"/>
                    <a:gd name="T12" fmla="*/ 0 w 1575995"/>
                    <a:gd name="T13" fmla="*/ 105165 h 1503407"/>
                    <a:gd name="T14" fmla="*/ 43227 w 1575995"/>
                    <a:gd name="T15" fmla="*/ 140446 h 1503407"/>
                    <a:gd name="T16" fmla="*/ 135512 w 1575995"/>
                    <a:gd name="T17" fmla="*/ 193571 h 1503407"/>
                    <a:gd name="T18" fmla="*/ 147665 w 1575995"/>
                    <a:gd name="T19" fmla="*/ 239284 h 1503407"/>
                    <a:gd name="T20" fmla="*/ 187606 w 1575995"/>
                    <a:gd name="T21" fmla="*/ 300640 h 1503407"/>
                    <a:gd name="T22" fmla="*/ 206525 w 1575995"/>
                    <a:gd name="T23" fmla="*/ 271844 h 1503407"/>
                    <a:gd name="T24" fmla="*/ 238237 w 1575995"/>
                    <a:gd name="T25" fmla="*/ 227215 h 1503407"/>
                    <a:gd name="T26" fmla="*/ 276522 w 1575995"/>
                    <a:gd name="T27" fmla="*/ 219149 h 1503407"/>
                    <a:gd name="T28" fmla="*/ 315155 w 1575995"/>
                    <a:gd name="T29" fmla="*/ 198381 h 1503407"/>
                    <a:gd name="T30" fmla="*/ 292161 w 1575995"/>
                    <a:gd name="T31" fmla="*/ 166454 h 1503407"/>
                    <a:gd name="T32" fmla="*/ 287949 w 1575995"/>
                    <a:gd name="T33" fmla="*/ 132919 h 1503407"/>
                    <a:gd name="T34" fmla="*/ 304505 w 1575995"/>
                    <a:gd name="T35" fmla="*/ 121300 h 1503407"/>
                    <a:gd name="T36" fmla="*/ 285229 w 1575995"/>
                    <a:gd name="T37" fmla="*/ 79043 h 1503407"/>
                    <a:gd name="T38" fmla="*/ 253189 w 1575995"/>
                    <a:gd name="T39" fmla="*/ 69884 h 1503407"/>
                    <a:gd name="T40" fmla="*/ 255896 w 1575995"/>
                    <a:gd name="T41" fmla="*/ 24201 h 15034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75995" h="1503407">
                      <a:moveTo>
                        <a:pt x="1279660" y="121022"/>
                      </a:moveTo>
                      <a:lnTo>
                        <a:pt x="1075185" y="0"/>
                      </a:lnTo>
                      <a:lnTo>
                        <a:pt x="799414" y="42980"/>
                      </a:lnTo>
                      <a:lnTo>
                        <a:pt x="608474" y="102164"/>
                      </a:lnTo>
                      <a:lnTo>
                        <a:pt x="362858" y="232229"/>
                      </a:lnTo>
                      <a:lnTo>
                        <a:pt x="112171" y="350597"/>
                      </a:lnTo>
                      <a:lnTo>
                        <a:pt x="0" y="525896"/>
                      </a:lnTo>
                      <a:lnTo>
                        <a:pt x="216163" y="702327"/>
                      </a:lnTo>
                      <a:lnTo>
                        <a:pt x="677654" y="967986"/>
                      </a:lnTo>
                      <a:lnTo>
                        <a:pt x="738426" y="1196586"/>
                      </a:lnTo>
                      <a:lnTo>
                        <a:pt x="938160" y="1503407"/>
                      </a:lnTo>
                      <a:lnTo>
                        <a:pt x="1032769" y="1359407"/>
                      </a:lnTo>
                      <a:lnTo>
                        <a:pt x="1191351" y="1136231"/>
                      </a:lnTo>
                      <a:lnTo>
                        <a:pt x="1382802" y="1095897"/>
                      </a:lnTo>
                      <a:lnTo>
                        <a:pt x="1575995" y="992043"/>
                      </a:lnTo>
                      <a:lnTo>
                        <a:pt x="1461007" y="832386"/>
                      </a:lnTo>
                      <a:lnTo>
                        <a:pt x="1439948" y="664688"/>
                      </a:lnTo>
                      <a:lnTo>
                        <a:pt x="1522740" y="606585"/>
                      </a:lnTo>
                      <a:lnTo>
                        <a:pt x="1426345" y="395267"/>
                      </a:lnTo>
                      <a:lnTo>
                        <a:pt x="1266124" y="349470"/>
                      </a:lnTo>
                      <a:lnTo>
                        <a:pt x="1279660" y="121022"/>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3" name="任意多边形 14">
                  <a:extLst>
                    <a:ext uri="{FF2B5EF4-FFF2-40B4-BE49-F238E27FC236}">
                      <a16:creationId xmlns:a16="http://schemas.microsoft.com/office/drawing/2014/main" id="{96D49B36-020F-14E1-C13D-9864D4E878EC}"/>
                    </a:ext>
                  </a:extLst>
                </p:cNvPr>
                <p:cNvSpPr>
                  <a:spLocks/>
                </p:cNvSpPr>
                <p:nvPr/>
              </p:nvSpPr>
              <p:spPr bwMode="auto">
                <a:xfrm>
                  <a:off x="1146" y="498"/>
                  <a:ext cx="445" cy="274"/>
                </a:xfrm>
                <a:custGeom>
                  <a:avLst/>
                  <a:gdLst>
                    <a:gd name="T0" fmla="*/ 530485 w 3528232"/>
                    <a:gd name="T1" fmla="*/ 306155 h 2179439"/>
                    <a:gd name="T2" fmla="*/ 489596 w 3528232"/>
                    <a:gd name="T3" fmla="*/ 281954 h 2179439"/>
                    <a:gd name="T4" fmla="*/ 434449 w 3528232"/>
                    <a:gd name="T5" fmla="*/ 290548 h 2179439"/>
                    <a:gd name="T6" fmla="*/ 396267 w 3528232"/>
                    <a:gd name="T7" fmla="*/ 302384 h 2179439"/>
                    <a:gd name="T8" fmla="*/ 347150 w 3528232"/>
                    <a:gd name="T9" fmla="*/ 328393 h 2179439"/>
                    <a:gd name="T10" fmla="*/ 297020 w 3528232"/>
                    <a:gd name="T11" fmla="*/ 352063 h 2179439"/>
                    <a:gd name="T12" fmla="*/ 274589 w 3528232"/>
                    <a:gd name="T13" fmla="*/ 387118 h 2179439"/>
                    <a:gd name="T14" fmla="*/ 262558 w 3528232"/>
                    <a:gd name="T15" fmla="*/ 390724 h 2179439"/>
                    <a:gd name="T16" fmla="*/ 237072 w 3528232"/>
                    <a:gd name="T17" fmla="*/ 421923 h 2179439"/>
                    <a:gd name="T18" fmla="*/ 199568 w 3528232"/>
                    <a:gd name="T19" fmla="*/ 435827 h 2179439"/>
                    <a:gd name="T20" fmla="*/ 148988 w 3528232"/>
                    <a:gd name="T21" fmla="*/ 396909 h 2179439"/>
                    <a:gd name="T22" fmla="*/ 119415 w 3528232"/>
                    <a:gd name="T23" fmla="*/ 357257 h 2179439"/>
                    <a:gd name="T24" fmla="*/ 83339 w 3528232"/>
                    <a:gd name="T25" fmla="*/ 296533 h 2179439"/>
                    <a:gd name="T26" fmla="*/ 53682 w 3528232"/>
                    <a:gd name="T27" fmla="*/ 238895 h 2179439"/>
                    <a:gd name="T28" fmla="*/ 13549 w 3528232"/>
                    <a:gd name="T29" fmla="*/ 208380 h 2179439"/>
                    <a:gd name="T30" fmla="*/ 3663 w 3528232"/>
                    <a:gd name="T31" fmla="*/ 170647 h 2179439"/>
                    <a:gd name="T32" fmla="*/ 0 w 3528232"/>
                    <a:gd name="T33" fmla="*/ 126145 h 2179439"/>
                    <a:gd name="T34" fmla="*/ 20826 w 3528232"/>
                    <a:gd name="T35" fmla="*/ 114438 h 2179439"/>
                    <a:gd name="T36" fmla="*/ 38406 w 3528232"/>
                    <a:gd name="T37" fmla="*/ 95536 h 2179439"/>
                    <a:gd name="T38" fmla="*/ 51911 w 3528232"/>
                    <a:gd name="T39" fmla="*/ 76571 h 2179439"/>
                    <a:gd name="T40" fmla="*/ 76559 w 3528232"/>
                    <a:gd name="T41" fmla="*/ 91809 h 2179439"/>
                    <a:gd name="T42" fmla="*/ 113473 w 3528232"/>
                    <a:gd name="T43" fmla="*/ 81333 h 2179439"/>
                    <a:gd name="T44" fmla="*/ 135149 w 3528232"/>
                    <a:gd name="T45" fmla="*/ 79428 h 2179439"/>
                    <a:gd name="T46" fmla="*/ 162654 w 3528232"/>
                    <a:gd name="T47" fmla="*/ 64190 h 2179439"/>
                    <a:gd name="T48" fmla="*/ 179797 w 3528232"/>
                    <a:gd name="T49" fmla="*/ 55733 h 2179439"/>
                    <a:gd name="T50" fmla="*/ 212511 w 3528232"/>
                    <a:gd name="T51" fmla="*/ 62918 h 2179439"/>
                    <a:gd name="T52" fmla="*/ 261854 w 3528232"/>
                    <a:gd name="T53" fmla="*/ 29295 h 2179439"/>
                    <a:gd name="T54" fmla="*/ 282692 w 3528232"/>
                    <a:gd name="T55" fmla="*/ 36076 h 2179439"/>
                    <a:gd name="T56" fmla="*/ 318541 w 3528232"/>
                    <a:gd name="T57" fmla="*/ 17448 h 2179439"/>
                    <a:gd name="T58" fmla="*/ 330692 w 3528232"/>
                    <a:gd name="T59" fmla="*/ 4648 h 2179439"/>
                    <a:gd name="T60" fmla="*/ 366654 w 3528232"/>
                    <a:gd name="T61" fmla="*/ 7619 h 2179439"/>
                    <a:gd name="T62" fmla="*/ 380939 w 3528232"/>
                    <a:gd name="T63" fmla="*/ 0 h 2179439"/>
                    <a:gd name="T64" fmla="*/ 405587 w 3528232"/>
                    <a:gd name="T65" fmla="*/ 14286 h 2179439"/>
                    <a:gd name="T66" fmla="*/ 437464 w 3528232"/>
                    <a:gd name="T67" fmla="*/ 10336 h 2179439"/>
                    <a:gd name="T68" fmla="*/ 454768 w 3528232"/>
                    <a:gd name="T69" fmla="*/ 10362 h 2179439"/>
                    <a:gd name="T70" fmla="*/ 467256 w 3528232"/>
                    <a:gd name="T71" fmla="*/ 47152 h 2179439"/>
                    <a:gd name="T72" fmla="*/ 446326 w 3528232"/>
                    <a:gd name="T73" fmla="*/ 63590 h 2179439"/>
                    <a:gd name="T74" fmla="*/ 411906 w 3528232"/>
                    <a:gd name="T75" fmla="*/ 71512 h 2179439"/>
                    <a:gd name="T76" fmla="*/ 403882 w 3528232"/>
                    <a:gd name="T77" fmla="*/ 93586 h 2179439"/>
                    <a:gd name="T78" fmla="*/ 418806 w 3528232"/>
                    <a:gd name="T79" fmla="*/ 132305 h 2179439"/>
                    <a:gd name="T80" fmla="*/ 452540 w 3528232"/>
                    <a:gd name="T81" fmla="*/ 150104 h 2179439"/>
                    <a:gd name="T82" fmla="*/ 487706 w 3528232"/>
                    <a:gd name="T83" fmla="*/ 141701 h 2179439"/>
                    <a:gd name="T84" fmla="*/ 500154 w 3528232"/>
                    <a:gd name="T85" fmla="*/ 113766 h 2179439"/>
                    <a:gd name="T86" fmla="*/ 501320 w 3528232"/>
                    <a:gd name="T87" fmla="*/ 97409 h 2179439"/>
                    <a:gd name="T88" fmla="*/ 467277 w 3528232"/>
                    <a:gd name="T89" fmla="*/ 80445 h 2179439"/>
                    <a:gd name="T90" fmla="*/ 445016 w 3528232"/>
                    <a:gd name="T91" fmla="*/ 82286 h 2179439"/>
                    <a:gd name="T92" fmla="*/ 461092 w 3528232"/>
                    <a:gd name="T93" fmla="*/ 60381 h 2179439"/>
                    <a:gd name="T94" fmla="*/ 498272 w 3528232"/>
                    <a:gd name="T95" fmla="*/ 66582 h 2179439"/>
                    <a:gd name="T96" fmla="*/ 542768 w 3528232"/>
                    <a:gd name="T97" fmla="*/ 72876 h 2179439"/>
                    <a:gd name="T98" fmla="*/ 557254 w 3528232"/>
                    <a:gd name="T99" fmla="*/ 59903 h 2179439"/>
                    <a:gd name="T100" fmla="*/ 586234 w 3528232"/>
                    <a:gd name="T101" fmla="*/ 58590 h 2179439"/>
                    <a:gd name="T102" fmla="*/ 605134 w 3528232"/>
                    <a:gd name="T103" fmla="*/ 73294 h 2179439"/>
                    <a:gd name="T104" fmla="*/ 675085 w 3528232"/>
                    <a:gd name="T105" fmla="*/ 110527 h 2179439"/>
                    <a:gd name="T106" fmla="*/ 705548 w 3528232"/>
                    <a:gd name="T107" fmla="*/ 129448 h 2179439"/>
                    <a:gd name="T108" fmla="*/ 683529 w 3528232"/>
                    <a:gd name="T109" fmla="*/ 140762 h 2179439"/>
                    <a:gd name="T110" fmla="*/ 661334 w 3528232"/>
                    <a:gd name="T111" fmla="*/ 150749 h 2179439"/>
                    <a:gd name="T112" fmla="*/ 621333 w 3528232"/>
                    <a:gd name="T113" fmla="*/ 170534 h 2179439"/>
                    <a:gd name="T114" fmla="*/ 595098 w 3528232"/>
                    <a:gd name="T115" fmla="*/ 199784 h 2179439"/>
                    <a:gd name="T116" fmla="*/ 571653 w 3528232"/>
                    <a:gd name="T117" fmla="*/ 243659 h 2179439"/>
                    <a:gd name="T118" fmla="*/ 530485 w 3528232"/>
                    <a:gd name="T119" fmla="*/ 306155 h 217943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528232" h="2179439">
                      <a:moveTo>
                        <a:pt x="2652795" y="1530986"/>
                      </a:moveTo>
                      <a:lnTo>
                        <a:pt x="2448320" y="1409964"/>
                      </a:lnTo>
                      <a:lnTo>
                        <a:pt x="2172549" y="1452944"/>
                      </a:lnTo>
                      <a:lnTo>
                        <a:pt x="1981609" y="1512128"/>
                      </a:lnTo>
                      <a:lnTo>
                        <a:pt x="1735993" y="1642193"/>
                      </a:lnTo>
                      <a:lnTo>
                        <a:pt x="1485306" y="1760561"/>
                      </a:lnTo>
                      <a:lnTo>
                        <a:pt x="1373135" y="1935860"/>
                      </a:lnTo>
                      <a:lnTo>
                        <a:pt x="1312973" y="1953890"/>
                      </a:lnTo>
                      <a:lnTo>
                        <a:pt x="1185527" y="2109911"/>
                      </a:lnTo>
                      <a:lnTo>
                        <a:pt x="997978" y="2179439"/>
                      </a:lnTo>
                      <a:lnTo>
                        <a:pt x="745042" y="1984819"/>
                      </a:lnTo>
                      <a:lnTo>
                        <a:pt x="597159" y="1786533"/>
                      </a:lnTo>
                      <a:lnTo>
                        <a:pt x="416755" y="1482873"/>
                      </a:lnTo>
                      <a:lnTo>
                        <a:pt x="268448" y="1194643"/>
                      </a:lnTo>
                      <a:lnTo>
                        <a:pt x="67754" y="1042045"/>
                      </a:lnTo>
                      <a:lnTo>
                        <a:pt x="18318" y="853355"/>
                      </a:lnTo>
                      <a:lnTo>
                        <a:pt x="0" y="630812"/>
                      </a:lnTo>
                      <a:lnTo>
                        <a:pt x="104143" y="572269"/>
                      </a:lnTo>
                      <a:lnTo>
                        <a:pt x="192055" y="477746"/>
                      </a:lnTo>
                      <a:lnTo>
                        <a:pt x="259593" y="382910"/>
                      </a:lnTo>
                      <a:lnTo>
                        <a:pt x="382848" y="459110"/>
                      </a:lnTo>
                      <a:lnTo>
                        <a:pt x="567444" y="406723"/>
                      </a:lnTo>
                      <a:lnTo>
                        <a:pt x="675841" y="397197"/>
                      </a:lnTo>
                      <a:lnTo>
                        <a:pt x="813383" y="320997"/>
                      </a:lnTo>
                      <a:lnTo>
                        <a:pt x="899108" y="278706"/>
                      </a:lnTo>
                      <a:lnTo>
                        <a:pt x="1062701" y="314633"/>
                      </a:lnTo>
                      <a:lnTo>
                        <a:pt x="1309452" y="146497"/>
                      </a:lnTo>
                      <a:lnTo>
                        <a:pt x="1413657" y="180405"/>
                      </a:lnTo>
                      <a:lnTo>
                        <a:pt x="1592929" y="87251"/>
                      </a:lnTo>
                      <a:lnTo>
                        <a:pt x="1653692" y="23242"/>
                      </a:lnTo>
                      <a:lnTo>
                        <a:pt x="1833526" y="38100"/>
                      </a:lnTo>
                      <a:lnTo>
                        <a:pt x="1904963" y="0"/>
                      </a:lnTo>
                      <a:lnTo>
                        <a:pt x="2028217" y="71438"/>
                      </a:lnTo>
                      <a:lnTo>
                        <a:pt x="2187626" y="51686"/>
                      </a:lnTo>
                      <a:lnTo>
                        <a:pt x="2274156" y="51817"/>
                      </a:lnTo>
                      <a:lnTo>
                        <a:pt x="2336605" y="235795"/>
                      </a:lnTo>
                      <a:lnTo>
                        <a:pt x="2231940" y="317995"/>
                      </a:lnTo>
                      <a:lnTo>
                        <a:pt x="2059815" y="357612"/>
                      </a:lnTo>
                      <a:lnTo>
                        <a:pt x="2019691" y="467995"/>
                      </a:lnTo>
                      <a:lnTo>
                        <a:pt x="2094322" y="661616"/>
                      </a:lnTo>
                      <a:lnTo>
                        <a:pt x="2263015" y="750625"/>
                      </a:lnTo>
                      <a:lnTo>
                        <a:pt x="2438872" y="708602"/>
                      </a:lnTo>
                      <a:lnTo>
                        <a:pt x="2501121" y="568908"/>
                      </a:lnTo>
                      <a:lnTo>
                        <a:pt x="2506948" y="487114"/>
                      </a:lnTo>
                      <a:lnTo>
                        <a:pt x="2336713" y="402282"/>
                      </a:lnTo>
                      <a:lnTo>
                        <a:pt x="2225390" y="411485"/>
                      </a:lnTo>
                      <a:lnTo>
                        <a:pt x="2305782" y="301947"/>
                      </a:lnTo>
                      <a:lnTo>
                        <a:pt x="2491706" y="332956"/>
                      </a:lnTo>
                      <a:lnTo>
                        <a:pt x="2714216" y="364430"/>
                      </a:lnTo>
                      <a:lnTo>
                        <a:pt x="2786656" y="299555"/>
                      </a:lnTo>
                      <a:lnTo>
                        <a:pt x="2931580" y="292993"/>
                      </a:lnTo>
                      <a:lnTo>
                        <a:pt x="3026095" y="366519"/>
                      </a:lnTo>
                      <a:lnTo>
                        <a:pt x="3375894" y="552711"/>
                      </a:lnTo>
                      <a:lnTo>
                        <a:pt x="3528232" y="647328"/>
                      </a:lnTo>
                      <a:lnTo>
                        <a:pt x="3418124" y="703907"/>
                      </a:lnTo>
                      <a:lnTo>
                        <a:pt x="3307132" y="753852"/>
                      </a:lnTo>
                      <a:lnTo>
                        <a:pt x="3107097" y="852788"/>
                      </a:lnTo>
                      <a:lnTo>
                        <a:pt x="2975905" y="999058"/>
                      </a:lnTo>
                      <a:lnTo>
                        <a:pt x="2858664" y="1218463"/>
                      </a:lnTo>
                      <a:lnTo>
                        <a:pt x="2652795" y="1530986"/>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5" name="任意多边形 14">
                  <a:extLst>
                    <a:ext uri="{FF2B5EF4-FFF2-40B4-BE49-F238E27FC236}">
                      <a16:creationId xmlns:a16="http://schemas.microsoft.com/office/drawing/2014/main" id="{F2D6C9E9-BA63-4D86-9D2A-55CBCF5E96F8}"/>
                    </a:ext>
                  </a:extLst>
                </p:cNvPr>
                <p:cNvSpPr>
                  <a:spLocks/>
                </p:cNvSpPr>
                <p:nvPr/>
              </p:nvSpPr>
              <p:spPr bwMode="auto">
                <a:xfrm>
                  <a:off x="1336" y="818"/>
                  <a:ext cx="302" cy="303"/>
                </a:xfrm>
                <a:custGeom>
                  <a:avLst/>
                  <a:gdLst>
                    <a:gd name="T0" fmla="*/ 210530 w 2396156"/>
                    <a:gd name="T1" fmla="*/ 0 h 2399977"/>
                    <a:gd name="T2" fmla="*/ 180915 w 2396156"/>
                    <a:gd name="T3" fmla="*/ 42901 h 2399977"/>
                    <a:gd name="T4" fmla="*/ 160440 w 2396156"/>
                    <a:gd name="T5" fmla="*/ 73511 h 2399977"/>
                    <a:gd name="T6" fmla="*/ 145068 w 2396156"/>
                    <a:gd name="T7" fmla="*/ 81130 h 2399977"/>
                    <a:gd name="T8" fmla="*/ 100535 w 2396156"/>
                    <a:gd name="T9" fmla="*/ 112806 h 2399977"/>
                    <a:gd name="T10" fmla="*/ 85545 w 2396156"/>
                    <a:gd name="T11" fmla="*/ 149606 h 2399977"/>
                    <a:gd name="T12" fmla="*/ 91829 w 2396156"/>
                    <a:gd name="T13" fmla="*/ 202596 h 2399977"/>
                    <a:gd name="T14" fmla="*/ 71582 w 2396156"/>
                    <a:gd name="T15" fmla="*/ 246063 h 2399977"/>
                    <a:gd name="T16" fmla="*/ 35030 w 2396156"/>
                    <a:gd name="T17" fmla="*/ 286063 h 2399977"/>
                    <a:gd name="T18" fmla="*/ 0 w 2396156"/>
                    <a:gd name="T19" fmla="*/ 296876 h 2399977"/>
                    <a:gd name="T20" fmla="*/ 13239 w 2396156"/>
                    <a:gd name="T21" fmla="*/ 327759 h 2399977"/>
                    <a:gd name="T22" fmla="*/ 26264 w 2396156"/>
                    <a:gd name="T23" fmla="*/ 348433 h 2399977"/>
                    <a:gd name="T24" fmla="*/ 67182 w 2396156"/>
                    <a:gd name="T25" fmla="*/ 349435 h 2399977"/>
                    <a:gd name="T26" fmla="*/ 98724 w 2396156"/>
                    <a:gd name="T27" fmla="*/ 361225 h 2399977"/>
                    <a:gd name="T28" fmla="*/ 102192 w 2396156"/>
                    <a:gd name="T29" fmla="*/ 398140 h 2399977"/>
                    <a:gd name="T30" fmla="*/ 86417 w 2396156"/>
                    <a:gd name="T31" fmla="*/ 439265 h 2399977"/>
                    <a:gd name="T32" fmla="*/ 131849 w 2396156"/>
                    <a:gd name="T33" fmla="*/ 433625 h 2399977"/>
                    <a:gd name="T34" fmla="*/ 179601 w 2396156"/>
                    <a:gd name="T35" fmla="*/ 434349 h 2399977"/>
                    <a:gd name="T36" fmla="*/ 218306 w 2396156"/>
                    <a:gd name="T37" fmla="*/ 443987 h 2399977"/>
                    <a:gd name="T38" fmla="*/ 245221 w 2396156"/>
                    <a:gd name="T39" fmla="*/ 469587 h 2399977"/>
                    <a:gd name="T40" fmla="*/ 274267 w 2396156"/>
                    <a:gd name="T41" fmla="*/ 479929 h 2399977"/>
                    <a:gd name="T42" fmla="*/ 296306 w 2396156"/>
                    <a:gd name="T43" fmla="*/ 462444 h 2399977"/>
                    <a:gd name="T44" fmla="*/ 303220 w 2396156"/>
                    <a:gd name="T45" fmla="*/ 432197 h 2399977"/>
                    <a:gd name="T46" fmla="*/ 329773 w 2396156"/>
                    <a:gd name="T47" fmla="*/ 400292 h 2399977"/>
                    <a:gd name="T48" fmla="*/ 356429 w 2396156"/>
                    <a:gd name="T49" fmla="*/ 405872 h 2399977"/>
                    <a:gd name="T50" fmla="*/ 377887 w 2396156"/>
                    <a:gd name="T51" fmla="*/ 387415 h 2399977"/>
                    <a:gd name="T52" fmla="*/ 408611 w 2396156"/>
                    <a:gd name="T53" fmla="*/ 350501 h 2399977"/>
                    <a:gd name="T54" fmla="*/ 453144 w 2396156"/>
                    <a:gd name="T55" fmla="*/ 319301 h 2399977"/>
                    <a:gd name="T56" fmla="*/ 476115 w 2396156"/>
                    <a:gd name="T57" fmla="*/ 286673 h 2399977"/>
                    <a:gd name="T58" fmla="*/ 476249 w 2396156"/>
                    <a:gd name="T59" fmla="*/ 254520 h 2399977"/>
                    <a:gd name="T60" fmla="*/ 479165 w 2396156"/>
                    <a:gd name="T61" fmla="*/ 210810 h 2399977"/>
                    <a:gd name="T62" fmla="*/ 461353 w 2396156"/>
                    <a:gd name="T63" fmla="*/ 188673 h 2399977"/>
                    <a:gd name="T64" fmla="*/ 457364 w 2396156"/>
                    <a:gd name="T65" fmla="*/ 166655 h 2399977"/>
                    <a:gd name="T66" fmla="*/ 401559 w 2396156"/>
                    <a:gd name="T67" fmla="*/ 161375 h 2399977"/>
                    <a:gd name="T68" fmla="*/ 369632 w 2396156"/>
                    <a:gd name="T69" fmla="*/ 132125 h 2399977"/>
                    <a:gd name="T70" fmla="*/ 346187 w 2396156"/>
                    <a:gd name="T71" fmla="*/ 94280 h 2399977"/>
                    <a:gd name="T72" fmla="*/ 320065 w 2396156"/>
                    <a:gd name="T73" fmla="*/ 56661 h 2399977"/>
                    <a:gd name="T74" fmla="*/ 278867 w 2396156"/>
                    <a:gd name="T75" fmla="*/ 50518 h 2399977"/>
                    <a:gd name="T76" fmla="*/ 235218 w 2396156"/>
                    <a:gd name="T77" fmla="*/ 32991 h 2399977"/>
                    <a:gd name="T78" fmla="*/ 210530 w 2396156"/>
                    <a:gd name="T79" fmla="*/ 0 h 23999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396156" h="2399977">
                      <a:moveTo>
                        <a:pt x="1052793" y="0"/>
                      </a:moveTo>
                      <a:lnTo>
                        <a:pt x="904702" y="214535"/>
                      </a:lnTo>
                      <a:lnTo>
                        <a:pt x="802309" y="367604"/>
                      </a:lnTo>
                      <a:lnTo>
                        <a:pt x="725439" y="405705"/>
                      </a:lnTo>
                      <a:lnTo>
                        <a:pt x="502743" y="564108"/>
                      </a:lnTo>
                      <a:lnTo>
                        <a:pt x="427783" y="748133"/>
                      </a:lnTo>
                      <a:lnTo>
                        <a:pt x="459211" y="1013122"/>
                      </a:lnTo>
                      <a:lnTo>
                        <a:pt x="357958" y="1230485"/>
                      </a:lnTo>
                      <a:lnTo>
                        <a:pt x="175172" y="1430511"/>
                      </a:lnTo>
                      <a:lnTo>
                        <a:pt x="0" y="1484584"/>
                      </a:lnTo>
                      <a:lnTo>
                        <a:pt x="66206" y="1639019"/>
                      </a:lnTo>
                      <a:lnTo>
                        <a:pt x="131340" y="1742404"/>
                      </a:lnTo>
                      <a:lnTo>
                        <a:pt x="335957" y="1747415"/>
                      </a:lnTo>
                      <a:lnTo>
                        <a:pt x="493690" y="1806376"/>
                      </a:lnTo>
                      <a:lnTo>
                        <a:pt x="511029" y="1990973"/>
                      </a:lnTo>
                      <a:lnTo>
                        <a:pt x="432146" y="2196628"/>
                      </a:lnTo>
                      <a:lnTo>
                        <a:pt x="659336" y="2168426"/>
                      </a:lnTo>
                      <a:lnTo>
                        <a:pt x="898130" y="2172047"/>
                      </a:lnTo>
                      <a:lnTo>
                        <a:pt x="1091681" y="2220242"/>
                      </a:lnTo>
                      <a:lnTo>
                        <a:pt x="1226272" y="2348260"/>
                      </a:lnTo>
                      <a:lnTo>
                        <a:pt x="1371527" y="2399977"/>
                      </a:lnTo>
                      <a:lnTo>
                        <a:pt x="1481735" y="2312541"/>
                      </a:lnTo>
                      <a:lnTo>
                        <a:pt x="1516312" y="2161282"/>
                      </a:lnTo>
                      <a:lnTo>
                        <a:pt x="1649092" y="2001738"/>
                      </a:lnTo>
                      <a:lnTo>
                        <a:pt x="1782390" y="2029642"/>
                      </a:lnTo>
                      <a:lnTo>
                        <a:pt x="1889698" y="1937345"/>
                      </a:lnTo>
                      <a:lnTo>
                        <a:pt x="2043338" y="1752748"/>
                      </a:lnTo>
                      <a:lnTo>
                        <a:pt x="2266034" y="1596727"/>
                      </a:lnTo>
                      <a:lnTo>
                        <a:pt x="2380905" y="1433562"/>
                      </a:lnTo>
                      <a:lnTo>
                        <a:pt x="2381574" y="1272777"/>
                      </a:lnTo>
                      <a:lnTo>
                        <a:pt x="2396156" y="1054197"/>
                      </a:lnTo>
                      <a:lnTo>
                        <a:pt x="2307085" y="943495"/>
                      </a:lnTo>
                      <a:lnTo>
                        <a:pt x="2287138" y="833388"/>
                      </a:lnTo>
                      <a:lnTo>
                        <a:pt x="2008071" y="806985"/>
                      </a:lnTo>
                      <a:lnTo>
                        <a:pt x="1848415" y="660716"/>
                      </a:lnTo>
                      <a:lnTo>
                        <a:pt x="1731173" y="471467"/>
                      </a:lnTo>
                      <a:lnTo>
                        <a:pt x="1600545" y="283344"/>
                      </a:lnTo>
                      <a:lnTo>
                        <a:pt x="1394527" y="252626"/>
                      </a:lnTo>
                      <a:lnTo>
                        <a:pt x="1176250" y="164976"/>
                      </a:lnTo>
                      <a:lnTo>
                        <a:pt x="1052793"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6" name="任意多边形 14">
                  <a:extLst>
                    <a:ext uri="{FF2B5EF4-FFF2-40B4-BE49-F238E27FC236}">
                      <a16:creationId xmlns:a16="http://schemas.microsoft.com/office/drawing/2014/main" id="{3647FCDB-0EC7-E0A8-8DC0-DE2A03C774A4}"/>
                    </a:ext>
                  </a:extLst>
                </p:cNvPr>
                <p:cNvSpPr>
                  <a:spLocks/>
                </p:cNvSpPr>
                <p:nvPr/>
              </p:nvSpPr>
              <p:spPr bwMode="auto">
                <a:xfrm>
                  <a:off x="1469" y="766"/>
                  <a:ext cx="175" cy="157"/>
                </a:xfrm>
                <a:custGeom>
                  <a:avLst/>
                  <a:gdLst>
                    <a:gd name="T0" fmla="*/ 0 w 1385730"/>
                    <a:gd name="T1" fmla="*/ 83975 h 1253319"/>
                    <a:gd name="T2" fmla="*/ 38500 w 1385730"/>
                    <a:gd name="T3" fmla="*/ 76381 h 1253319"/>
                    <a:gd name="T4" fmla="*/ 76932 w 1385730"/>
                    <a:gd name="T5" fmla="*/ 55112 h 1253319"/>
                    <a:gd name="T6" fmla="*/ 120807 w 1385730"/>
                    <a:gd name="T7" fmla="*/ 46292 h 1253319"/>
                    <a:gd name="T8" fmla="*/ 148856 w 1385730"/>
                    <a:gd name="T9" fmla="*/ 44660 h 1253319"/>
                    <a:gd name="T10" fmla="*/ 176360 w 1385730"/>
                    <a:gd name="T11" fmla="*/ 26044 h 1253319"/>
                    <a:gd name="T12" fmla="*/ 182751 w 1385730"/>
                    <a:gd name="T13" fmla="*/ 0 h 1253319"/>
                    <a:gd name="T14" fmla="*/ 211877 w 1385730"/>
                    <a:gd name="T15" fmla="*/ 1906 h 1253319"/>
                    <a:gd name="T16" fmla="*/ 252094 w 1385730"/>
                    <a:gd name="T17" fmla="*/ 44179 h 1253319"/>
                    <a:gd name="T18" fmla="*/ 277108 w 1385730"/>
                    <a:gd name="T19" fmla="*/ 58567 h 1253319"/>
                    <a:gd name="T20" fmla="*/ 264041 w 1385730"/>
                    <a:gd name="T21" fmla="*/ 145539 h 1253319"/>
                    <a:gd name="T22" fmla="*/ 246627 w 1385730"/>
                    <a:gd name="T23" fmla="*/ 204152 h 1253319"/>
                    <a:gd name="T24" fmla="*/ 246835 w 1385730"/>
                    <a:gd name="T25" fmla="*/ 250629 h 1253319"/>
                    <a:gd name="T26" fmla="*/ 191029 w 1385730"/>
                    <a:gd name="T27" fmla="*/ 245349 h 1253319"/>
                    <a:gd name="T28" fmla="*/ 159103 w 1385730"/>
                    <a:gd name="T29" fmla="*/ 216099 h 1253319"/>
                    <a:gd name="T30" fmla="*/ 135657 w 1385730"/>
                    <a:gd name="T31" fmla="*/ 178255 h 1253319"/>
                    <a:gd name="T32" fmla="*/ 109535 w 1385730"/>
                    <a:gd name="T33" fmla="*/ 140635 h 1253319"/>
                    <a:gd name="T34" fmla="*/ 68337 w 1385730"/>
                    <a:gd name="T35" fmla="*/ 134493 h 1253319"/>
                    <a:gd name="T36" fmla="*/ 24688 w 1385730"/>
                    <a:gd name="T37" fmla="*/ 116965 h 1253319"/>
                    <a:gd name="T38" fmla="*/ 0 w 1385730"/>
                    <a:gd name="T39" fmla="*/ 83975 h 1253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85730" h="1253319">
                      <a:moveTo>
                        <a:pt x="0" y="419931"/>
                      </a:moveTo>
                      <a:lnTo>
                        <a:pt x="192526" y="381956"/>
                      </a:lnTo>
                      <a:lnTo>
                        <a:pt x="384713" y="275600"/>
                      </a:lnTo>
                      <a:lnTo>
                        <a:pt x="604118" y="231494"/>
                      </a:lnTo>
                      <a:lnTo>
                        <a:pt x="744381" y="223330"/>
                      </a:lnTo>
                      <a:lnTo>
                        <a:pt x="881923" y="130238"/>
                      </a:lnTo>
                      <a:lnTo>
                        <a:pt x="913880" y="0"/>
                      </a:lnTo>
                      <a:lnTo>
                        <a:pt x="1059531" y="9530"/>
                      </a:lnTo>
                      <a:lnTo>
                        <a:pt x="1260642" y="220924"/>
                      </a:lnTo>
                      <a:lnTo>
                        <a:pt x="1385730" y="292874"/>
                      </a:lnTo>
                      <a:lnTo>
                        <a:pt x="1320388" y="727797"/>
                      </a:lnTo>
                      <a:lnTo>
                        <a:pt x="1233303" y="1020900"/>
                      </a:lnTo>
                      <a:cubicBezTo>
                        <a:pt x="1233650" y="1098373"/>
                        <a:pt x="1233998" y="1175846"/>
                        <a:pt x="1234345" y="1253319"/>
                      </a:cubicBezTo>
                      <a:lnTo>
                        <a:pt x="955278" y="1226916"/>
                      </a:lnTo>
                      <a:lnTo>
                        <a:pt x="795622" y="1080647"/>
                      </a:lnTo>
                      <a:lnTo>
                        <a:pt x="678380" y="891398"/>
                      </a:lnTo>
                      <a:lnTo>
                        <a:pt x="547752" y="703275"/>
                      </a:lnTo>
                      <a:lnTo>
                        <a:pt x="341734" y="672557"/>
                      </a:lnTo>
                      <a:lnTo>
                        <a:pt x="123457" y="584907"/>
                      </a:lnTo>
                      <a:lnTo>
                        <a:pt x="0" y="41993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57" name="任意多边形 14">
                  <a:extLst>
                    <a:ext uri="{FF2B5EF4-FFF2-40B4-BE49-F238E27FC236}">
                      <a16:creationId xmlns:a16="http://schemas.microsoft.com/office/drawing/2014/main" id="{8DA3AE43-BF92-7DED-CE3A-1E64842B18FE}"/>
                    </a:ext>
                  </a:extLst>
                </p:cNvPr>
                <p:cNvSpPr>
                  <a:spLocks/>
                </p:cNvSpPr>
                <p:nvPr/>
              </p:nvSpPr>
              <p:spPr bwMode="auto">
                <a:xfrm>
                  <a:off x="1501" y="706"/>
                  <a:ext cx="126" cy="94"/>
                </a:xfrm>
                <a:custGeom>
                  <a:avLst/>
                  <a:gdLst>
                    <a:gd name="T0" fmla="*/ 16327 w 997183"/>
                    <a:gd name="T1" fmla="*/ 72533 h 744830"/>
                    <a:gd name="T2" fmla="*/ 0 w 997183"/>
                    <a:gd name="T3" fmla="*/ 83904 h 744830"/>
                    <a:gd name="T4" fmla="*/ 4286 w 997183"/>
                    <a:gd name="T5" fmla="*/ 118552 h 744830"/>
                    <a:gd name="T6" fmla="*/ 26897 w 997183"/>
                    <a:gd name="T7" fmla="*/ 148945 h 744830"/>
                    <a:gd name="T8" fmla="*/ 71924 w 997183"/>
                    <a:gd name="T9" fmla="*/ 139980 h 744830"/>
                    <a:gd name="T10" fmla="*/ 98362 w 997183"/>
                    <a:gd name="T11" fmla="*/ 138551 h 744830"/>
                    <a:gd name="T12" fmla="*/ 125390 w 997183"/>
                    <a:gd name="T13" fmla="*/ 120933 h 744830"/>
                    <a:gd name="T14" fmla="*/ 131829 w 997183"/>
                    <a:gd name="T15" fmla="*/ 94380 h 744830"/>
                    <a:gd name="T16" fmla="*/ 161558 w 997183"/>
                    <a:gd name="T17" fmla="*/ 96653 h 744830"/>
                    <a:gd name="T18" fmla="*/ 146327 w 997183"/>
                    <a:gd name="T19" fmla="*/ 75035 h 744830"/>
                    <a:gd name="T20" fmla="*/ 119220 w 997183"/>
                    <a:gd name="T21" fmla="*/ 88533 h 744830"/>
                    <a:gd name="T22" fmla="*/ 106001 w 997183"/>
                    <a:gd name="T23" fmla="*/ 68419 h 744830"/>
                    <a:gd name="T24" fmla="*/ 128972 w 997183"/>
                    <a:gd name="T25" fmla="*/ 54247 h 744830"/>
                    <a:gd name="T26" fmla="*/ 141352 w 997183"/>
                    <a:gd name="T27" fmla="*/ 41866 h 744830"/>
                    <a:gd name="T28" fmla="*/ 167066 w 997183"/>
                    <a:gd name="T29" fmla="*/ 53295 h 744830"/>
                    <a:gd name="T30" fmla="*/ 157429 w 997183"/>
                    <a:gd name="T31" fmla="*/ 73295 h 744830"/>
                    <a:gd name="T32" fmla="*/ 175028 w 997183"/>
                    <a:gd name="T33" fmla="*/ 61942 h 744830"/>
                    <a:gd name="T34" fmla="*/ 199409 w 997183"/>
                    <a:gd name="T35" fmla="*/ 24381 h 744830"/>
                    <a:gd name="T36" fmla="*/ 180285 w 997183"/>
                    <a:gd name="T37" fmla="*/ 0 h 744830"/>
                    <a:gd name="T38" fmla="*/ 152019 w 997183"/>
                    <a:gd name="T39" fmla="*/ 16076 h 744830"/>
                    <a:gd name="T40" fmla="*/ 126647 w 997183"/>
                    <a:gd name="T41" fmla="*/ 34362 h 744830"/>
                    <a:gd name="T42" fmla="*/ 86037 w 997183"/>
                    <a:gd name="T43" fmla="*/ 34514 h 744830"/>
                    <a:gd name="T44" fmla="*/ 43371 w 997183"/>
                    <a:gd name="T45" fmla="*/ 48381 h 744830"/>
                    <a:gd name="T46" fmla="*/ 16327 w 997183"/>
                    <a:gd name="T47" fmla="*/ 72533 h 74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97183" h="744830">
                      <a:moveTo>
                        <a:pt x="81647" y="362714"/>
                      </a:moveTo>
                      <a:lnTo>
                        <a:pt x="0" y="419581"/>
                      </a:lnTo>
                      <a:lnTo>
                        <a:pt x="21432" y="592842"/>
                      </a:lnTo>
                      <a:lnTo>
                        <a:pt x="134505" y="744830"/>
                      </a:lnTo>
                      <a:lnTo>
                        <a:pt x="359669" y="699998"/>
                      </a:lnTo>
                      <a:lnTo>
                        <a:pt x="491878" y="692855"/>
                      </a:lnTo>
                      <a:lnTo>
                        <a:pt x="627038" y="604749"/>
                      </a:lnTo>
                      <a:lnTo>
                        <a:pt x="659236" y="471969"/>
                      </a:lnTo>
                      <a:lnTo>
                        <a:pt x="807901" y="483332"/>
                      </a:lnTo>
                      <a:lnTo>
                        <a:pt x="731738" y="375230"/>
                      </a:lnTo>
                      <a:lnTo>
                        <a:pt x="596181" y="442725"/>
                      </a:lnTo>
                      <a:lnTo>
                        <a:pt x="530077" y="342142"/>
                      </a:lnTo>
                      <a:lnTo>
                        <a:pt x="644947" y="271275"/>
                      </a:lnTo>
                      <a:lnTo>
                        <a:pt x="706860" y="209362"/>
                      </a:lnTo>
                      <a:lnTo>
                        <a:pt x="835447" y="266512"/>
                      </a:lnTo>
                      <a:lnTo>
                        <a:pt x="787252" y="366525"/>
                      </a:lnTo>
                      <a:lnTo>
                        <a:pt x="875263" y="309756"/>
                      </a:lnTo>
                      <a:lnTo>
                        <a:pt x="997183" y="121920"/>
                      </a:lnTo>
                      <a:lnTo>
                        <a:pt x="901551" y="0"/>
                      </a:lnTo>
                      <a:lnTo>
                        <a:pt x="760199" y="80392"/>
                      </a:lnTo>
                      <a:lnTo>
                        <a:pt x="633323" y="171832"/>
                      </a:lnTo>
                      <a:lnTo>
                        <a:pt x="430247" y="172596"/>
                      </a:lnTo>
                      <a:lnTo>
                        <a:pt x="216887" y="241940"/>
                      </a:lnTo>
                      <a:lnTo>
                        <a:pt x="81647" y="362714"/>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61" name="任意多边形 14">
                  <a:extLst>
                    <a:ext uri="{FF2B5EF4-FFF2-40B4-BE49-F238E27FC236}">
                      <a16:creationId xmlns:a16="http://schemas.microsoft.com/office/drawing/2014/main" id="{8290E8A8-0BC9-D536-7AC2-3C5A965450D0}"/>
                    </a:ext>
                  </a:extLst>
                </p:cNvPr>
                <p:cNvSpPr>
                  <a:spLocks/>
                </p:cNvSpPr>
                <p:nvPr/>
              </p:nvSpPr>
              <p:spPr bwMode="auto">
                <a:xfrm>
                  <a:off x="1479" y="579"/>
                  <a:ext cx="136" cy="173"/>
                </a:xfrm>
                <a:custGeom>
                  <a:avLst/>
                  <a:gdLst>
                    <a:gd name="T0" fmla="*/ 51336 w 1076622"/>
                    <a:gd name="T1" fmla="*/ 274011 h 1370246"/>
                    <a:gd name="T2" fmla="*/ 31904 w 1076622"/>
                    <a:gd name="T3" fmla="*/ 231078 h 1370246"/>
                    <a:gd name="T4" fmla="*/ 0 w 1076622"/>
                    <a:gd name="T5" fmla="*/ 222373 h 1370246"/>
                    <a:gd name="T6" fmla="*/ 2840 w 1076622"/>
                    <a:gd name="T7" fmla="*/ 176747 h 1370246"/>
                    <a:gd name="T8" fmla="*/ 43218 w 1076622"/>
                    <a:gd name="T9" fmla="*/ 114488 h 1370246"/>
                    <a:gd name="T10" fmla="*/ 65847 w 1076622"/>
                    <a:gd name="T11" fmla="*/ 71973 h 1370246"/>
                    <a:gd name="T12" fmla="*/ 93962 w 1076622"/>
                    <a:gd name="T13" fmla="*/ 40773 h 1370246"/>
                    <a:gd name="T14" fmla="*/ 137458 w 1076622"/>
                    <a:gd name="T15" fmla="*/ 19491 h 1370246"/>
                    <a:gd name="T16" fmla="*/ 157758 w 1076622"/>
                    <a:gd name="T17" fmla="*/ 10306 h 1370246"/>
                    <a:gd name="T18" fmla="*/ 177606 w 1076622"/>
                    <a:gd name="T19" fmla="*/ 0 h 1370246"/>
                    <a:gd name="T20" fmla="*/ 190761 w 1076622"/>
                    <a:gd name="T21" fmla="*/ 23745 h 1370246"/>
                    <a:gd name="T22" fmla="*/ 167180 w 1076622"/>
                    <a:gd name="T23" fmla="*/ 47688 h 1370246"/>
                    <a:gd name="T24" fmla="*/ 148857 w 1076622"/>
                    <a:gd name="T25" fmla="*/ 54583 h 1370246"/>
                    <a:gd name="T26" fmla="*/ 139447 w 1076622"/>
                    <a:gd name="T27" fmla="*/ 52564 h 1370246"/>
                    <a:gd name="T28" fmla="*/ 120400 w 1076622"/>
                    <a:gd name="T29" fmla="*/ 88526 h 1370246"/>
                    <a:gd name="T30" fmla="*/ 130648 w 1076622"/>
                    <a:gd name="T31" fmla="*/ 109440 h 1370246"/>
                    <a:gd name="T32" fmla="*/ 146000 w 1076622"/>
                    <a:gd name="T33" fmla="*/ 141402 h 1370246"/>
                    <a:gd name="T34" fmla="*/ 171485 w 1076622"/>
                    <a:gd name="T35" fmla="*/ 169745 h 1370246"/>
                    <a:gd name="T36" fmla="*/ 215294 w 1076622"/>
                    <a:gd name="T37" fmla="*/ 201478 h 1370246"/>
                    <a:gd name="T38" fmla="*/ 187028 w 1076622"/>
                    <a:gd name="T39" fmla="*/ 217554 h 1370246"/>
                    <a:gd name="T40" fmla="*/ 161656 w 1076622"/>
                    <a:gd name="T41" fmla="*/ 235840 h 1370246"/>
                    <a:gd name="T42" fmla="*/ 121047 w 1076622"/>
                    <a:gd name="T43" fmla="*/ 235993 h 1370246"/>
                    <a:gd name="T44" fmla="*/ 78381 w 1076622"/>
                    <a:gd name="T45" fmla="*/ 249860 h 1370246"/>
                    <a:gd name="T46" fmla="*/ 51336 w 1076622"/>
                    <a:gd name="T47" fmla="*/ 274011 h 137024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76622" h="1370246">
                      <a:moveTo>
                        <a:pt x="256718" y="1370246"/>
                      </a:moveTo>
                      <a:lnTo>
                        <a:pt x="159544" y="1155552"/>
                      </a:lnTo>
                      <a:lnTo>
                        <a:pt x="0" y="1112020"/>
                      </a:lnTo>
                      <a:lnTo>
                        <a:pt x="14201" y="883860"/>
                      </a:lnTo>
                      <a:lnTo>
                        <a:pt x="216123" y="572518"/>
                      </a:lnTo>
                      <a:lnTo>
                        <a:pt x="329282" y="359917"/>
                      </a:lnTo>
                      <a:lnTo>
                        <a:pt x="469875" y="203895"/>
                      </a:lnTo>
                      <a:lnTo>
                        <a:pt x="687385" y="97471"/>
                      </a:lnTo>
                      <a:lnTo>
                        <a:pt x="788900" y="51538"/>
                      </a:lnTo>
                      <a:lnTo>
                        <a:pt x="888155" y="0"/>
                      </a:lnTo>
                      <a:lnTo>
                        <a:pt x="953939" y="118740"/>
                      </a:lnTo>
                      <a:lnTo>
                        <a:pt x="836017" y="238473"/>
                      </a:lnTo>
                      <a:lnTo>
                        <a:pt x="744389" y="272951"/>
                      </a:lnTo>
                      <a:lnTo>
                        <a:pt x="697334" y="262856"/>
                      </a:lnTo>
                      <a:lnTo>
                        <a:pt x="602084" y="442690"/>
                      </a:lnTo>
                      <a:lnTo>
                        <a:pt x="653330" y="547276"/>
                      </a:lnTo>
                      <a:lnTo>
                        <a:pt x="730101" y="707108"/>
                      </a:lnTo>
                      <a:lnTo>
                        <a:pt x="857547" y="848842"/>
                      </a:lnTo>
                      <a:lnTo>
                        <a:pt x="1076622" y="1007532"/>
                      </a:lnTo>
                      <a:lnTo>
                        <a:pt x="935270" y="1087924"/>
                      </a:lnTo>
                      <a:lnTo>
                        <a:pt x="808394" y="1179364"/>
                      </a:lnTo>
                      <a:lnTo>
                        <a:pt x="605318" y="1180128"/>
                      </a:lnTo>
                      <a:lnTo>
                        <a:pt x="391958" y="1249472"/>
                      </a:lnTo>
                      <a:lnTo>
                        <a:pt x="256718" y="1370246"/>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63" name="任意多边形 14">
                  <a:extLst>
                    <a:ext uri="{FF2B5EF4-FFF2-40B4-BE49-F238E27FC236}">
                      <a16:creationId xmlns:a16="http://schemas.microsoft.com/office/drawing/2014/main" id="{10E7F3DC-01E8-E70C-A8ED-CCBAB10574F7}"/>
                    </a:ext>
                  </a:extLst>
                </p:cNvPr>
                <p:cNvSpPr>
                  <a:spLocks/>
                </p:cNvSpPr>
                <p:nvPr/>
              </p:nvSpPr>
              <p:spPr bwMode="auto">
                <a:xfrm>
                  <a:off x="1624" y="618"/>
                  <a:ext cx="307" cy="335"/>
                </a:xfrm>
                <a:custGeom>
                  <a:avLst/>
                  <a:gdLst>
                    <a:gd name="T0" fmla="*/ 376869 w 2430834"/>
                    <a:gd name="T1" fmla="*/ 24632 h 2660078"/>
                    <a:gd name="T2" fmla="*/ 352495 w 2430834"/>
                    <a:gd name="T3" fmla="*/ 28189 h 2660078"/>
                    <a:gd name="T4" fmla="*/ 355352 w 2430834"/>
                    <a:gd name="T5" fmla="*/ 46170 h 2660078"/>
                    <a:gd name="T6" fmla="*/ 342133 w 2430834"/>
                    <a:gd name="T7" fmla="*/ 66169 h 2660078"/>
                    <a:gd name="T8" fmla="*/ 318552 w 2430834"/>
                    <a:gd name="T9" fmla="*/ 85941 h 2660078"/>
                    <a:gd name="T10" fmla="*/ 286171 w 2430834"/>
                    <a:gd name="T11" fmla="*/ 105941 h 2660078"/>
                    <a:gd name="T12" fmla="*/ 257283 w 2430834"/>
                    <a:gd name="T13" fmla="*/ 134422 h 2660078"/>
                    <a:gd name="T14" fmla="*/ 238400 w 2430834"/>
                    <a:gd name="T15" fmla="*/ 151084 h 2660078"/>
                    <a:gd name="T16" fmla="*/ 211961 w 2430834"/>
                    <a:gd name="T17" fmla="*/ 151922 h 2660078"/>
                    <a:gd name="T18" fmla="*/ 174933 w 2430834"/>
                    <a:gd name="T19" fmla="*/ 156684 h 2660078"/>
                    <a:gd name="T20" fmla="*/ 148787 w 2430834"/>
                    <a:gd name="T21" fmla="*/ 159566 h 2660078"/>
                    <a:gd name="T22" fmla="*/ 130628 w 2430834"/>
                    <a:gd name="T23" fmla="*/ 218246 h 2660078"/>
                    <a:gd name="T24" fmla="*/ 113486 w 2430834"/>
                    <a:gd name="T25" fmla="*/ 239084 h 2660078"/>
                    <a:gd name="T26" fmla="*/ 96571 w 2430834"/>
                    <a:gd name="T27" fmla="*/ 254208 h 2660078"/>
                    <a:gd name="T28" fmla="*/ 63467 w 2430834"/>
                    <a:gd name="T29" fmla="*/ 268493 h 2660078"/>
                    <a:gd name="T30" fmla="*/ 27277 w 2430834"/>
                    <a:gd name="T31" fmla="*/ 273141 h 2660078"/>
                    <a:gd name="T32" fmla="*/ 15377 w 2430834"/>
                    <a:gd name="T33" fmla="*/ 283225 h 2660078"/>
                    <a:gd name="T34" fmla="*/ 30485 w 2430834"/>
                    <a:gd name="T35" fmla="*/ 293438 h 2660078"/>
                    <a:gd name="T36" fmla="*/ 16895 w 2430834"/>
                    <a:gd name="T37" fmla="*/ 381999 h 2660078"/>
                    <a:gd name="T38" fmla="*/ 0 w 2430834"/>
                    <a:gd name="T39" fmla="*/ 439161 h 2660078"/>
                    <a:gd name="T40" fmla="*/ 705 w 2430834"/>
                    <a:gd name="T41" fmla="*/ 484418 h 2660078"/>
                    <a:gd name="T42" fmla="*/ 4514 w 2430834"/>
                    <a:gd name="T43" fmla="*/ 506685 h 2660078"/>
                    <a:gd name="T44" fmla="*/ 23239 w 2430834"/>
                    <a:gd name="T45" fmla="*/ 529179 h 2660078"/>
                    <a:gd name="T46" fmla="*/ 123936 w 2430834"/>
                    <a:gd name="T47" fmla="*/ 531942 h 2660078"/>
                    <a:gd name="T48" fmla="*/ 141600 w 2430834"/>
                    <a:gd name="T49" fmla="*/ 514780 h 2660078"/>
                    <a:gd name="T50" fmla="*/ 174933 w 2430834"/>
                    <a:gd name="T51" fmla="*/ 515846 h 2660078"/>
                    <a:gd name="T52" fmla="*/ 202324 w 2430834"/>
                    <a:gd name="T53" fmla="*/ 496799 h 2660078"/>
                    <a:gd name="T54" fmla="*/ 237943 w 2430834"/>
                    <a:gd name="T55" fmla="*/ 482473 h 2660078"/>
                    <a:gd name="T56" fmla="*/ 287972 w 2430834"/>
                    <a:gd name="T57" fmla="*/ 474140 h 2660078"/>
                    <a:gd name="T58" fmla="*/ 303924 w 2430834"/>
                    <a:gd name="T59" fmla="*/ 436150 h 2660078"/>
                    <a:gd name="T60" fmla="*/ 376076 w 2430834"/>
                    <a:gd name="T61" fmla="*/ 283161 h 2660078"/>
                    <a:gd name="T62" fmla="*/ 420723 w 2430834"/>
                    <a:gd name="T63" fmla="*/ 235046 h 2660078"/>
                    <a:gd name="T64" fmla="*/ 441333 w 2430834"/>
                    <a:gd name="T65" fmla="*/ 206818 h 2660078"/>
                    <a:gd name="T66" fmla="*/ 486099 w 2430834"/>
                    <a:gd name="T67" fmla="*/ 166744 h 2660078"/>
                    <a:gd name="T68" fmla="*/ 470742 w 2430834"/>
                    <a:gd name="T69" fmla="*/ 124304 h 2660078"/>
                    <a:gd name="T70" fmla="*/ 462285 w 2430834"/>
                    <a:gd name="T71" fmla="*/ 94056 h 2660078"/>
                    <a:gd name="T72" fmla="*/ 446095 w 2430834"/>
                    <a:gd name="T73" fmla="*/ 71314 h 2660078"/>
                    <a:gd name="T74" fmla="*/ 444190 w 2430834"/>
                    <a:gd name="T75" fmla="*/ 45714 h 2660078"/>
                    <a:gd name="T76" fmla="*/ 450857 w 2430834"/>
                    <a:gd name="T77" fmla="*/ 23809 h 2660078"/>
                    <a:gd name="T78" fmla="*/ 444304 w 2430834"/>
                    <a:gd name="T79" fmla="*/ 13333 h 2660078"/>
                    <a:gd name="T80" fmla="*/ 427276 w 2430834"/>
                    <a:gd name="T81" fmla="*/ 0 h 2660078"/>
                    <a:gd name="T82" fmla="*/ 400723 w 2430834"/>
                    <a:gd name="T83" fmla="*/ 19047 h 2660078"/>
                    <a:gd name="T84" fmla="*/ 376869 w 2430834"/>
                    <a:gd name="T85" fmla="*/ 24632 h 266007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430834" h="2660078">
                      <a:moveTo>
                        <a:pt x="1884609" y="123178"/>
                      </a:moveTo>
                      <a:lnTo>
                        <a:pt x="1762721" y="140964"/>
                      </a:lnTo>
                      <a:lnTo>
                        <a:pt x="1777009" y="230881"/>
                      </a:lnTo>
                      <a:lnTo>
                        <a:pt x="1710904" y="330893"/>
                      </a:lnTo>
                      <a:lnTo>
                        <a:pt x="1592983" y="429765"/>
                      </a:lnTo>
                      <a:lnTo>
                        <a:pt x="1431057" y="529778"/>
                      </a:lnTo>
                      <a:lnTo>
                        <a:pt x="1286594" y="672205"/>
                      </a:lnTo>
                      <a:lnTo>
                        <a:pt x="1192164" y="755525"/>
                      </a:lnTo>
                      <a:lnTo>
                        <a:pt x="1059954" y="759717"/>
                      </a:lnTo>
                      <a:lnTo>
                        <a:pt x="874787" y="783530"/>
                      </a:lnTo>
                      <a:lnTo>
                        <a:pt x="744041" y="797940"/>
                      </a:lnTo>
                      <a:lnTo>
                        <a:pt x="653232" y="1091381"/>
                      </a:lnTo>
                      <a:lnTo>
                        <a:pt x="567507" y="1195585"/>
                      </a:lnTo>
                      <a:lnTo>
                        <a:pt x="482923" y="1271214"/>
                      </a:lnTo>
                      <a:lnTo>
                        <a:pt x="317377" y="1342652"/>
                      </a:lnTo>
                      <a:lnTo>
                        <a:pt x="136402" y="1365894"/>
                      </a:lnTo>
                      <a:lnTo>
                        <a:pt x="76894" y="1416322"/>
                      </a:lnTo>
                      <a:lnTo>
                        <a:pt x="152448" y="1467394"/>
                      </a:lnTo>
                      <a:lnTo>
                        <a:pt x="84485" y="1910259"/>
                      </a:lnTo>
                      <a:lnTo>
                        <a:pt x="0" y="2196108"/>
                      </a:lnTo>
                      <a:cubicBezTo>
                        <a:pt x="1174" y="2271547"/>
                        <a:pt x="2349" y="2346987"/>
                        <a:pt x="3523" y="2422426"/>
                      </a:cubicBezTo>
                      <a:lnTo>
                        <a:pt x="22573" y="2533774"/>
                      </a:lnTo>
                      <a:lnTo>
                        <a:pt x="116211" y="2646263"/>
                      </a:lnTo>
                      <a:lnTo>
                        <a:pt x="619768" y="2660078"/>
                      </a:lnTo>
                      <a:lnTo>
                        <a:pt x="708100" y="2574256"/>
                      </a:lnTo>
                      <a:lnTo>
                        <a:pt x="874787" y="2579589"/>
                      </a:lnTo>
                      <a:lnTo>
                        <a:pt x="1011759" y="2484338"/>
                      </a:lnTo>
                      <a:lnTo>
                        <a:pt x="1189881" y="2412701"/>
                      </a:lnTo>
                      <a:lnTo>
                        <a:pt x="1440062" y="2371031"/>
                      </a:lnTo>
                      <a:lnTo>
                        <a:pt x="1519833" y="2181050"/>
                      </a:lnTo>
                      <a:lnTo>
                        <a:pt x="1880642" y="1415999"/>
                      </a:lnTo>
                      <a:lnTo>
                        <a:pt x="2103909" y="1175395"/>
                      </a:lnTo>
                      <a:lnTo>
                        <a:pt x="2206973" y="1034231"/>
                      </a:lnTo>
                      <a:lnTo>
                        <a:pt x="2430834" y="833833"/>
                      </a:lnTo>
                      <a:lnTo>
                        <a:pt x="2354040" y="621605"/>
                      </a:lnTo>
                      <a:lnTo>
                        <a:pt x="2311748" y="470347"/>
                      </a:lnTo>
                      <a:lnTo>
                        <a:pt x="2230785" y="356617"/>
                      </a:lnTo>
                      <a:lnTo>
                        <a:pt x="2221260" y="228600"/>
                      </a:lnTo>
                      <a:lnTo>
                        <a:pt x="2254598" y="119063"/>
                      </a:lnTo>
                      <a:lnTo>
                        <a:pt x="2221831" y="66675"/>
                      </a:lnTo>
                      <a:lnTo>
                        <a:pt x="2136677" y="0"/>
                      </a:lnTo>
                      <a:lnTo>
                        <a:pt x="2003897" y="95249"/>
                      </a:lnTo>
                      <a:lnTo>
                        <a:pt x="1884609" y="12317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2" name="任意多边形 14">
                  <a:extLst>
                    <a:ext uri="{FF2B5EF4-FFF2-40B4-BE49-F238E27FC236}">
                      <a16:creationId xmlns:a16="http://schemas.microsoft.com/office/drawing/2014/main" id="{397B63C9-CEA5-F640-AB74-ECA60C3D74E1}"/>
                    </a:ext>
                  </a:extLst>
                </p:cNvPr>
                <p:cNvSpPr>
                  <a:spLocks/>
                </p:cNvSpPr>
                <p:nvPr/>
              </p:nvSpPr>
              <p:spPr bwMode="auto">
                <a:xfrm>
                  <a:off x="1385" y="1484"/>
                  <a:ext cx="505" cy="520"/>
                </a:xfrm>
                <a:custGeom>
                  <a:avLst/>
                  <a:gdLst/>
                  <a:ahLst/>
                  <a:cxnLst/>
                  <a:rect l="0" t="0" r="r" b="b"/>
                  <a:pathLst>
                    <a:path w="4005460" h="4123803">
                      <a:moveTo>
                        <a:pt x="1578372" y="380627"/>
                      </a:moveTo>
                      <a:lnTo>
                        <a:pt x="1380381" y="456058"/>
                      </a:lnTo>
                      <a:lnTo>
                        <a:pt x="1214264" y="566836"/>
                      </a:lnTo>
                      <a:lnTo>
                        <a:pt x="1107009" y="713332"/>
                      </a:lnTo>
                      <a:lnTo>
                        <a:pt x="954038" y="930125"/>
                      </a:lnTo>
                      <a:lnTo>
                        <a:pt x="768772" y="1266552"/>
                      </a:lnTo>
                      <a:lnTo>
                        <a:pt x="615131" y="1576784"/>
                      </a:lnTo>
                      <a:lnTo>
                        <a:pt x="401389" y="1894829"/>
                      </a:lnTo>
                      <a:lnTo>
                        <a:pt x="298173" y="2234233"/>
                      </a:lnTo>
                      <a:lnTo>
                        <a:pt x="378147" y="2449760"/>
                      </a:lnTo>
                      <a:lnTo>
                        <a:pt x="666279" y="2449289"/>
                      </a:lnTo>
                      <a:lnTo>
                        <a:pt x="827733" y="2561208"/>
                      </a:lnTo>
                      <a:lnTo>
                        <a:pt x="1003375" y="2702941"/>
                      </a:lnTo>
                      <a:lnTo>
                        <a:pt x="1065088" y="2860674"/>
                      </a:lnTo>
                      <a:lnTo>
                        <a:pt x="870595" y="3012603"/>
                      </a:lnTo>
                      <a:lnTo>
                        <a:pt x="640085" y="3042419"/>
                      </a:lnTo>
                      <a:lnTo>
                        <a:pt x="393005" y="3197200"/>
                      </a:lnTo>
                      <a:lnTo>
                        <a:pt x="128116" y="3290168"/>
                      </a:lnTo>
                      <a:lnTo>
                        <a:pt x="0" y="3534295"/>
                      </a:lnTo>
                      <a:lnTo>
                        <a:pt x="129158" y="3697461"/>
                      </a:lnTo>
                      <a:lnTo>
                        <a:pt x="56132" y="3893740"/>
                      </a:lnTo>
                      <a:lnTo>
                        <a:pt x="256605" y="3860055"/>
                      </a:lnTo>
                      <a:lnTo>
                        <a:pt x="432916" y="3935685"/>
                      </a:lnTo>
                      <a:lnTo>
                        <a:pt x="548457" y="4123803"/>
                      </a:lnTo>
                      <a:lnTo>
                        <a:pt x="726480" y="4030364"/>
                      </a:lnTo>
                      <a:lnTo>
                        <a:pt x="861466" y="4079255"/>
                      </a:lnTo>
                      <a:lnTo>
                        <a:pt x="928985" y="4020170"/>
                      </a:lnTo>
                      <a:lnTo>
                        <a:pt x="978991" y="3919587"/>
                      </a:lnTo>
                      <a:lnTo>
                        <a:pt x="1068908" y="3768328"/>
                      </a:lnTo>
                      <a:lnTo>
                        <a:pt x="1090786" y="3672631"/>
                      </a:lnTo>
                      <a:lnTo>
                        <a:pt x="1164258" y="3577729"/>
                      </a:lnTo>
                      <a:lnTo>
                        <a:pt x="1255316" y="3489623"/>
                      </a:lnTo>
                      <a:lnTo>
                        <a:pt x="1418481" y="3385418"/>
                      </a:lnTo>
                      <a:lnTo>
                        <a:pt x="1505446" y="3371701"/>
                      </a:lnTo>
                      <a:lnTo>
                        <a:pt x="1602158" y="3307159"/>
                      </a:lnTo>
                      <a:lnTo>
                        <a:pt x="1673945" y="3300834"/>
                      </a:lnTo>
                      <a:lnTo>
                        <a:pt x="1706957" y="3206353"/>
                      </a:lnTo>
                      <a:lnTo>
                        <a:pt x="1797619" y="3180854"/>
                      </a:lnTo>
                      <a:lnTo>
                        <a:pt x="1869306" y="3213869"/>
                      </a:lnTo>
                      <a:lnTo>
                        <a:pt x="1900833" y="3168054"/>
                      </a:lnTo>
                      <a:lnTo>
                        <a:pt x="1885975" y="3111475"/>
                      </a:lnTo>
                      <a:lnTo>
                        <a:pt x="1959794" y="3135857"/>
                      </a:lnTo>
                      <a:lnTo>
                        <a:pt x="2131838" y="2949798"/>
                      </a:lnTo>
                      <a:lnTo>
                        <a:pt x="2223070" y="2761332"/>
                      </a:lnTo>
                      <a:lnTo>
                        <a:pt x="2365946" y="2760091"/>
                      </a:lnTo>
                      <a:lnTo>
                        <a:pt x="2498155" y="2714848"/>
                      </a:lnTo>
                      <a:lnTo>
                        <a:pt x="2603152" y="2709764"/>
                      </a:lnTo>
                      <a:lnTo>
                        <a:pt x="2689895" y="2665983"/>
                      </a:lnTo>
                      <a:cubicBezTo>
                        <a:pt x="2691102" y="2618548"/>
                        <a:pt x="2692310" y="2571113"/>
                        <a:pt x="2693517" y="2523678"/>
                      </a:cubicBezTo>
                      <a:lnTo>
                        <a:pt x="2755304" y="2394693"/>
                      </a:lnTo>
                      <a:lnTo>
                        <a:pt x="2885257" y="2270025"/>
                      </a:lnTo>
                      <a:lnTo>
                        <a:pt x="3003749" y="2268215"/>
                      </a:lnTo>
                      <a:lnTo>
                        <a:pt x="3073375" y="2275929"/>
                      </a:lnTo>
                      <a:lnTo>
                        <a:pt x="3119859" y="2211635"/>
                      </a:lnTo>
                      <a:lnTo>
                        <a:pt x="3173659" y="2096863"/>
                      </a:lnTo>
                      <a:lnTo>
                        <a:pt x="3185665" y="2035422"/>
                      </a:lnTo>
                      <a:lnTo>
                        <a:pt x="3284265" y="1878731"/>
                      </a:lnTo>
                      <a:lnTo>
                        <a:pt x="3405139" y="1731664"/>
                      </a:lnTo>
                      <a:lnTo>
                        <a:pt x="3535536" y="1686991"/>
                      </a:lnTo>
                      <a:lnTo>
                        <a:pt x="3518371" y="1598860"/>
                      </a:lnTo>
                      <a:lnTo>
                        <a:pt x="3580209" y="1472009"/>
                      </a:lnTo>
                      <a:lnTo>
                        <a:pt x="3660602" y="1411238"/>
                      </a:lnTo>
                      <a:lnTo>
                        <a:pt x="3696321" y="1314177"/>
                      </a:lnTo>
                      <a:lnTo>
                        <a:pt x="3693369" y="1195685"/>
                      </a:lnTo>
                      <a:lnTo>
                        <a:pt x="3704705" y="1079573"/>
                      </a:lnTo>
                      <a:lnTo>
                        <a:pt x="3764236" y="1027757"/>
                      </a:lnTo>
                      <a:lnTo>
                        <a:pt x="3885109" y="949746"/>
                      </a:lnTo>
                      <a:lnTo>
                        <a:pt x="3949402" y="890785"/>
                      </a:lnTo>
                      <a:lnTo>
                        <a:pt x="4005460" y="709935"/>
                      </a:lnTo>
                      <a:lnTo>
                        <a:pt x="3952652" y="595907"/>
                      </a:lnTo>
                      <a:lnTo>
                        <a:pt x="3756298" y="596776"/>
                      </a:lnTo>
                      <a:lnTo>
                        <a:pt x="3565798" y="444376"/>
                      </a:lnTo>
                      <a:lnTo>
                        <a:pt x="3447306" y="351284"/>
                      </a:lnTo>
                      <a:lnTo>
                        <a:pt x="3290838" y="203200"/>
                      </a:lnTo>
                      <a:lnTo>
                        <a:pt x="2990354" y="97408"/>
                      </a:lnTo>
                      <a:lnTo>
                        <a:pt x="2757562" y="0"/>
                      </a:lnTo>
                      <a:lnTo>
                        <a:pt x="2647454" y="135384"/>
                      </a:lnTo>
                      <a:lnTo>
                        <a:pt x="2584078" y="317376"/>
                      </a:lnTo>
                      <a:lnTo>
                        <a:pt x="2334394" y="410468"/>
                      </a:lnTo>
                      <a:lnTo>
                        <a:pt x="2135882" y="554484"/>
                      </a:lnTo>
                      <a:lnTo>
                        <a:pt x="1924298" y="503684"/>
                      </a:lnTo>
                      <a:lnTo>
                        <a:pt x="1767582" y="427484"/>
                      </a:lnTo>
                      <a:lnTo>
                        <a:pt x="1578372" y="38062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3" name="任意多边形 14">
                  <a:extLst>
                    <a:ext uri="{FF2B5EF4-FFF2-40B4-BE49-F238E27FC236}">
                      <a16:creationId xmlns:a16="http://schemas.microsoft.com/office/drawing/2014/main" id="{DB60E566-C15D-1F67-89E9-B923D66C185D}"/>
                    </a:ext>
                  </a:extLst>
                </p:cNvPr>
                <p:cNvSpPr>
                  <a:spLocks/>
                </p:cNvSpPr>
                <p:nvPr/>
              </p:nvSpPr>
              <p:spPr bwMode="auto">
                <a:xfrm>
                  <a:off x="1561" y="1320"/>
                  <a:ext cx="377" cy="239"/>
                </a:xfrm>
                <a:custGeom>
                  <a:avLst/>
                  <a:gdLst>
                    <a:gd name="T0" fmla="*/ 36964 w 2994621"/>
                    <a:gd name="T1" fmla="*/ 337138 h 1902074"/>
                    <a:gd name="T2" fmla="*/ 32019 w 2994621"/>
                    <a:gd name="T3" fmla="*/ 301613 h 1902074"/>
                    <a:gd name="T4" fmla="*/ 17257 w 2994621"/>
                    <a:gd name="T5" fmla="*/ 278146 h 1902074"/>
                    <a:gd name="T6" fmla="*/ 14990 w 2994621"/>
                    <a:gd name="T7" fmla="*/ 246946 h 1902074"/>
                    <a:gd name="T8" fmla="*/ 705 w 2994621"/>
                    <a:gd name="T9" fmla="*/ 207651 h 1902074"/>
                    <a:gd name="T10" fmla="*/ 0 w 2994621"/>
                    <a:gd name="T11" fmla="*/ 158108 h 1902074"/>
                    <a:gd name="T12" fmla="*/ 19162 w 2994621"/>
                    <a:gd name="T13" fmla="*/ 78680 h 1902074"/>
                    <a:gd name="T14" fmla="*/ 31130 w 2994621"/>
                    <a:gd name="T15" fmla="*/ 47787 h 1902074"/>
                    <a:gd name="T16" fmla="*/ 51790 w 2994621"/>
                    <a:gd name="T17" fmla="*/ 27232 h 1902074"/>
                    <a:gd name="T18" fmla="*/ 65123 w 2994621"/>
                    <a:gd name="T19" fmla="*/ 0 h 1902074"/>
                    <a:gd name="T20" fmla="*/ 89314 w 2994621"/>
                    <a:gd name="T21" fmla="*/ 25804 h 1902074"/>
                    <a:gd name="T22" fmla="*/ 119676 w 2994621"/>
                    <a:gd name="T23" fmla="*/ 40927 h 1902074"/>
                    <a:gd name="T24" fmla="*/ 154686 w 2994621"/>
                    <a:gd name="T25" fmla="*/ 53784 h 1902074"/>
                    <a:gd name="T26" fmla="*/ 196044 w 2994621"/>
                    <a:gd name="T27" fmla="*/ 37544 h 1902074"/>
                    <a:gd name="T28" fmla="*/ 255017 w 2994621"/>
                    <a:gd name="T29" fmla="*/ 63943 h 1902074"/>
                    <a:gd name="T30" fmla="*/ 326965 w 2994621"/>
                    <a:gd name="T31" fmla="*/ 90178 h 1902074"/>
                    <a:gd name="T32" fmla="*/ 380248 w 2994621"/>
                    <a:gd name="T33" fmla="*/ 103714 h 1902074"/>
                    <a:gd name="T34" fmla="*/ 414940 w 2994621"/>
                    <a:gd name="T35" fmla="*/ 87638 h 1902074"/>
                    <a:gd name="T36" fmla="*/ 442013 w 2994621"/>
                    <a:gd name="T37" fmla="*/ 62242 h 1902074"/>
                    <a:gd name="T38" fmla="*/ 519919 w 2994621"/>
                    <a:gd name="T39" fmla="*/ 31275 h 1902074"/>
                    <a:gd name="T40" fmla="*/ 531044 w 2994621"/>
                    <a:gd name="T41" fmla="*/ 56111 h 1902074"/>
                    <a:gd name="T42" fmla="*/ 546838 w 2994621"/>
                    <a:gd name="T43" fmla="*/ 56299 h 1902074"/>
                    <a:gd name="T44" fmla="*/ 552781 w 2994621"/>
                    <a:gd name="T45" fmla="*/ 91423 h 1902074"/>
                    <a:gd name="T46" fmla="*/ 545048 w 2994621"/>
                    <a:gd name="T47" fmla="*/ 98928 h 1902074"/>
                    <a:gd name="T48" fmla="*/ 537429 w 2994621"/>
                    <a:gd name="T49" fmla="*/ 117861 h 1902074"/>
                    <a:gd name="T50" fmla="*/ 535896 w 2994621"/>
                    <a:gd name="T51" fmla="*/ 154244 h 1902074"/>
                    <a:gd name="T52" fmla="*/ 526953 w 2994621"/>
                    <a:gd name="T53" fmla="*/ 177746 h 1902074"/>
                    <a:gd name="T54" fmla="*/ 531883 w 2994621"/>
                    <a:gd name="T55" fmla="*/ 206714 h 1902074"/>
                    <a:gd name="T56" fmla="*/ 556362 w 2994621"/>
                    <a:gd name="T57" fmla="*/ 233137 h 1902074"/>
                    <a:gd name="T58" fmla="*/ 575295 w 2994621"/>
                    <a:gd name="T59" fmla="*/ 257785 h 1902074"/>
                    <a:gd name="T60" fmla="*/ 598841 w 2994621"/>
                    <a:gd name="T61" fmla="*/ 273459 h 1902074"/>
                    <a:gd name="T62" fmla="*/ 580895 w 2994621"/>
                    <a:gd name="T63" fmla="*/ 291728 h 1902074"/>
                    <a:gd name="T64" fmla="*/ 565771 w 2994621"/>
                    <a:gd name="T65" fmla="*/ 321251 h 1902074"/>
                    <a:gd name="T66" fmla="*/ 548629 w 2994621"/>
                    <a:gd name="T67" fmla="*/ 323994 h 1902074"/>
                    <a:gd name="T68" fmla="*/ 529695 w 2994621"/>
                    <a:gd name="T69" fmla="*/ 351499 h 1902074"/>
                    <a:gd name="T70" fmla="*/ 511754 w 2994621"/>
                    <a:gd name="T71" fmla="*/ 380188 h 1902074"/>
                    <a:gd name="T72" fmla="*/ 472489 w 2994621"/>
                    <a:gd name="T73" fmla="*/ 380362 h 1902074"/>
                    <a:gd name="T74" fmla="*/ 434394 w 2994621"/>
                    <a:gd name="T75" fmla="*/ 349886 h 1902074"/>
                    <a:gd name="T76" fmla="*/ 410699 w 2994621"/>
                    <a:gd name="T77" fmla="*/ 331270 h 1902074"/>
                    <a:gd name="T78" fmla="*/ 379410 w 2994621"/>
                    <a:gd name="T79" fmla="*/ 301658 h 1902074"/>
                    <a:gd name="T80" fmla="*/ 319322 w 2994621"/>
                    <a:gd name="T81" fmla="*/ 280502 h 1902074"/>
                    <a:gd name="T82" fmla="*/ 272770 w 2994621"/>
                    <a:gd name="T83" fmla="*/ 261023 h 1902074"/>
                    <a:gd name="T84" fmla="*/ 250751 w 2994621"/>
                    <a:gd name="T85" fmla="*/ 288096 h 1902074"/>
                    <a:gd name="T86" fmla="*/ 238078 w 2994621"/>
                    <a:gd name="T87" fmla="*/ 324490 h 1902074"/>
                    <a:gd name="T88" fmla="*/ 188148 w 2994621"/>
                    <a:gd name="T89" fmla="*/ 343106 h 1902074"/>
                    <a:gd name="T90" fmla="*/ 148451 w 2994621"/>
                    <a:gd name="T91" fmla="*/ 371905 h 1902074"/>
                    <a:gd name="T92" fmla="*/ 106140 w 2994621"/>
                    <a:gd name="T93" fmla="*/ 361746 h 1902074"/>
                    <a:gd name="T94" fmla="*/ 74801 w 2994621"/>
                    <a:gd name="T95" fmla="*/ 346508 h 1902074"/>
                    <a:gd name="T96" fmla="*/ 36964 w 2994621"/>
                    <a:gd name="T97" fmla="*/ 337138 h 19020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994621" h="1902074">
                      <a:moveTo>
                        <a:pt x="184847" y="1685925"/>
                      </a:moveTo>
                      <a:lnTo>
                        <a:pt x="160115" y="1508276"/>
                      </a:lnTo>
                      <a:lnTo>
                        <a:pt x="86297" y="1390925"/>
                      </a:lnTo>
                      <a:lnTo>
                        <a:pt x="74962" y="1234903"/>
                      </a:lnTo>
                      <a:lnTo>
                        <a:pt x="3523" y="1038401"/>
                      </a:lnTo>
                      <a:cubicBezTo>
                        <a:pt x="2349" y="955818"/>
                        <a:pt x="1174" y="873234"/>
                        <a:pt x="0" y="790651"/>
                      </a:cubicBezTo>
                      <a:lnTo>
                        <a:pt x="95822" y="393454"/>
                      </a:lnTo>
                      <a:lnTo>
                        <a:pt x="155673" y="238969"/>
                      </a:lnTo>
                      <a:lnTo>
                        <a:pt x="258986" y="136180"/>
                      </a:lnTo>
                      <a:lnTo>
                        <a:pt x="325662" y="0"/>
                      </a:lnTo>
                      <a:lnTo>
                        <a:pt x="446634" y="129036"/>
                      </a:lnTo>
                      <a:lnTo>
                        <a:pt x="598463" y="204665"/>
                      </a:lnTo>
                      <a:lnTo>
                        <a:pt x="773535" y="268959"/>
                      </a:lnTo>
                      <a:lnTo>
                        <a:pt x="980356" y="187748"/>
                      </a:lnTo>
                      <a:lnTo>
                        <a:pt x="1275260" y="319759"/>
                      </a:lnTo>
                      <a:lnTo>
                        <a:pt x="1635052" y="450951"/>
                      </a:lnTo>
                      <a:lnTo>
                        <a:pt x="1901504" y="518643"/>
                      </a:lnTo>
                      <a:lnTo>
                        <a:pt x="2074988" y="438251"/>
                      </a:lnTo>
                      <a:lnTo>
                        <a:pt x="2210372" y="311251"/>
                      </a:lnTo>
                      <a:lnTo>
                        <a:pt x="2599954" y="156395"/>
                      </a:lnTo>
                      <a:lnTo>
                        <a:pt x="2655591" y="280592"/>
                      </a:lnTo>
                      <a:lnTo>
                        <a:pt x="2734570" y="281536"/>
                      </a:lnTo>
                      <a:lnTo>
                        <a:pt x="2764286" y="457177"/>
                      </a:lnTo>
                      <a:lnTo>
                        <a:pt x="2725616" y="494707"/>
                      </a:lnTo>
                      <a:lnTo>
                        <a:pt x="2687516" y="589387"/>
                      </a:lnTo>
                      <a:lnTo>
                        <a:pt x="2679850" y="771329"/>
                      </a:lnTo>
                      <a:lnTo>
                        <a:pt x="2635128" y="888853"/>
                      </a:lnTo>
                      <a:lnTo>
                        <a:pt x="2659783" y="1033712"/>
                      </a:lnTo>
                      <a:lnTo>
                        <a:pt x="2782195" y="1165848"/>
                      </a:lnTo>
                      <a:lnTo>
                        <a:pt x="2876875" y="1289102"/>
                      </a:lnTo>
                      <a:lnTo>
                        <a:pt x="2994621" y="1367484"/>
                      </a:lnTo>
                      <a:lnTo>
                        <a:pt x="2904878" y="1458840"/>
                      </a:lnTo>
                      <a:lnTo>
                        <a:pt x="2829249" y="1606478"/>
                      </a:lnTo>
                      <a:lnTo>
                        <a:pt x="2743524" y="1620195"/>
                      </a:lnTo>
                      <a:lnTo>
                        <a:pt x="2648844" y="1757737"/>
                      </a:lnTo>
                      <a:lnTo>
                        <a:pt x="2559127" y="1901205"/>
                      </a:lnTo>
                      <a:lnTo>
                        <a:pt x="2362773" y="1902074"/>
                      </a:lnTo>
                      <a:lnTo>
                        <a:pt x="2172273" y="1749674"/>
                      </a:lnTo>
                      <a:lnTo>
                        <a:pt x="2053781" y="1656582"/>
                      </a:lnTo>
                      <a:lnTo>
                        <a:pt x="1897313" y="1508498"/>
                      </a:lnTo>
                      <a:lnTo>
                        <a:pt x="1596829" y="1402706"/>
                      </a:lnTo>
                      <a:lnTo>
                        <a:pt x="1364037" y="1305298"/>
                      </a:lnTo>
                      <a:lnTo>
                        <a:pt x="1253929" y="1440682"/>
                      </a:lnTo>
                      <a:lnTo>
                        <a:pt x="1190553" y="1622674"/>
                      </a:lnTo>
                      <a:lnTo>
                        <a:pt x="940869" y="1715766"/>
                      </a:lnTo>
                      <a:lnTo>
                        <a:pt x="742357" y="1859782"/>
                      </a:lnTo>
                      <a:lnTo>
                        <a:pt x="530773" y="1808982"/>
                      </a:lnTo>
                      <a:lnTo>
                        <a:pt x="374057" y="1732782"/>
                      </a:lnTo>
                      <a:lnTo>
                        <a:pt x="184847" y="168592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4" name="任意多边形 14">
                  <a:extLst>
                    <a:ext uri="{FF2B5EF4-FFF2-40B4-BE49-F238E27FC236}">
                      <a16:creationId xmlns:a16="http://schemas.microsoft.com/office/drawing/2014/main" id="{2176D719-69D5-0BA0-6635-6C4DFD6FACC3}"/>
                    </a:ext>
                  </a:extLst>
                </p:cNvPr>
                <p:cNvSpPr>
                  <a:spLocks/>
                </p:cNvSpPr>
                <p:nvPr/>
              </p:nvSpPr>
              <p:spPr bwMode="auto">
                <a:xfrm>
                  <a:off x="1685" y="1234"/>
                  <a:ext cx="212" cy="151"/>
                </a:xfrm>
                <a:custGeom>
                  <a:avLst/>
                  <a:gdLst>
                    <a:gd name="T0" fmla="*/ 114810 w 1678757"/>
                    <a:gd name="T1" fmla="*/ 1773 h 1201588"/>
                    <a:gd name="T2" fmla="*/ 90391 w 1678757"/>
                    <a:gd name="T3" fmla="*/ 15714 h 1201588"/>
                    <a:gd name="T4" fmla="*/ 71934 w 1678757"/>
                    <a:gd name="T5" fmla="*/ 50361 h 1201588"/>
                    <a:gd name="T6" fmla="*/ 79781 w 1678757"/>
                    <a:gd name="T7" fmla="*/ 81447 h 1201588"/>
                    <a:gd name="T8" fmla="*/ 30734 w 1678757"/>
                    <a:gd name="T9" fmla="*/ 154551 h 1201588"/>
                    <a:gd name="T10" fmla="*/ 0 w 1678757"/>
                    <a:gd name="T11" fmla="*/ 174232 h 1201588"/>
                    <a:gd name="T12" fmla="*/ 55743 w 1678757"/>
                    <a:gd name="T13" fmla="*/ 199580 h 1201588"/>
                    <a:gd name="T14" fmla="*/ 123972 w 1678757"/>
                    <a:gd name="T15" fmla="*/ 224704 h 1201588"/>
                    <a:gd name="T16" fmla="*/ 181952 w 1678757"/>
                    <a:gd name="T17" fmla="*/ 240284 h 1201588"/>
                    <a:gd name="T18" fmla="*/ 217095 w 1678757"/>
                    <a:gd name="T19" fmla="*/ 225180 h 1201588"/>
                    <a:gd name="T20" fmla="*/ 244848 w 1678757"/>
                    <a:gd name="T21" fmla="*/ 199104 h 1201588"/>
                    <a:gd name="T22" fmla="*/ 322761 w 1678757"/>
                    <a:gd name="T23" fmla="*/ 167784 h 1201588"/>
                    <a:gd name="T24" fmla="*/ 329039 w 1678757"/>
                    <a:gd name="T25" fmla="*/ 157294 h 1201588"/>
                    <a:gd name="T26" fmla="*/ 335705 w 1678757"/>
                    <a:gd name="T27" fmla="*/ 134438 h 1201588"/>
                    <a:gd name="T28" fmla="*/ 324441 w 1678757"/>
                    <a:gd name="T29" fmla="*/ 113862 h 1201588"/>
                    <a:gd name="T30" fmla="*/ 313076 w 1678757"/>
                    <a:gd name="T31" fmla="*/ 102285 h 1201588"/>
                    <a:gd name="T32" fmla="*/ 272148 w 1678757"/>
                    <a:gd name="T33" fmla="*/ 90313 h 1201588"/>
                    <a:gd name="T34" fmla="*/ 216776 w 1678757"/>
                    <a:gd name="T35" fmla="*/ 72672 h 1201588"/>
                    <a:gd name="T36" fmla="*/ 197572 w 1678757"/>
                    <a:gd name="T37" fmla="*/ 54057 h 1201588"/>
                    <a:gd name="T38" fmla="*/ 204239 w 1678757"/>
                    <a:gd name="T39" fmla="*/ 36076 h 1201588"/>
                    <a:gd name="T40" fmla="*/ 208162 w 1678757"/>
                    <a:gd name="T41" fmla="*/ 4762 h 1201588"/>
                    <a:gd name="T42" fmla="*/ 188276 w 1678757"/>
                    <a:gd name="T43" fmla="*/ 0 h 1201588"/>
                    <a:gd name="T44" fmla="*/ 167999 w 1678757"/>
                    <a:gd name="T45" fmla="*/ 1409 h 1201588"/>
                    <a:gd name="T46" fmla="*/ 147810 w 1678757"/>
                    <a:gd name="T47" fmla="*/ 16695 h 1201588"/>
                    <a:gd name="T48" fmla="*/ 114810 w 1678757"/>
                    <a:gd name="T49" fmla="*/ 1773 h 12015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78757" h="1201588">
                      <a:moveTo>
                        <a:pt x="574129" y="8865"/>
                      </a:moveTo>
                      <a:lnTo>
                        <a:pt x="452017" y="78580"/>
                      </a:lnTo>
                      <a:lnTo>
                        <a:pt x="359719" y="251841"/>
                      </a:lnTo>
                      <a:lnTo>
                        <a:pt x="398960" y="407292"/>
                      </a:lnTo>
                      <a:lnTo>
                        <a:pt x="153690" y="772863"/>
                      </a:lnTo>
                      <a:lnTo>
                        <a:pt x="0" y="871281"/>
                      </a:lnTo>
                      <a:lnTo>
                        <a:pt x="278755" y="998040"/>
                      </a:lnTo>
                      <a:lnTo>
                        <a:pt x="619944" y="1123676"/>
                      </a:lnTo>
                      <a:lnTo>
                        <a:pt x="909886" y="1201588"/>
                      </a:lnTo>
                      <a:lnTo>
                        <a:pt x="1085627" y="1126058"/>
                      </a:lnTo>
                      <a:lnTo>
                        <a:pt x="1224410" y="995659"/>
                      </a:lnTo>
                      <a:lnTo>
                        <a:pt x="1614026" y="839036"/>
                      </a:lnTo>
                      <a:lnTo>
                        <a:pt x="1645420" y="786581"/>
                      </a:lnTo>
                      <a:lnTo>
                        <a:pt x="1678757" y="672282"/>
                      </a:lnTo>
                      <a:lnTo>
                        <a:pt x="1622429" y="569388"/>
                      </a:lnTo>
                      <a:lnTo>
                        <a:pt x="1565598" y="511497"/>
                      </a:lnTo>
                      <a:lnTo>
                        <a:pt x="1360927" y="451626"/>
                      </a:lnTo>
                      <a:lnTo>
                        <a:pt x="1084029" y="363413"/>
                      </a:lnTo>
                      <a:lnTo>
                        <a:pt x="987997" y="270322"/>
                      </a:lnTo>
                      <a:lnTo>
                        <a:pt x="1021334" y="180405"/>
                      </a:lnTo>
                      <a:lnTo>
                        <a:pt x="1040954" y="23812"/>
                      </a:lnTo>
                      <a:lnTo>
                        <a:pt x="941512" y="0"/>
                      </a:lnTo>
                      <a:lnTo>
                        <a:pt x="840110" y="7044"/>
                      </a:lnTo>
                      <a:lnTo>
                        <a:pt x="739154" y="83485"/>
                      </a:lnTo>
                      <a:lnTo>
                        <a:pt x="574129" y="886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5" name="任意多边形 14">
                  <a:extLst>
                    <a:ext uri="{FF2B5EF4-FFF2-40B4-BE49-F238E27FC236}">
                      <a16:creationId xmlns:a16="http://schemas.microsoft.com/office/drawing/2014/main" id="{FC99343B-5E8B-5D5D-1A3F-F93544E67EB1}"/>
                    </a:ext>
                  </a:extLst>
                </p:cNvPr>
                <p:cNvSpPr>
                  <a:spLocks/>
                </p:cNvSpPr>
                <p:nvPr/>
              </p:nvSpPr>
              <p:spPr bwMode="auto">
                <a:xfrm>
                  <a:off x="1773" y="2122"/>
                  <a:ext cx="133" cy="127"/>
                </a:xfrm>
                <a:custGeom>
                  <a:avLst/>
                  <a:gdLst>
                    <a:gd name="T0" fmla="*/ 120583 w 1395455"/>
                    <a:gd name="T1" fmla="*/ 19643 h 1338770"/>
                    <a:gd name="T2" fmla="*/ 105028 w 1395455"/>
                    <a:gd name="T3" fmla="*/ 20114 h 1338770"/>
                    <a:gd name="T4" fmla="*/ 77524 w 1395455"/>
                    <a:gd name="T5" fmla="*/ 12495 h 1338770"/>
                    <a:gd name="T6" fmla="*/ 53829 w 1395455"/>
                    <a:gd name="T7" fmla="*/ 952 h 1338770"/>
                    <a:gd name="T8" fmla="*/ 31086 w 1395455"/>
                    <a:gd name="T9" fmla="*/ 0 h 1338770"/>
                    <a:gd name="T10" fmla="*/ 8115 w 1395455"/>
                    <a:gd name="T11" fmla="*/ 19048 h 1338770"/>
                    <a:gd name="T12" fmla="*/ 7163 w 1395455"/>
                    <a:gd name="T13" fmla="*/ 50362 h 1338770"/>
                    <a:gd name="T14" fmla="*/ 15962 w 1395455"/>
                    <a:gd name="T15" fmla="*/ 73828 h 1338770"/>
                    <a:gd name="T16" fmla="*/ 0 w 1395455"/>
                    <a:gd name="T17" fmla="*/ 107429 h 1338770"/>
                    <a:gd name="T18" fmla="*/ 6552 w 1395455"/>
                    <a:gd name="T19" fmla="*/ 131124 h 1338770"/>
                    <a:gd name="T20" fmla="*/ 19643 w 1395455"/>
                    <a:gd name="T21" fmla="*/ 148302 h 1338770"/>
                    <a:gd name="T22" fmla="*/ 31810 w 1395455"/>
                    <a:gd name="T23" fmla="*/ 152076 h 1338770"/>
                    <a:gd name="T24" fmla="*/ 40724 w 1395455"/>
                    <a:gd name="T25" fmla="*/ 136611 h 1338770"/>
                    <a:gd name="T26" fmla="*/ 62172 w 1395455"/>
                    <a:gd name="T27" fmla="*/ 124572 h 1338770"/>
                    <a:gd name="T28" fmla="*/ 87772 w 1395455"/>
                    <a:gd name="T29" fmla="*/ 154095 h 1338770"/>
                    <a:gd name="T30" fmla="*/ 90515 w 1395455"/>
                    <a:gd name="T31" fmla="*/ 170172 h 1338770"/>
                    <a:gd name="T32" fmla="*/ 89066 w 1395455"/>
                    <a:gd name="T33" fmla="*/ 192458 h 1338770"/>
                    <a:gd name="T34" fmla="*/ 91467 w 1395455"/>
                    <a:gd name="T35" fmla="*/ 202438 h 1338770"/>
                    <a:gd name="T36" fmla="*/ 104800 w 1395455"/>
                    <a:gd name="T37" fmla="*/ 181372 h 1338770"/>
                    <a:gd name="T38" fmla="*/ 119200 w 1395455"/>
                    <a:gd name="T39" fmla="*/ 161258 h 1338770"/>
                    <a:gd name="T40" fmla="*/ 130286 w 1395455"/>
                    <a:gd name="T41" fmla="*/ 135886 h 1338770"/>
                    <a:gd name="T42" fmla="*/ 172304 w 1395455"/>
                    <a:gd name="T43" fmla="*/ 109220 h 1338770"/>
                    <a:gd name="T44" fmla="*/ 192076 w 1395455"/>
                    <a:gd name="T45" fmla="*/ 99924 h 1338770"/>
                    <a:gd name="T46" fmla="*/ 211009 w 1395455"/>
                    <a:gd name="T47" fmla="*/ 94210 h 1338770"/>
                    <a:gd name="T48" fmla="*/ 209104 w 1395455"/>
                    <a:gd name="T49" fmla="*/ 72306 h 1338770"/>
                    <a:gd name="T50" fmla="*/ 205404 w 1395455"/>
                    <a:gd name="T51" fmla="*/ 53941 h 1338770"/>
                    <a:gd name="T52" fmla="*/ 177904 w 1395455"/>
                    <a:gd name="T53" fmla="*/ 48725 h 1338770"/>
                    <a:gd name="T54" fmla="*/ 152915 w 1395455"/>
                    <a:gd name="T55" fmla="*/ 30972 h 1338770"/>
                    <a:gd name="T56" fmla="*/ 130058 w 1395455"/>
                    <a:gd name="T57" fmla="*/ 6096 h 1338770"/>
                    <a:gd name="T58" fmla="*/ 120583 w 1395455"/>
                    <a:gd name="T59" fmla="*/ 19643 h 133877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395455" h="1338770">
                      <a:moveTo>
                        <a:pt x="797446" y="129903"/>
                      </a:moveTo>
                      <a:lnTo>
                        <a:pt x="694579" y="133017"/>
                      </a:lnTo>
                      <a:lnTo>
                        <a:pt x="512684" y="82631"/>
                      </a:lnTo>
                      <a:lnTo>
                        <a:pt x="355982" y="6299"/>
                      </a:lnTo>
                      <a:lnTo>
                        <a:pt x="205579" y="0"/>
                      </a:lnTo>
                      <a:lnTo>
                        <a:pt x="53667" y="125966"/>
                      </a:lnTo>
                      <a:lnTo>
                        <a:pt x="47369" y="333053"/>
                      </a:lnTo>
                      <a:lnTo>
                        <a:pt x="105562" y="488244"/>
                      </a:lnTo>
                      <a:lnTo>
                        <a:pt x="0" y="710454"/>
                      </a:lnTo>
                      <a:lnTo>
                        <a:pt x="43333" y="867157"/>
                      </a:lnTo>
                      <a:lnTo>
                        <a:pt x="129902" y="980758"/>
                      </a:lnTo>
                      <a:lnTo>
                        <a:pt x="210369" y="1005717"/>
                      </a:lnTo>
                      <a:lnTo>
                        <a:pt x="269316" y="903438"/>
                      </a:lnTo>
                      <a:lnTo>
                        <a:pt x="411157" y="823824"/>
                      </a:lnTo>
                      <a:lnTo>
                        <a:pt x="580456" y="1019069"/>
                      </a:lnTo>
                      <a:lnTo>
                        <a:pt x="598597" y="1125385"/>
                      </a:lnTo>
                      <a:lnTo>
                        <a:pt x="589018" y="1272770"/>
                      </a:lnTo>
                      <a:lnTo>
                        <a:pt x="604894" y="1338770"/>
                      </a:lnTo>
                      <a:lnTo>
                        <a:pt x="693070" y="1199455"/>
                      </a:lnTo>
                      <a:lnTo>
                        <a:pt x="788298" y="1066437"/>
                      </a:lnTo>
                      <a:lnTo>
                        <a:pt x="861613" y="898648"/>
                      </a:lnTo>
                      <a:lnTo>
                        <a:pt x="1139490" y="722297"/>
                      </a:lnTo>
                      <a:lnTo>
                        <a:pt x="1270245" y="660824"/>
                      </a:lnTo>
                      <a:lnTo>
                        <a:pt x="1395455" y="623035"/>
                      </a:lnTo>
                      <a:lnTo>
                        <a:pt x="1382859" y="478176"/>
                      </a:lnTo>
                      <a:lnTo>
                        <a:pt x="1358386" y="356727"/>
                      </a:lnTo>
                      <a:lnTo>
                        <a:pt x="1176525" y="322228"/>
                      </a:lnTo>
                      <a:lnTo>
                        <a:pt x="1011263" y="204825"/>
                      </a:lnTo>
                      <a:lnTo>
                        <a:pt x="860105" y="40317"/>
                      </a:lnTo>
                      <a:lnTo>
                        <a:pt x="797446" y="12990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6" name="任意多边形 14">
                  <a:extLst>
                    <a:ext uri="{FF2B5EF4-FFF2-40B4-BE49-F238E27FC236}">
                      <a16:creationId xmlns:a16="http://schemas.microsoft.com/office/drawing/2014/main" id="{8B5BCDB7-8018-6D76-A59E-0C533A4D825F}"/>
                    </a:ext>
                  </a:extLst>
                </p:cNvPr>
                <p:cNvSpPr>
                  <a:spLocks/>
                </p:cNvSpPr>
                <p:nvPr/>
              </p:nvSpPr>
              <p:spPr bwMode="auto">
                <a:xfrm>
                  <a:off x="1928" y="1683"/>
                  <a:ext cx="74" cy="76"/>
                </a:xfrm>
                <a:custGeom>
                  <a:avLst/>
                  <a:gdLst>
                    <a:gd name="T0" fmla="*/ 85871 w 777801"/>
                    <a:gd name="T1" fmla="*/ 4093 h 789576"/>
                    <a:gd name="T2" fmla="*/ 74463 w 777801"/>
                    <a:gd name="T3" fmla="*/ 0 h 789576"/>
                    <a:gd name="T4" fmla="*/ 69384 w 777801"/>
                    <a:gd name="T5" fmla="*/ 23695 h 789576"/>
                    <a:gd name="T6" fmla="*/ 62400 w 777801"/>
                    <a:gd name="T7" fmla="*/ 33219 h 789576"/>
                    <a:gd name="T8" fmla="*/ 60927 w 777801"/>
                    <a:gd name="T9" fmla="*/ 46527 h 789576"/>
                    <a:gd name="T10" fmla="*/ 60927 w 777801"/>
                    <a:gd name="T11" fmla="*/ 64305 h 789576"/>
                    <a:gd name="T12" fmla="*/ 53739 w 777801"/>
                    <a:gd name="T13" fmla="*/ 63670 h 789576"/>
                    <a:gd name="T14" fmla="*/ 43784 w 777801"/>
                    <a:gd name="T15" fmla="*/ 60520 h 789576"/>
                    <a:gd name="T16" fmla="*/ 33427 w 777801"/>
                    <a:gd name="T17" fmla="*/ 55996 h 789576"/>
                    <a:gd name="T18" fmla="*/ 26235 w 777801"/>
                    <a:gd name="T19" fmla="*/ 68952 h 789576"/>
                    <a:gd name="T20" fmla="*/ 19047 w 777801"/>
                    <a:gd name="T21" fmla="*/ 84394 h 789576"/>
                    <a:gd name="T22" fmla="*/ 7594 w 777801"/>
                    <a:gd name="T23" fmla="*/ 94374 h 789576"/>
                    <a:gd name="T24" fmla="*/ 0 w 777801"/>
                    <a:gd name="T25" fmla="*/ 111035 h 789576"/>
                    <a:gd name="T26" fmla="*/ 5278 w 777801"/>
                    <a:gd name="T27" fmla="*/ 119393 h 789576"/>
                    <a:gd name="T28" fmla="*/ 20292 w 777801"/>
                    <a:gd name="T29" fmla="*/ 108292 h 789576"/>
                    <a:gd name="T30" fmla="*/ 43784 w 777801"/>
                    <a:gd name="T31" fmla="*/ 93689 h 789576"/>
                    <a:gd name="T32" fmla="*/ 60698 w 777801"/>
                    <a:gd name="T33" fmla="*/ 92216 h 789576"/>
                    <a:gd name="T34" fmla="*/ 84825 w 777801"/>
                    <a:gd name="T35" fmla="*/ 76978 h 789576"/>
                    <a:gd name="T36" fmla="*/ 110534 w 777801"/>
                    <a:gd name="T37" fmla="*/ 63822 h 789576"/>
                    <a:gd name="T38" fmla="*/ 104914 w 777801"/>
                    <a:gd name="T39" fmla="*/ 48000 h 789576"/>
                    <a:gd name="T40" fmla="*/ 96660 w 777801"/>
                    <a:gd name="T41" fmla="*/ 39111 h 789576"/>
                    <a:gd name="T42" fmla="*/ 106819 w 777801"/>
                    <a:gd name="T43" fmla="*/ 37003 h 789576"/>
                    <a:gd name="T44" fmla="*/ 101943 w 777801"/>
                    <a:gd name="T45" fmla="*/ 20496 h 789576"/>
                    <a:gd name="T46" fmla="*/ 117612 w 777801"/>
                    <a:gd name="T47" fmla="*/ 17321 h 789576"/>
                    <a:gd name="T48" fmla="*/ 101739 w 777801"/>
                    <a:gd name="T49" fmla="*/ 6528 h 789576"/>
                    <a:gd name="T50" fmla="*/ 90946 w 777801"/>
                    <a:gd name="T51" fmla="*/ 11607 h 789576"/>
                    <a:gd name="T52" fmla="*/ 85871 w 777801"/>
                    <a:gd name="T53" fmla="*/ 4093 h 7895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77801" h="789576">
                      <a:moveTo>
                        <a:pt x="567890" y="27066"/>
                      </a:moveTo>
                      <a:lnTo>
                        <a:pt x="492445" y="0"/>
                      </a:lnTo>
                      <a:lnTo>
                        <a:pt x="458854" y="156702"/>
                      </a:lnTo>
                      <a:lnTo>
                        <a:pt x="412667" y="219684"/>
                      </a:lnTo>
                      <a:lnTo>
                        <a:pt x="402924" y="307695"/>
                      </a:lnTo>
                      <a:lnTo>
                        <a:pt x="402924" y="425262"/>
                      </a:lnTo>
                      <a:lnTo>
                        <a:pt x="355392" y="421064"/>
                      </a:lnTo>
                      <a:lnTo>
                        <a:pt x="289556" y="400233"/>
                      </a:lnTo>
                      <a:lnTo>
                        <a:pt x="221061" y="370317"/>
                      </a:lnTo>
                      <a:lnTo>
                        <a:pt x="173497" y="455999"/>
                      </a:lnTo>
                      <a:lnTo>
                        <a:pt x="125965" y="558116"/>
                      </a:lnTo>
                      <a:lnTo>
                        <a:pt x="50222" y="624116"/>
                      </a:lnTo>
                      <a:lnTo>
                        <a:pt x="0" y="734302"/>
                      </a:lnTo>
                      <a:lnTo>
                        <a:pt x="34904" y="789576"/>
                      </a:lnTo>
                      <a:lnTo>
                        <a:pt x="134199" y="716162"/>
                      </a:lnTo>
                      <a:lnTo>
                        <a:pt x="289555" y="619589"/>
                      </a:lnTo>
                      <a:lnTo>
                        <a:pt x="401415" y="609846"/>
                      </a:lnTo>
                      <a:lnTo>
                        <a:pt x="560971" y="509075"/>
                      </a:lnTo>
                      <a:lnTo>
                        <a:pt x="730990" y="422072"/>
                      </a:lnTo>
                      <a:lnTo>
                        <a:pt x="693825" y="317438"/>
                      </a:lnTo>
                      <a:lnTo>
                        <a:pt x="639240" y="258654"/>
                      </a:lnTo>
                      <a:lnTo>
                        <a:pt x="706421" y="244713"/>
                      </a:lnTo>
                      <a:lnTo>
                        <a:pt x="674175" y="135543"/>
                      </a:lnTo>
                      <a:lnTo>
                        <a:pt x="777801" y="114549"/>
                      </a:lnTo>
                      <a:lnTo>
                        <a:pt x="672831" y="43169"/>
                      </a:lnTo>
                      <a:lnTo>
                        <a:pt x="601450" y="76760"/>
                      </a:lnTo>
                      <a:lnTo>
                        <a:pt x="567890" y="27066"/>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sp>
              <p:nvSpPr>
                <p:cNvPr id="25607" name="任意多边形 14">
                  <a:extLst>
                    <a:ext uri="{FF2B5EF4-FFF2-40B4-BE49-F238E27FC236}">
                      <a16:creationId xmlns:a16="http://schemas.microsoft.com/office/drawing/2014/main" id="{4131A000-B2B2-0180-5EFF-290B95FD7058}"/>
                    </a:ext>
                  </a:extLst>
                </p:cNvPr>
                <p:cNvSpPr>
                  <a:spLocks/>
                </p:cNvSpPr>
                <p:nvPr/>
              </p:nvSpPr>
              <p:spPr bwMode="auto">
                <a:xfrm>
                  <a:off x="1870" y="1755"/>
                  <a:ext cx="59" cy="27"/>
                </a:xfrm>
                <a:custGeom>
                  <a:avLst/>
                  <a:gdLst>
                    <a:gd name="T0" fmla="*/ 50902 w 626805"/>
                    <a:gd name="T1" fmla="*/ 511 h 279648"/>
                    <a:gd name="T2" fmla="*/ 32584 w 626805"/>
                    <a:gd name="T3" fmla="*/ 0 h 279648"/>
                    <a:gd name="T4" fmla="*/ 12698 w 626805"/>
                    <a:gd name="T5" fmla="*/ 3175 h 279648"/>
                    <a:gd name="T6" fmla="*/ 0 w 626805"/>
                    <a:gd name="T7" fmla="*/ 9931 h 279648"/>
                    <a:gd name="T8" fmla="*/ 1419 w 626805"/>
                    <a:gd name="T9" fmla="*/ 21210 h 279648"/>
                    <a:gd name="T10" fmla="*/ 18819 w 626805"/>
                    <a:gd name="T11" fmla="*/ 28750 h 279648"/>
                    <a:gd name="T12" fmla="*/ 38704 w 626805"/>
                    <a:gd name="T13" fmla="*/ 36572 h 279648"/>
                    <a:gd name="T14" fmla="*/ 42082 w 626805"/>
                    <a:gd name="T15" fmla="*/ 42286 h 279648"/>
                    <a:gd name="T16" fmla="*/ 58590 w 626805"/>
                    <a:gd name="T17" fmla="*/ 36572 h 279648"/>
                    <a:gd name="T18" fmla="*/ 69587 w 626805"/>
                    <a:gd name="T19" fmla="*/ 24508 h 279648"/>
                    <a:gd name="T20" fmla="*/ 82082 w 626805"/>
                    <a:gd name="T21" fmla="*/ 16051 h 279648"/>
                    <a:gd name="T22" fmla="*/ 94780 w 626805"/>
                    <a:gd name="T23" fmla="*/ 10972 h 279648"/>
                    <a:gd name="T24" fmla="*/ 86992 w 626805"/>
                    <a:gd name="T25" fmla="*/ 5003 h 279648"/>
                    <a:gd name="T26" fmla="*/ 70019 w 626805"/>
                    <a:gd name="T27" fmla="*/ 3988 h 279648"/>
                    <a:gd name="T28" fmla="*/ 50902 w 626805"/>
                    <a:gd name="T29" fmla="*/ 511 h 2796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805" h="279648">
                      <a:moveTo>
                        <a:pt x="336626" y="3379"/>
                      </a:moveTo>
                      <a:lnTo>
                        <a:pt x="215485" y="0"/>
                      </a:lnTo>
                      <a:lnTo>
                        <a:pt x="83977" y="20994"/>
                      </a:lnTo>
                      <a:lnTo>
                        <a:pt x="0" y="65673"/>
                      </a:lnTo>
                      <a:lnTo>
                        <a:pt x="9383" y="140268"/>
                      </a:lnTo>
                      <a:lnTo>
                        <a:pt x="124455" y="190128"/>
                      </a:lnTo>
                      <a:lnTo>
                        <a:pt x="255963" y="241859"/>
                      </a:lnTo>
                      <a:lnTo>
                        <a:pt x="278302" y="279648"/>
                      </a:lnTo>
                      <a:lnTo>
                        <a:pt x="387472" y="241857"/>
                      </a:lnTo>
                      <a:lnTo>
                        <a:pt x="460197" y="162080"/>
                      </a:lnTo>
                      <a:lnTo>
                        <a:pt x="542828" y="106150"/>
                      </a:lnTo>
                      <a:lnTo>
                        <a:pt x="626805" y="72560"/>
                      </a:lnTo>
                      <a:lnTo>
                        <a:pt x="575304" y="33088"/>
                      </a:lnTo>
                      <a:lnTo>
                        <a:pt x="463052" y="26374"/>
                      </a:lnTo>
                      <a:lnTo>
                        <a:pt x="336626" y="3379"/>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endParaRPr lang="zh-CN" altLang="en-US" kern="0">
                    <a:solidFill>
                      <a:sysClr val="windowText" lastClr="000000"/>
                    </a:solidFill>
                  </a:endParaRPr>
                </a:p>
              </p:txBody>
            </p:sp>
          </p:grpSp>
          <p:sp>
            <p:nvSpPr>
              <p:cNvPr id="27" name="ZoneTexte 35">
                <a:extLst>
                  <a:ext uri="{FF2B5EF4-FFF2-40B4-BE49-F238E27FC236}">
                    <a16:creationId xmlns:a16="http://schemas.microsoft.com/office/drawing/2014/main" id="{9E42C0FC-C3F0-C260-2AD2-4178BAA8F81A}"/>
                  </a:ext>
                </a:extLst>
              </p:cNvPr>
              <p:cNvSpPr txBox="1"/>
              <p:nvPr/>
            </p:nvSpPr>
            <p:spPr>
              <a:xfrm>
                <a:off x="-1115480" y="2195839"/>
                <a:ext cx="2177456" cy="455509"/>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fr-FR" sz="1600" dirty="0">
                    <a:latin typeface="Times New Roman" panose="02020603050405020304" pitchFamily="18" charset="0"/>
                    <a:cs typeface="Times New Roman" panose="02020603050405020304" pitchFamily="18" charset="0"/>
                  </a:rPr>
                  <a:t>Route de Tunis, Km 10, Technopole de Sfax, 3021</a:t>
                </a:r>
              </a:p>
            </p:txBody>
          </p:sp>
        </p:grpSp>
        <p:sp>
          <p:nvSpPr>
            <p:cNvPr id="14" name="Teardrop 6">
              <a:extLst>
                <a:ext uri="{FF2B5EF4-FFF2-40B4-BE49-F238E27FC236}">
                  <a16:creationId xmlns:a16="http://schemas.microsoft.com/office/drawing/2014/main" id="{D9430828-5C90-BB3E-AA9E-09A9CABAB69C}"/>
                </a:ext>
              </a:extLst>
            </p:cNvPr>
            <p:cNvSpPr/>
            <p:nvPr/>
          </p:nvSpPr>
          <p:spPr>
            <a:xfrm rot="8100000">
              <a:off x="-1735648" y="1708799"/>
              <a:ext cx="417475" cy="417476"/>
            </a:xfrm>
            <a:custGeom>
              <a:avLst/>
              <a:gdLst/>
              <a:ahLst/>
              <a:cxnLst/>
              <a:rect l="l" t="t" r="r" b="b"/>
              <a:pathLst>
                <a:path w="2483832" h="2483835">
                  <a:moveTo>
                    <a:pt x="657616" y="1826218"/>
                  </a:moveTo>
                  <a:cubicBezTo>
                    <a:pt x="806520" y="1975122"/>
                    <a:pt x="1047940" y="1975122"/>
                    <a:pt x="1196844" y="1826218"/>
                  </a:cubicBezTo>
                  <a:cubicBezTo>
                    <a:pt x="1345748" y="1677314"/>
                    <a:pt x="1345748" y="1435894"/>
                    <a:pt x="1196844" y="1286990"/>
                  </a:cubicBezTo>
                  <a:cubicBezTo>
                    <a:pt x="1047940" y="1138086"/>
                    <a:pt x="806520" y="1138086"/>
                    <a:pt x="657616" y="1286990"/>
                  </a:cubicBezTo>
                  <a:cubicBezTo>
                    <a:pt x="508712" y="1435894"/>
                    <a:pt x="508712" y="1677314"/>
                    <a:pt x="657616" y="1826218"/>
                  </a:cubicBezTo>
                  <a:close/>
                  <a:moveTo>
                    <a:pt x="293335" y="2190500"/>
                  </a:moveTo>
                  <a:cubicBezTo>
                    <a:pt x="112098" y="2009262"/>
                    <a:pt x="0" y="1758885"/>
                    <a:pt x="0" y="1482325"/>
                  </a:cubicBezTo>
                  <a:cubicBezTo>
                    <a:pt x="0" y="929206"/>
                    <a:pt x="459290" y="590078"/>
                    <a:pt x="1001509" y="480815"/>
                  </a:cubicBezTo>
                  <a:cubicBezTo>
                    <a:pt x="1569704" y="366317"/>
                    <a:pt x="1861757" y="259925"/>
                    <a:pt x="2483832" y="0"/>
                  </a:cubicBezTo>
                  <a:cubicBezTo>
                    <a:pt x="2230640" y="682694"/>
                    <a:pt x="2130986" y="873716"/>
                    <a:pt x="2003018" y="1482325"/>
                  </a:cubicBezTo>
                  <a:cubicBezTo>
                    <a:pt x="1901990" y="2042180"/>
                    <a:pt x="1554627" y="2483835"/>
                    <a:pt x="1001509" y="2483835"/>
                  </a:cubicBezTo>
                  <a:cubicBezTo>
                    <a:pt x="724950" y="2483835"/>
                    <a:pt x="474573" y="2371737"/>
                    <a:pt x="293335" y="2190500"/>
                  </a:cubicBezTo>
                  <a:close/>
                </a:path>
              </a:pathLst>
            </a:custGeom>
            <a:solidFill>
              <a:srgbClr val="4459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sp>
        <p:nvSpPr>
          <p:cNvPr id="25610" name="Isosceles Triangle 225">
            <a:extLst>
              <a:ext uri="{FF2B5EF4-FFF2-40B4-BE49-F238E27FC236}">
                <a16:creationId xmlns:a16="http://schemas.microsoft.com/office/drawing/2014/main" id="{C024A427-5723-ED8D-FAD1-3FA043256FCE}"/>
              </a:ext>
            </a:extLst>
          </p:cNvPr>
          <p:cNvSpPr/>
          <p:nvPr/>
        </p:nvSpPr>
        <p:spPr>
          <a:xfrm rot="10800000">
            <a:off x="8993142" y="1356110"/>
            <a:ext cx="288000" cy="13269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615" name="Group 25614">
            <a:extLst>
              <a:ext uri="{FF2B5EF4-FFF2-40B4-BE49-F238E27FC236}">
                <a16:creationId xmlns:a16="http://schemas.microsoft.com/office/drawing/2014/main" id="{61ADAD05-D9F7-82C6-75DC-A200343B2035}"/>
              </a:ext>
            </a:extLst>
          </p:cNvPr>
          <p:cNvGrpSpPr/>
          <p:nvPr/>
        </p:nvGrpSpPr>
        <p:grpSpPr>
          <a:xfrm>
            <a:off x="8255974" y="907901"/>
            <a:ext cx="1800000" cy="369996"/>
            <a:chOff x="5256762" y="832287"/>
            <a:chExt cx="1800000" cy="401534"/>
          </a:xfrm>
        </p:grpSpPr>
        <p:sp>
          <p:nvSpPr>
            <p:cNvPr id="25616" name="Chevron 224">
              <a:extLst>
                <a:ext uri="{FF2B5EF4-FFF2-40B4-BE49-F238E27FC236}">
                  <a16:creationId xmlns:a16="http://schemas.microsoft.com/office/drawing/2014/main" id="{FABA845A-4010-2A1F-45A5-B5038F8BBD9E}"/>
                </a:ext>
              </a:extLst>
            </p:cNvPr>
            <p:cNvSpPr/>
            <p:nvPr/>
          </p:nvSpPr>
          <p:spPr>
            <a:xfrm>
              <a:off x="5256762" y="112582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25617" name="Rectangle 25616">
              <a:extLst>
                <a:ext uri="{FF2B5EF4-FFF2-40B4-BE49-F238E27FC236}">
                  <a16:creationId xmlns:a16="http://schemas.microsoft.com/office/drawing/2014/main" id="{280C919F-1E9C-0C48-11A7-F25E2ED78815}"/>
                </a:ext>
              </a:extLst>
            </p:cNvPr>
            <p:cNvSpPr/>
            <p:nvPr/>
          </p:nvSpPr>
          <p:spPr>
            <a:xfrm>
              <a:off x="5277938" y="832287"/>
              <a:ext cx="1673792"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Organisme d'accueil</a:t>
              </a:r>
            </a:p>
          </p:txBody>
        </p:sp>
      </p:grpSp>
      <p:sp>
        <p:nvSpPr>
          <p:cNvPr id="10" name="Freeform: Shape 9">
            <a:extLst>
              <a:ext uri="{FF2B5EF4-FFF2-40B4-BE49-F238E27FC236}">
                <a16:creationId xmlns:a16="http://schemas.microsoft.com/office/drawing/2014/main" id="{A3C42BA9-38A6-6D8A-56DE-72D1424D3C22}"/>
              </a:ext>
            </a:extLst>
          </p:cNvPr>
          <p:cNvSpPr/>
          <p:nvPr/>
        </p:nvSpPr>
        <p:spPr>
          <a:xfrm>
            <a:off x="11724627" y="6337311"/>
            <a:ext cx="467372" cy="530758"/>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1" name="Freeform: Shape 10">
            <a:extLst>
              <a:ext uri="{FF2B5EF4-FFF2-40B4-BE49-F238E27FC236}">
                <a16:creationId xmlns:a16="http://schemas.microsoft.com/office/drawing/2014/main" id="{6F8B9EE1-4B00-67BD-7433-6AF75B229A7F}"/>
              </a:ext>
            </a:extLst>
          </p:cNvPr>
          <p:cNvSpPr/>
          <p:nvPr/>
        </p:nvSpPr>
        <p:spPr>
          <a:xfrm>
            <a:off x="11838521" y="6449757"/>
            <a:ext cx="353478" cy="418311"/>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 name="Slide Number Placeholder 1">
            <a:extLst>
              <a:ext uri="{FF2B5EF4-FFF2-40B4-BE49-F238E27FC236}">
                <a16:creationId xmlns:a16="http://schemas.microsoft.com/office/drawing/2014/main" id="{C503B936-DCB9-8C6E-E72B-9ED577A2F01B}"/>
              </a:ext>
            </a:extLst>
          </p:cNvPr>
          <p:cNvSpPr txBox="1">
            <a:spLocks/>
          </p:cNvSpPr>
          <p:nvPr/>
        </p:nvSpPr>
        <p:spPr>
          <a:xfrm>
            <a:off x="11909970" y="6535958"/>
            <a:ext cx="282030" cy="227121"/>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4</a:t>
            </a:r>
          </a:p>
        </p:txBody>
      </p:sp>
      <p:sp>
        <p:nvSpPr>
          <p:cNvPr id="13" name="TextBox 12">
            <a:extLst>
              <a:ext uri="{FF2B5EF4-FFF2-40B4-BE49-F238E27FC236}">
                <a16:creationId xmlns:a16="http://schemas.microsoft.com/office/drawing/2014/main" id="{942ED707-0E10-C215-8B36-1035563A4AAF}"/>
              </a:ext>
            </a:extLst>
          </p:cNvPr>
          <p:cNvSpPr txBox="1"/>
          <p:nvPr/>
        </p:nvSpPr>
        <p:spPr>
          <a:xfrm>
            <a:off x="2477352" y="0"/>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Présentation du lieu du stage </a:t>
            </a:r>
          </a:p>
        </p:txBody>
      </p:sp>
      <p:sp>
        <p:nvSpPr>
          <p:cNvPr id="60" name="ZoneTexte 59">
            <a:extLst>
              <a:ext uri="{FF2B5EF4-FFF2-40B4-BE49-F238E27FC236}">
                <a16:creationId xmlns:a16="http://schemas.microsoft.com/office/drawing/2014/main" id="{2225A38A-CF38-4BE8-BB17-6C14F358CB15}"/>
              </a:ext>
            </a:extLst>
          </p:cNvPr>
          <p:cNvSpPr txBox="1"/>
          <p:nvPr/>
        </p:nvSpPr>
        <p:spPr>
          <a:xfrm>
            <a:off x="-4562133" y="65124"/>
            <a:ext cx="4418770" cy="369332"/>
          </a:xfrm>
          <a:prstGeom prst="rect">
            <a:avLst/>
          </a:prstGeom>
          <a:noFill/>
        </p:spPr>
        <p:txBody>
          <a:bodyPr wrap="square">
            <a:spAutoFit/>
          </a:bodyPr>
          <a:lstStyle/>
          <a:p>
            <a:pPr algn="ctr">
              <a:spcBef>
                <a:spcPts val="0"/>
              </a:spcBef>
              <a:spcAft>
                <a:spcPts val="0"/>
              </a:spcAft>
              <a:buNone/>
            </a:pPr>
            <a:r>
              <a:rPr lang="fr-FR" sz="1800" b="1" dirty="0">
                <a:solidFill>
                  <a:srgbClr val="916400"/>
                </a:solidFill>
                <a:latin typeface="Times New Roman" panose="02020603050405020304" pitchFamily="18" charset="0"/>
                <a:cs typeface="Times New Roman" panose="02020603050405020304" pitchFamily="18" charset="0"/>
              </a:rPr>
              <a:t>Durée</a:t>
            </a:r>
            <a:endParaRPr lang="en" sz="1800" b="1" dirty="0">
              <a:solidFill>
                <a:srgbClr val="916400"/>
              </a:solidFill>
              <a:latin typeface="Times New Roman" panose="02020603050405020304" pitchFamily="18" charset="0"/>
              <a:cs typeface="Times New Roman" panose="02020603050405020304" pitchFamily="18" charset="0"/>
            </a:endParaRPr>
          </a:p>
        </p:txBody>
      </p:sp>
      <p:sp>
        <p:nvSpPr>
          <p:cNvPr id="62" name="ZoneTexte 61">
            <a:extLst>
              <a:ext uri="{FF2B5EF4-FFF2-40B4-BE49-F238E27FC236}">
                <a16:creationId xmlns:a16="http://schemas.microsoft.com/office/drawing/2014/main" id="{37309F53-4E9D-43AE-B5FB-3C4A8723257B}"/>
              </a:ext>
            </a:extLst>
          </p:cNvPr>
          <p:cNvSpPr txBox="1"/>
          <p:nvPr/>
        </p:nvSpPr>
        <p:spPr>
          <a:xfrm>
            <a:off x="-3764728" y="413507"/>
            <a:ext cx="4418770" cy="369332"/>
          </a:xfrm>
          <a:prstGeom prst="rect">
            <a:avLst/>
          </a:prstGeom>
          <a:noFill/>
        </p:spPr>
        <p:txBody>
          <a:bodyPr wrap="square">
            <a:spAutoFit/>
          </a:bodyPr>
          <a:lstStyle/>
          <a:p>
            <a:pPr algn="ctr">
              <a:spcBef>
                <a:spcPts val="0"/>
              </a:spcBef>
              <a:spcAft>
                <a:spcPts val="0"/>
              </a:spcAft>
              <a:buNone/>
            </a:pPr>
            <a:r>
              <a:rPr lang="fr-FR" sz="1800" b="1" dirty="0">
                <a:latin typeface="Times New Roman" panose="02020603050405020304" pitchFamily="18" charset="0"/>
                <a:cs typeface="Times New Roman" panose="02020603050405020304" pitchFamily="18" charset="0"/>
              </a:rPr>
              <a:t>01/02/2024-30/05/2024</a:t>
            </a:r>
            <a:endParaRPr lang="en" sz="1800" b="1" dirty="0">
              <a:latin typeface="Times New Roman" panose="02020603050405020304" pitchFamily="18" charset="0"/>
              <a:cs typeface="Times New Roman" panose="02020603050405020304" pitchFamily="18" charset="0"/>
            </a:endParaRPr>
          </a:p>
        </p:txBody>
      </p:sp>
      <p:pic>
        <p:nvPicPr>
          <p:cNvPr id="64" name="Image 63">
            <a:extLst>
              <a:ext uri="{FF2B5EF4-FFF2-40B4-BE49-F238E27FC236}">
                <a16:creationId xmlns:a16="http://schemas.microsoft.com/office/drawing/2014/main" id="{EE0A0109-8EC8-4C36-8C38-E2473EFDBAF1}"/>
              </a:ext>
            </a:extLst>
          </p:cNvPr>
          <p:cNvPicPr>
            <a:picLocks noChangeAspect="1"/>
          </p:cNvPicPr>
          <p:nvPr/>
        </p:nvPicPr>
        <p:blipFill>
          <a:blip r:embed="rId7"/>
          <a:stretch>
            <a:fillRect/>
          </a:stretch>
        </p:blipFill>
        <p:spPr>
          <a:xfrm>
            <a:off x="-4262074" y="-120836"/>
            <a:ext cx="1293241" cy="858744"/>
          </a:xfrm>
          <a:prstGeom prst="rect">
            <a:avLst/>
          </a:prstGeom>
        </p:spPr>
      </p:pic>
    </p:spTree>
    <p:extLst>
      <p:ext uri="{BB962C8B-B14F-4D97-AF65-F5344CB8AC3E}">
        <p14:creationId xmlns:p14="http://schemas.microsoft.com/office/powerpoint/2010/main" val="3480366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3.95833E-6 -4.44444E-6 L 0.4155 0.15209 " pathEditMode="relative" rAng="0" ptsTypes="AA">
                                      <p:cBhvr>
                                        <p:cTn id="9" dur="2000" fill="hold"/>
                                        <p:tgtEl>
                                          <p:spTgt spid="6"/>
                                        </p:tgtEl>
                                        <p:attrNameLst>
                                          <p:attrName>ppt_x</p:attrName>
                                          <p:attrName>ppt_y</p:attrName>
                                        </p:attrNameLst>
                                      </p:cBhvr>
                                      <p:rCtr x="20768" y="7593"/>
                                    </p:animMotion>
                                  </p:childTnLst>
                                </p:cTn>
                              </p:par>
                            </p:childTnLst>
                          </p:cTn>
                        </p:par>
                        <p:par>
                          <p:cTn id="10" fill="hold">
                            <p:stCondLst>
                              <p:cond delay="2000"/>
                            </p:stCondLst>
                            <p:childTnLst>
                              <p:par>
                                <p:cTn id="11" presetID="10"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25635"/>
                                        </p:tgtEl>
                                        <p:attrNameLst>
                                          <p:attrName>style.visibility</p:attrName>
                                        </p:attrNameLst>
                                      </p:cBhvr>
                                      <p:to>
                                        <p:strVal val="visible"/>
                                      </p:to>
                                    </p:set>
                                    <p:animEffect transition="in" filter="fade">
                                      <p:cBhvr>
                                        <p:cTn id="17" dur="500"/>
                                        <p:tgtEl>
                                          <p:spTgt spid="25635"/>
                                        </p:tgtEl>
                                      </p:cBhvr>
                                    </p:animEffect>
                                  </p:childTnLst>
                                </p:cTn>
                              </p:par>
                              <p:par>
                                <p:cTn id="18" presetID="10" presetClass="entr" presetSubtype="0" fill="hold" nodeType="withEffect">
                                  <p:stCondLst>
                                    <p:cond delay="0"/>
                                  </p:stCondLst>
                                  <p:childTnLst>
                                    <p:set>
                                      <p:cBhvr>
                                        <p:cTn id="19" dur="1" fill="hold">
                                          <p:stCondLst>
                                            <p:cond delay="0"/>
                                          </p:stCondLst>
                                        </p:cTn>
                                        <p:tgtEl>
                                          <p:spTgt spid="25609"/>
                                        </p:tgtEl>
                                        <p:attrNameLst>
                                          <p:attrName>style.visibility</p:attrName>
                                        </p:attrNameLst>
                                      </p:cBhvr>
                                      <p:to>
                                        <p:strVal val="visible"/>
                                      </p:to>
                                    </p:set>
                                    <p:animEffect transition="in" filter="fade">
                                      <p:cBhvr>
                                        <p:cTn id="20" dur="500"/>
                                        <p:tgtEl>
                                          <p:spTgt spid="2560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636"/>
                                        </p:tgtEl>
                                        <p:attrNameLst>
                                          <p:attrName>style.visibility</p:attrName>
                                        </p:attrNameLst>
                                      </p:cBhvr>
                                      <p:to>
                                        <p:strVal val="visible"/>
                                      </p:to>
                                    </p:set>
                                    <p:animEffect transition="in" filter="fade">
                                      <p:cBhvr>
                                        <p:cTn id="23" dur="500"/>
                                        <p:tgtEl>
                                          <p:spTgt spid="25636"/>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25640"/>
                                        </p:tgtEl>
                                        <p:attrNameLst>
                                          <p:attrName>style.visibility</p:attrName>
                                        </p:attrNameLst>
                                      </p:cBhvr>
                                      <p:to>
                                        <p:strVal val="visible"/>
                                      </p:to>
                                    </p:set>
                                    <p:animEffect transition="in" filter="fade">
                                      <p:cBhvr>
                                        <p:cTn id="27" dur="500"/>
                                        <p:tgtEl>
                                          <p:spTgt spid="2564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641"/>
                                        </p:tgtEl>
                                        <p:attrNameLst>
                                          <p:attrName>style.visibility</p:attrName>
                                        </p:attrNameLst>
                                      </p:cBhvr>
                                      <p:to>
                                        <p:strVal val="visible"/>
                                      </p:to>
                                    </p:set>
                                    <p:animEffect transition="in" filter="fade">
                                      <p:cBhvr>
                                        <p:cTn id="30" dur="500"/>
                                        <p:tgtEl>
                                          <p:spTgt spid="25641"/>
                                        </p:tgtEl>
                                      </p:cBhvr>
                                    </p:animEffect>
                                  </p:childTnLst>
                                </p:cTn>
                              </p:par>
                              <p:par>
                                <p:cTn id="31" presetID="10" presetClass="entr" presetSubtype="0" fill="hold" nodeType="withEffect">
                                  <p:stCondLst>
                                    <p:cond delay="0"/>
                                  </p:stCondLst>
                                  <p:childTnLst>
                                    <p:set>
                                      <p:cBhvr>
                                        <p:cTn id="32" dur="1" fill="hold">
                                          <p:stCondLst>
                                            <p:cond delay="0"/>
                                          </p:stCondLst>
                                        </p:cTn>
                                        <p:tgtEl>
                                          <p:spTgt spid="25613"/>
                                        </p:tgtEl>
                                        <p:attrNameLst>
                                          <p:attrName>style.visibility</p:attrName>
                                        </p:attrNameLst>
                                      </p:cBhvr>
                                      <p:to>
                                        <p:strVal val="visible"/>
                                      </p:to>
                                    </p:set>
                                    <p:animEffect transition="in" filter="fade">
                                      <p:cBhvr>
                                        <p:cTn id="33" dur="500"/>
                                        <p:tgtEl>
                                          <p:spTgt spid="25613"/>
                                        </p:tgtEl>
                                      </p:cBhvr>
                                    </p:animEffect>
                                  </p:childTnLst>
                                </p:cTn>
                              </p:par>
                              <p:par>
                                <p:cTn id="34" presetID="10" presetClass="entr" presetSubtype="0" fill="hold" grpId="0" nodeType="withEffect">
                                  <p:stCondLst>
                                    <p:cond delay="50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par>
                                <p:cTn id="37" presetID="10" presetClass="entr" presetSubtype="0" fill="hold"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10" presetClass="entr" presetSubtype="0" fill="hold" grpId="0" nodeType="withEffect">
                                  <p:stCondLst>
                                    <p:cond delay="5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par>
                          <p:cTn id="43" fill="hold">
                            <p:stCondLst>
                              <p:cond delay="4000"/>
                            </p:stCondLst>
                            <p:childTnLst>
                              <p:par>
                                <p:cTn id="44" presetID="42" presetClass="path" presetSubtype="0" accel="50000" decel="50000" fill="hold" nodeType="afterEffect">
                                  <p:stCondLst>
                                    <p:cond delay="0"/>
                                  </p:stCondLst>
                                  <p:childTnLst>
                                    <p:animMotion origin="layout" path="M 4.375E-6 2.59259E-6 L 0.44648 0.14051 " pathEditMode="relative" rAng="0" ptsTypes="AA">
                                      <p:cBhvr>
                                        <p:cTn id="45" dur="2000" fill="hold"/>
                                        <p:tgtEl>
                                          <p:spTgt spid="64"/>
                                        </p:tgtEl>
                                        <p:attrNameLst>
                                          <p:attrName>ppt_x</p:attrName>
                                          <p:attrName>ppt_y</p:attrName>
                                        </p:attrNameLst>
                                      </p:cBhvr>
                                      <p:rCtr x="22331" y="7014"/>
                                    </p:animMotion>
                                  </p:childTnLst>
                                </p:cTn>
                              </p:par>
                              <p:par>
                                <p:cTn id="46" presetID="42" presetClass="path" presetSubtype="0" accel="50000" decel="50000" fill="hold" grpId="0" nodeType="withEffect">
                                  <p:stCondLst>
                                    <p:cond delay="0"/>
                                  </p:stCondLst>
                                  <p:childTnLst>
                                    <p:animMotion origin="layout" path="M 0.00052 0.00047 L 0.43203 0.15903 " pathEditMode="relative" rAng="0" ptsTypes="AA">
                                      <p:cBhvr>
                                        <p:cTn id="47" dur="2000" fill="hold"/>
                                        <p:tgtEl>
                                          <p:spTgt spid="60"/>
                                        </p:tgtEl>
                                        <p:attrNameLst>
                                          <p:attrName>ppt_x</p:attrName>
                                          <p:attrName>ppt_y</p:attrName>
                                        </p:attrNameLst>
                                      </p:cBhvr>
                                      <p:rCtr x="21576" y="7917"/>
                                    </p:animMotion>
                                  </p:childTnLst>
                                </p:cTn>
                              </p:par>
                              <p:par>
                                <p:cTn id="48" presetID="42" presetClass="path" presetSubtype="0" accel="50000" decel="50000" fill="hold" grpId="0" nodeType="withEffect">
                                  <p:stCondLst>
                                    <p:cond delay="0"/>
                                  </p:stCondLst>
                                  <p:childTnLst>
                                    <p:animMotion origin="layout" path="M 3.95833E-6 2.96296E-6 L 0.43216 0.15162 " pathEditMode="relative" rAng="0" ptsTypes="AA">
                                      <p:cBhvr>
                                        <p:cTn id="49" dur="2000" fill="hold"/>
                                        <p:tgtEl>
                                          <p:spTgt spid="62"/>
                                        </p:tgtEl>
                                        <p:attrNameLst>
                                          <p:attrName>ppt_x</p:attrName>
                                          <p:attrName>ppt_y</p:attrName>
                                        </p:attrNameLst>
                                      </p:cBhvr>
                                      <p:rCtr x="21602" y="7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5" grpId="0" animBg="1"/>
      <p:bldP spid="25636" grpId="0"/>
      <p:bldP spid="25640" grpId="0" animBg="1"/>
      <p:bldP spid="25641" grpId="0"/>
      <p:bldP spid="2" grpId="0"/>
      <p:bldP spid="4" grpId="0" animBg="1"/>
      <p:bldP spid="7" grpId="0"/>
      <p:bldP spid="60" grpId="0"/>
      <p:bldP spid="6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descr="A black electronic device with a qr code&#10;&#10;Description automatically generated with low confidence">
            <a:extLst>
              <a:ext uri="{FF2B5EF4-FFF2-40B4-BE49-F238E27FC236}">
                <a16:creationId xmlns:a16="http://schemas.microsoft.com/office/drawing/2014/main" id="{77B794F1-D3C5-7397-01AC-625426FE3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6339" y="2298986"/>
            <a:ext cx="3541313" cy="3553794"/>
          </a:xfrm>
          <a:prstGeom prst="rect">
            <a:avLst/>
          </a:prstGeom>
        </p:spPr>
      </p:pic>
      <p:grpSp>
        <p:nvGrpSpPr>
          <p:cNvPr id="55" name="Group 54">
            <a:extLst>
              <a:ext uri="{FF2B5EF4-FFF2-40B4-BE49-F238E27FC236}">
                <a16:creationId xmlns:a16="http://schemas.microsoft.com/office/drawing/2014/main" id="{84DC35DC-9CF8-FF5D-8BCC-037DF3003BB3}"/>
              </a:ext>
            </a:extLst>
          </p:cNvPr>
          <p:cNvGrpSpPr/>
          <p:nvPr/>
        </p:nvGrpSpPr>
        <p:grpSpPr>
          <a:xfrm>
            <a:off x="4259459" y="2214484"/>
            <a:ext cx="3667855" cy="3667855"/>
            <a:chOff x="4259459" y="2029284"/>
            <a:chExt cx="3667855" cy="3667855"/>
          </a:xfrm>
          <a:solidFill>
            <a:schemeClr val="bg1">
              <a:lumMod val="50000"/>
            </a:schemeClr>
          </a:solidFill>
        </p:grpSpPr>
        <p:sp>
          <p:nvSpPr>
            <p:cNvPr id="21" name="Block Arc 20">
              <a:extLst>
                <a:ext uri="{FF2B5EF4-FFF2-40B4-BE49-F238E27FC236}">
                  <a16:creationId xmlns:a16="http://schemas.microsoft.com/office/drawing/2014/main" id="{339A0C66-D383-72EC-445A-2E289BD36E4A}"/>
                </a:ext>
              </a:extLst>
            </p:cNvPr>
            <p:cNvSpPr/>
            <p:nvPr/>
          </p:nvSpPr>
          <p:spPr>
            <a:xfrm>
              <a:off x="4259459" y="2029284"/>
              <a:ext cx="3667855" cy="3667855"/>
            </a:xfrm>
            <a:prstGeom prst="blockArc">
              <a:avLst>
                <a:gd name="adj1" fmla="val 5393158"/>
                <a:gd name="adj2" fmla="val 1720847"/>
                <a:gd name="adj3" fmla="val 214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22" name="Rectangle 21">
              <a:extLst>
                <a:ext uri="{FF2B5EF4-FFF2-40B4-BE49-F238E27FC236}">
                  <a16:creationId xmlns:a16="http://schemas.microsoft.com/office/drawing/2014/main" id="{3088C636-2460-9AA8-7A43-55A4214F6996}"/>
                </a:ext>
              </a:extLst>
            </p:cNvPr>
            <p:cNvSpPr/>
            <p:nvPr/>
          </p:nvSpPr>
          <p:spPr>
            <a:xfrm>
              <a:off x="6045317" y="5015275"/>
              <a:ext cx="88927" cy="6818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49" name="TextBox 48">
            <a:extLst>
              <a:ext uri="{FF2B5EF4-FFF2-40B4-BE49-F238E27FC236}">
                <a16:creationId xmlns:a16="http://schemas.microsoft.com/office/drawing/2014/main" id="{0F63DAE3-25C2-EF2E-BCF8-DF8FAD0BF8BB}"/>
              </a:ext>
            </a:extLst>
          </p:cNvPr>
          <p:cNvSpPr txBox="1"/>
          <p:nvPr/>
        </p:nvSpPr>
        <p:spPr>
          <a:xfrm>
            <a:off x="942888" y="5994264"/>
            <a:ext cx="2634054" cy="584775"/>
          </a:xfrm>
          <a:prstGeom prst="rect">
            <a:avLst/>
          </a:prstGeom>
          <a:noFill/>
        </p:spPr>
        <p:txBody>
          <a:bodyPr wrap="none" rtlCol="0">
            <a:spAutoFit/>
          </a:bodyPr>
          <a:lstStyle/>
          <a:p>
            <a:r>
              <a:rPr lang="fr-FR" sz="3200" b="1" dirty="0">
                <a:latin typeface="Times New Roman" panose="02020603050405020304" pitchFamily="18" charset="0"/>
                <a:cs typeface="Times New Roman" panose="02020603050405020304" pitchFamily="18" charset="0"/>
              </a:rPr>
              <a:t>Digitalisation </a:t>
            </a:r>
          </a:p>
        </p:txBody>
      </p:sp>
      <p:sp>
        <p:nvSpPr>
          <p:cNvPr id="50" name="TextBox 49">
            <a:extLst>
              <a:ext uri="{FF2B5EF4-FFF2-40B4-BE49-F238E27FC236}">
                <a16:creationId xmlns:a16="http://schemas.microsoft.com/office/drawing/2014/main" id="{281BC632-6F13-E978-1456-8E8E9B2D40C5}"/>
              </a:ext>
            </a:extLst>
          </p:cNvPr>
          <p:cNvSpPr txBox="1"/>
          <p:nvPr/>
        </p:nvSpPr>
        <p:spPr>
          <a:xfrm>
            <a:off x="8728566" y="5986053"/>
            <a:ext cx="1355628" cy="584775"/>
          </a:xfrm>
          <a:prstGeom prst="rect">
            <a:avLst/>
          </a:prstGeom>
          <a:noFill/>
        </p:spPr>
        <p:txBody>
          <a:bodyPr wrap="none" rtlCol="0">
            <a:spAutoFit/>
          </a:bodyPr>
          <a:lstStyle/>
          <a:p>
            <a:r>
              <a:rPr lang="fr-FR" sz="3200" b="1" dirty="0">
                <a:latin typeface="Times New Roman" panose="02020603050405020304" pitchFamily="18" charset="0"/>
                <a:cs typeface="Times New Roman" panose="02020603050405020304" pitchFamily="18" charset="0"/>
              </a:rPr>
              <a:t>Textile</a:t>
            </a:r>
          </a:p>
        </p:txBody>
      </p:sp>
      <p:sp>
        <p:nvSpPr>
          <p:cNvPr id="52" name="TextBox 51">
            <a:extLst>
              <a:ext uri="{FF2B5EF4-FFF2-40B4-BE49-F238E27FC236}">
                <a16:creationId xmlns:a16="http://schemas.microsoft.com/office/drawing/2014/main" id="{33BC876F-37D2-231C-2720-9BAA3C40D200}"/>
              </a:ext>
            </a:extLst>
          </p:cNvPr>
          <p:cNvSpPr txBox="1"/>
          <p:nvPr/>
        </p:nvSpPr>
        <p:spPr>
          <a:xfrm>
            <a:off x="5519900" y="5966356"/>
            <a:ext cx="1607068" cy="584775"/>
          </a:xfrm>
          <a:prstGeom prst="rect">
            <a:avLst/>
          </a:prstGeom>
          <a:noFill/>
        </p:spPr>
        <p:txBody>
          <a:bodyPr wrap="square">
            <a:spAutoFit/>
          </a:bodyPr>
          <a:lstStyle/>
          <a:p>
            <a:r>
              <a:rPr lang="fr-FR" sz="3200" b="1" dirty="0" err="1">
                <a:latin typeface="Times New Roman" panose="02020603050405020304" pitchFamily="18" charset="0"/>
                <a:cs typeface="Times New Roman" panose="02020603050405020304" pitchFamily="18" charset="0"/>
              </a:rPr>
              <a:t>DigiTex</a:t>
            </a:r>
            <a:endParaRPr lang="fr-FR" sz="3200" dirty="0"/>
          </a:p>
        </p:txBody>
      </p:sp>
      <p:sp>
        <p:nvSpPr>
          <p:cNvPr id="57" name="TextBox 56">
            <a:extLst>
              <a:ext uri="{FF2B5EF4-FFF2-40B4-BE49-F238E27FC236}">
                <a16:creationId xmlns:a16="http://schemas.microsoft.com/office/drawing/2014/main" id="{339083BE-2D60-E08B-1EA7-0669F71058EE}"/>
              </a:ext>
            </a:extLst>
          </p:cNvPr>
          <p:cNvSpPr txBox="1"/>
          <p:nvPr/>
        </p:nvSpPr>
        <p:spPr>
          <a:xfrm>
            <a:off x="702226" y="4866174"/>
            <a:ext cx="4088778" cy="369332"/>
          </a:xfrm>
          <a:prstGeom prst="rect">
            <a:avLst/>
          </a:prstGeom>
          <a:noFill/>
        </p:spPr>
        <p:txBody>
          <a:bodyPr wrap="square">
            <a:spAutoFit/>
          </a:bodyPr>
          <a:lstStyle/>
          <a:p>
            <a:pPr marR="0" lvl="0" algn="l" rtl="0">
              <a:lnSpc>
                <a:spcPct val="100000"/>
              </a:lnSpc>
              <a:spcBef>
                <a:spcPts val="0"/>
              </a:spcBef>
              <a:spcAft>
                <a:spcPts val="0"/>
              </a:spcAft>
              <a:buClr>
                <a:srgbClr val="00B050"/>
              </a:buClr>
              <a:buSzPts val="2600"/>
            </a:pPr>
            <a:r>
              <a:rPr lang="fr-FR" sz="1800" b="0" i="0" u="none" strike="noStrike" cap="none" dirty="0">
                <a:solidFill>
                  <a:srgbClr val="000000"/>
                </a:solidFill>
                <a:latin typeface="Cambria"/>
                <a:ea typeface="Cambria"/>
                <a:cs typeface="Cambria"/>
                <a:sym typeface="Cambria"/>
              </a:rPr>
              <a:t>Fiabilité des informations assurée</a:t>
            </a:r>
            <a:endParaRPr lang="fr-FR" dirty="0"/>
          </a:p>
        </p:txBody>
      </p:sp>
      <p:sp>
        <p:nvSpPr>
          <p:cNvPr id="63" name="TextBox 62">
            <a:extLst>
              <a:ext uri="{FF2B5EF4-FFF2-40B4-BE49-F238E27FC236}">
                <a16:creationId xmlns:a16="http://schemas.microsoft.com/office/drawing/2014/main" id="{38E1D347-4470-567C-34F8-01BC37BF986E}"/>
              </a:ext>
            </a:extLst>
          </p:cNvPr>
          <p:cNvSpPr txBox="1"/>
          <p:nvPr/>
        </p:nvSpPr>
        <p:spPr>
          <a:xfrm>
            <a:off x="7958345" y="2858311"/>
            <a:ext cx="2789499" cy="369332"/>
          </a:xfrm>
          <a:prstGeom prst="rect">
            <a:avLst/>
          </a:prstGeom>
          <a:noFill/>
        </p:spPr>
        <p:txBody>
          <a:bodyPr wrap="square">
            <a:spAutoFit/>
          </a:bodyPr>
          <a:lstStyle/>
          <a:p>
            <a:r>
              <a:rPr lang="fr-FR" sz="1800" b="0" i="0" u="none" strike="noStrike" cap="none" dirty="0">
                <a:solidFill>
                  <a:srgbClr val="000000"/>
                </a:solidFill>
                <a:latin typeface="Cambria"/>
                <a:ea typeface="Cambria"/>
                <a:cs typeface="Cambria"/>
                <a:sym typeface="Cambria"/>
              </a:rPr>
              <a:t>Rapidité de l’intervention</a:t>
            </a:r>
            <a:endParaRPr lang="fr-FR" dirty="0"/>
          </a:p>
        </p:txBody>
      </p:sp>
      <p:sp>
        <p:nvSpPr>
          <p:cNvPr id="25605" name="TextBox 25604">
            <a:extLst>
              <a:ext uri="{FF2B5EF4-FFF2-40B4-BE49-F238E27FC236}">
                <a16:creationId xmlns:a16="http://schemas.microsoft.com/office/drawing/2014/main" id="{726F7ED2-FAFF-46D6-5C37-C62C8761DCD1}"/>
              </a:ext>
            </a:extLst>
          </p:cNvPr>
          <p:cNvSpPr txBox="1"/>
          <p:nvPr/>
        </p:nvSpPr>
        <p:spPr>
          <a:xfrm>
            <a:off x="4336790" y="1542072"/>
            <a:ext cx="4391776" cy="369332"/>
          </a:xfrm>
          <a:prstGeom prst="rect">
            <a:avLst/>
          </a:prstGeom>
          <a:noFill/>
        </p:spPr>
        <p:txBody>
          <a:bodyPr wrap="square">
            <a:spAutoFit/>
          </a:bodyPr>
          <a:lstStyle/>
          <a:p>
            <a:pPr marR="0" lvl="0" algn="l" rtl="0">
              <a:lnSpc>
                <a:spcPct val="100000"/>
              </a:lnSpc>
              <a:spcBef>
                <a:spcPts val="0"/>
              </a:spcBef>
              <a:spcAft>
                <a:spcPts val="0"/>
              </a:spcAft>
              <a:buClr>
                <a:srgbClr val="00B050"/>
              </a:buClr>
              <a:buSzPts val="2600"/>
            </a:pPr>
            <a:r>
              <a:rPr lang="fr-FR" sz="1800" b="0" i="0" u="none" strike="noStrike" cap="none" dirty="0">
                <a:solidFill>
                  <a:srgbClr val="000000"/>
                </a:solidFill>
                <a:latin typeface="Cambria"/>
                <a:ea typeface="Cambria"/>
                <a:cs typeface="Cambria"/>
                <a:sym typeface="Cambria"/>
              </a:rPr>
              <a:t>Suivi instantané de la production</a:t>
            </a:r>
            <a:endParaRPr lang="fr-FR" dirty="0"/>
          </a:p>
        </p:txBody>
      </p:sp>
      <p:grpSp>
        <p:nvGrpSpPr>
          <p:cNvPr id="25614" name="Group 25613">
            <a:extLst>
              <a:ext uri="{FF2B5EF4-FFF2-40B4-BE49-F238E27FC236}">
                <a16:creationId xmlns:a16="http://schemas.microsoft.com/office/drawing/2014/main" id="{523CFB19-9BFC-569C-B401-0B621B1DFA58}"/>
              </a:ext>
            </a:extLst>
          </p:cNvPr>
          <p:cNvGrpSpPr/>
          <p:nvPr/>
        </p:nvGrpSpPr>
        <p:grpSpPr>
          <a:xfrm>
            <a:off x="4237988" y="4676024"/>
            <a:ext cx="699516" cy="699516"/>
            <a:chOff x="7304822" y="2634683"/>
            <a:chExt cx="699516" cy="699516"/>
          </a:xfrm>
        </p:grpSpPr>
        <p:sp>
          <p:nvSpPr>
            <p:cNvPr id="27" name="Oval 26">
              <a:extLst>
                <a:ext uri="{FF2B5EF4-FFF2-40B4-BE49-F238E27FC236}">
                  <a16:creationId xmlns:a16="http://schemas.microsoft.com/office/drawing/2014/main" id="{6B4AC876-9C69-7722-F92C-E3CFD9E881D2}"/>
                </a:ext>
              </a:extLst>
            </p:cNvPr>
            <p:cNvSpPr/>
            <p:nvPr/>
          </p:nvSpPr>
          <p:spPr>
            <a:xfrm>
              <a:off x="7304822" y="2634683"/>
              <a:ext cx="699516" cy="699516"/>
            </a:xfrm>
            <a:prstGeom prst="ellipse">
              <a:avLst/>
            </a:prstGeom>
            <a:solidFill>
              <a:schemeClr val="accent4"/>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613" name="Rounded Rectangle 32">
              <a:extLst>
                <a:ext uri="{FF2B5EF4-FFF2-40B4-BE49-F238E27FC236}">
                  <a16:creationId xmlns:a16="http://schemas.microsoft.com/office/drawing/2014/main" id="{5E17725B-308F-78D5-D5A5-54CF30D2D36A}"/>
                </a:ext>
              </a:extLst>
            </p:cNvPr>
            <p:cNvSpPr/>
            <p:nvPr/>
          </p:nvSpPr>
          <p:spPr>
            <a:xfrm>
              <a:off x="7504836" y="2824833"/>
              <a:ext cx="322637" cy="322637"/>
            </a:xfrm>
            <a:custGeom>
              <a:avLst/>
              <a:gdLst/>
              <a:ahLst/>
              <a:cxnLst/>
              <a:rect l="l" t="t" r="r" b="b"/>
              <a:pathLst>
                <a:path w="3240000" h="324000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grpSp>
        <p:nvGrpSpPr>
          <p:cNvPr id="25615" name="Group 25614">
            <a:extLst>
              <a:ext uri="{FF2B5EF4-FFF2-40B4-BE49-F238E27FC236}">
                <a16:creationId xmlns:a16="http://schemas.microsoft.com/office/drawing/2014/main" id="{AA662395-2477-9DC8-B298-1E75D52C3ABD}"/>
              </a:ext>
            </a:extLst>
          </p:cNvPr>
          <p:cNvGrpSpPr/>
          <p:nvPr/>
        </p:nvGrpSpPr>
        <p:grpSpPr>
          <a:xfrm>
            <a:off x="7256626" y="2798283"/>
            <a:ext cx="699516" cy="699516"/>
            <a:chOff x="4263649" y="4490824"/>
            <a:chExt cx="699516" cy="699516"/>
          </a:xfrm>
        </p:grpSpPr>
        <p:sp>
          <p:nvSpPr>
            <p:cNvPr id="25616" name="Oval 25615">
              <a:extLst>
                <a:ext uri="{FF2B5EF4-FFF2-40B4-BE49-F238E27FC236}">
                  <a16:creationId xmlns:a16="http://schemas.microsoft.com/office/drawing/2014/main" id="{9216709A-7E40-146F-C2B7-53BD97D82471}"/>
                </a:ext>
              </a:extLst>
            </p:cNvPr>
            <p:cNvSpPr/>
            <p:nvPr/>
          </p:nvSpPr>
          <p:spPr>
            <a:xfrm>
              <a:off x="4263649" y="4490824"/>
              <a:ext cx="699516" cy="699516"/>
            </a:xfrm>
            <a:prstGeom prst="ellipse">
              <a:avLst/>
            </a:prstGeom>
            <a:solidFill>
              <a:schemeClr val="accent1"/>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618" name="Parallelogram 15">
              <a:extLst>
                <a:ext uri="{FF2B5EF4-FFF2-40B4-BE49-F238E27FC236}">
                  <a16:creationId xmlns:a16="http://schemas.microsoft.com/office/drawing/2014/main" id="{EC2DEE45-FBCE-06A7-AB85-619B1DC1E858}"/>
                </a:ext>
              </a:extLst>
            </p:cNvPr>
            <p:cNvSpPr/>
            <p:nvPr/>
          </p:nvSpPr>
          <p:spPr>
            <a:xfrm flipH="1">
              <a:off x="4433070" y="4666685"/>
              <a:ext cx="357672" cy="357672"/>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grpSp>
        <p:nvGrpSpPr>
          <p:cNvPr id="25631" name="Group 25630">
            <a:extLst>
              <a:ext uri="{FF2B5EF4-FFF2-40B4-BE49-F238E27FC236}">
                <a16:creationId xmlns:a16="http://schemas.microsoft.com/office/drawing/2014/main" id="{343A3635-5B8E-75EB-E875-0DF48261171E}"/>
              </a:ext>
            </a:extLst>
          </p:cNvPr>
          <p:cNvGrpSpPr/>
          <p:nvPr/>
        </p:nvGrpSpPr>
        <p:grpSpPr>
          <a:xfrm>
            <a:off x="4131719" y="2870072"/>
            <a:ext cx="699516" cy="699516"/>
            <a:chOff x="4131719" y="2684872"/>
            <a:chExt cx="699516" cy="699516"/>
          </a:xfrm>
        </p:grpSpPr>
        <p:sp>
          <p:nvSpPr>
            <p:cNvPr id="25" name="Oval 24">
              <a:extLst>
                <a:ext uri="{FF2B5EF4-FFF2-40B4-BE49-F238E27FC236}">
                  <a16:creationId xmlns:a16="http://schemas.microsoft.com/office/drawing/2014/main" id="{3FFDC114-3F36-639A-9F24-DC878AE659A0}"/>
                </a:ext>
              </a:extLst>
            </p:cNvPr>
            <p:cNvSpPr/>
            <p:nvPr/>
          </p:nvSpPr>
          <p:spPr>
            <a:xfrm>
              <a:off x="4131719" y="2684872"/>
              <a:ext cx="699516" cy="699516"/>
            </a:xfrm>
            <a:prstGeom prst="ellipse">
              <a:avLst/>
            </a:prstGeom>
            <a:solidFill>
              <a:schemeClr val="accent2"/>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620" name="Rectangle 30">
              <a:extLst>
                <a:ext uri="{FF2B5EF4-FFF2-40B4-BE49-F238E27FC236}">
                  <a16:creationId xmlns:a16="http://schemas.microsoft.com/office/drawing/2014/main" id="{A1BAAE9F-DD65-615A-9E99-D6BAA1E77015}"/>
                </a:ext>
              </a:extLst>
            </p:cNvPr>
            <p:cNvSpPr/>
            <p:nvPr/>
          </p:nvSpPr>
          <p:spPr>
            <a:xfrm>
              <a:off x="4301584" y="2872630"/>
              <a:ext cx="324000" cy="324000"/>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sp>
        <p:nvSpPr>
          <p:cNvPr id="25623" name="TextBox 25622">
            <a:extLst>
              <a:ext uri="{FF2B5EF4-FFF2-40B4-BE49-F238E27FC236}">
                <a16:creationId xmlns:a16="http://schemas.microsoft.com/office/drawing/2014/main" id="{3865014F-A2EB-706E-01B2-8B9ED713589B}"/>
              </a:ext>
            </a:extLst>
          </p:cNvPr>
          <p:cNvSpPr txBox="1"/>
          <p:nvPr/>
        </p:nvSpPr>
        <p:spPr>
          <a:xfrm>
            <a:off x="8076048" y="4868319"/>
            <a:ext cx="3050362" cy="369332"/>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Traçabilité de la maintenance</a:t>
            </a:r>
          </a:p>
        </p:txBody>
      </p:sp>
      <p:sp>
        <p:nvSpPr>
          <p:cNvPr id="25625" name="TextBox 25624">
            <a:extLst>
              <a:ext uri="{FF2B5EF4-FFF2-40B4-BE49-F238E27FC236}">
                <a16:creationId xmlns:a16="http://schemas.microsoft.com/office/drawing/2014/main" id="{05EAFFFC-C6DB-D528-A481-BE0F575577BA}"/>
              </a:ext>
            </a:extLst>
          </p:cNvPr>
          <p:cNvSpPr txBox="1"/>
          <p:nvPr/>
        </p:nvSpPr>
        <p:spPr>
          <a:xfrm>
            <a:off x="1847860" y="3011546"/>
            <a:ext cx="2424896" cy="369332"/>
          </a:xfrm>
          <a:prstGeom prst="rect">
            <a:avLst/>
          </a:prstGeom>
          <a:noFill/>
        </p:spPr>
        <p:txBody>
          <a:bodyPr wrap="square">
            <a:spAutoFit/>
          </a:bodyPr>
          <a:lstStyle/>
          <a:p>
            <a:pPr marR="0" lvl="0" algn="l" rtl="0">
              <a:lnSpc>
                <a:spcPct val="100000"/>
              </a:lnSpc>
              <a:spcBef>
                <a:spcPts val="0"/>
              </a:spcBef>
              <a:spcAft>
                <a:spcPts val="0"/>
              </a:spcAft>
              <a:buClr>
                <a:srgbClr val="00B050"/>
              </a:buClr>
              <a:buSzPts val="2600"/>
            </a:pPr>
            <a:r>
              <a:rPr lang="fr-FR" sz="1800" b="0" i="0" u="none" strike="noStrike" cap="none" dirty="0">
                <a:solidFill>
                  <a:srgbClr val="000000"/>
                </a:solidFill>
                <a:latin typeface="Times New Roman" panose="02020603050405020304" pitchFamily="18" charset="0"/>
                <a:ea typeface="Cambria"/>
                <a:cs typeface="Times New Roman" panose="02020603050405020304" pitchFamily="18" charset="0"/>
                <a:sym typeface="Cambria"/>
              </a:rPr>
              <a:t>Diminuer la paperasse</a:t>
            </a:r>
            <a:endParaRPr lang="fr-FR" dirty="0">
              <a:latin typeface="Times New Roman" panose="02020603050405020304" pitchFamily="18" charset="0"/>
              <a:cs typeface="Times New Roman" panose="02020603050405020304" pitchFamily="18" charset="0"/>
            </a:endParaRPr>
          </a:p>
        </p:txBody>
      </p:sp>
      <p:grpSp>
        <p:nvGrpSpPr>
          <p:cNvPr id="25630" name="Group 25629">
            <a:extLst>
              <a:ext uri="{FF2B5EF4-FFF2-40B4-BE49-F238E27FC236}">
                <a16:creationId xmlns:a16="http://schemas.microsoft.com/office/drawing/2014/main" id="{6DFD8514-34F0-ABD1-5F4F-82037F2427CA}"/>
              </a:ext>
            </a:extLst>
          </p:cNvPr>
          <p:cNvGrpSpPr/>
          <p:nvPr/>
        </p:nvGrpSpPr>
        <p:grpSpPr>
          <a:xfrm>
            <a:off x="5780714" y="1949228"/>
            <a:ext cx="699516" cy="699516"/>
            <a:chOff x="5780714" y="1764028"/>
            <a:chExt cx="699516" cy="699516"/>
          </a:xfrm>
        </p:grpSpPr>
        <p:sp>
          <p:nvSpPr>
            <p:cNvPr id="24" name="Oval 23">
              <a:extLst>
                <a:ext uri="{FF2B5EF4-FFF2-40B4-BE49-F238E27FC236}">
                  <a16:creationId xmlns:a16="http://schemas.microsoft.com/office/drawing/2014/main" id="{BAB032DC-A1FA-6426-895F-A9686B37A03F}"/>
                </a:ext>
              </a:extLst>
            </p:cNvPr>
            <p:cNvSpPr/>
            <p:nvPr/>
          </p:nvSpPr>
          <p:spPr>
            <a:xfrm>
              <a:off x="5780714" y="1764028"/>
              <a:ext cx="699516" cy="699516"/>
            </a:xfrm>
            <a:prstGeom prst="ellipse">
              <a:avLst/>
            </a:prstGeom>
            <a:solidFill>
              <a:schemeClr val="accent3"/>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627" name="Teardrop 1">
              <a:extLst>
                <a:ext uri="{FF2B5EF4-FFF2-40B4-BE49-F238E27FC236}">
                  <a16:creationId xmlns:a16="http://schemas.microsoft.com/office/drawing/2014/main" id="{BA3674D5-EAF7-73BC-8416-19CEF16EA9E6}"/>
                </a:ext>
              </a:extLst>
            </p:cNvPr>
            <p:cNvSpPr/>
            <p:nvPr/>
          </p:nvSpPr>
          <p:spPr>
            <a:xfrm rot="18805991">
              <a:off x="5899170" y="1878445"/>
              <a:ext cx="468000" cy="432000"/>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grpSp>
      <p:grpSp>
        <p:nvGrpSpPr>
          <p:cNvPr id="25629" name="Group 25628">
            <a:extLst>
              <a:ext uri="{FF2B5EF4-FFF2-40B4-BE49-F238E27FC236}">
                <a16:creationId xmlns:a16="http://schemas.microsoft.com/office/drawing/2014/main" id="{A01E860C-4463-A2F3-B7BA-52B50BF9F2A5}"/>
              </a:ext>
            </a:extLst>
          </p:cNvPr>
          <p:cNvGrpSpPr/>
          <p:nvPr/>
        </p:nvGrpSpPr>
        <p:grpSpPr>
          <a:xfrm>
            <a:off x="7318560" y="4676024"/>
            <a:ext cx="699516" cy="699516"/>
            <a:chOff x="7318560" y="4490824"/>
            <a:chExt cx="699516" cy="699516"/>
          </a:xfrm>
        </p:grpSpPr>
        <p:sp>
          <p:nvSpPr>
            <p:cNvPr id="23" name="Oval 22">
              <a:extLst>
                <a:ext uri="{FF2B5EF4-FFF2-40B4-BE49-F238E27FC236}">
                  <a16:creationId xmlns:a16="http://schemas.microsoft.com/office/drawing/2014/main" id="{9B8346C7-9C37-3B88-0421-E2C6590449BF}"/>
                </a:ext>
              </a:extLst>
            </p:cNvPr>
            <p:cNvSpPr/>
            <p:nvPr/>
          </p:nvSpPr>
          <p:spPr>
            <a:xfrm>
              <a:off x="7318560" y="4490824"/>
              <a:ext cx="699516" cy="699516"/>
            </a:xfrm>
            <a:prstGeom prst="ellipse">
              <a:avLst/>
            </a:prstGeom>
            <a:solidFill>
              <a:schemeClr val="accent5"/>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628" name="Round Same Side Corner Rectangle 6">
              <a:extLst>
                <a:ext uri="{FF2B5EF4-FFF2-40B4-BE49-F238E27FC236}">
                  <a16:creationId xmlns:a16="http://schemas.microsoft.com/office/drawing/2014/main" id="{B4F15D7D-C35E-2D78-E8A3-8552C81452AB}"/>
                </a:ext>
              </a:extLst>
            </p:cNvPr>
            <p:cNvSpPr/>
            <p:nvPr/>
          </p:nvSpPr>
          <p:spPr>
            <a:xfrm rot="2700000">
              <a:off x="7596901" y="4598119"/>
              <a:ext cx="108000" cy="504000"/>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sp>
        <p:nvSpPr>
          <p:cNvPr id="2" name="Freeform: Shape 1">
            <a:extLst>
              <a:ext uri="{FF2B5EF4-FFF2-40B4-BE49-F238E27FC236}">
                <a16:creationId xmlns:a16="http://schemas.microsoft.com/office/drawing/2014/main" id="{AA32AAD2-E9B7-8FC0-8647-392842A1DEDF}"/>
              </a:ext>
            </a:extLst>
          </p:cNvPr>
          <p:cNvSpPr/>
          <p:nvPr/>
        </p:nvSpPr>
        <p:spPr>
          <a:xfrm>
            <a:off x="11724627" y="6292069"/>
            <a:ext cx="467372" cy="576000"/>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Freeform: Shape 2">
            <a:extLst>
              <a:ext uri="{FF2B5EF4-FFF2-40B4-BE49-F238E27FC236}">
                <a16:creationId xmlns:a16="http://schemas.microsoft.com/office/drawing/2014/main" id="{C288534F-C40F-4547-953B-FFE54AB9CEAA}"/>
              </a:ext>
            </a:extLst>
          </p:cNvPr>
          <p:cNvSpPr/>
          <p:nvPr/>
        </p:nvSpPr>
        <p:spPr>
          <a:xfrm>
            <a:off x="11838521" y="6414101"/>
            <a:ext cx="353478" cy="453968"/>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4" name="Slide Number Placeholder 1">
            <a:extLst>
              <a:ext uri="{FF2B5EF4-FFF2-40B4-BE49-F238E27FC236}">
                <a16:creationId xmlns:a16="http://schemas.microsoft.com/office/drawing/2014/main" id="{C732D884-30D8-E258-2622-A838AC931046}"/>
              </a:ext>
            </a:extLst>
          </p:cNvPr>
          <p:cNvSpPr txBox="1">
            <a:spLocks/>
          </p:cNvSpPr>
          <p:nvPr/>
        </p:nvSpPr>
        <p:spPr>
          <a:xfrm>
            <a:off x="11909970" y="6516598"/>
            <a:ext cx="282030" cy="246481"/>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5</a:t>
            </a:r>
          </a:p>
        </p:txBody>
      </p:sp>
      <p:sp>
        <p:nvSpPr>
          <p:cNvPr id="5" name="TextBox 4">
            <a:extLst>
              <a:ext uri="{FF2B5EF4-FFF2-40B4-BE49-F238E27FC236}">
                <a16:creationId xmlns:a16="http://schemas.microsoft.com/office/drawing/2014/main" id="{26BCFE5E-5F25-DD7A-5BE8-11179AEED8ED}"/>
              </a:ext>
            </a:extLst>
          </p:cNvPr>
          <p:cNvSpPr txBox="1"/>
          <p:nvPr/>
        </p:nvSpPr>
        <p:spPr>
          <a:xfrm>
            <a:off x="2477352" y="0"/>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Introduction</a:t>
            </a:r>
          </a:p>
        </p:txBody>
      </p:sp>
      <p:sp>
        <p:nvSpPr>
          <p:cNvPr id="13" name="Isosceles Triangle 225">
            <a:extLst>
              <a:ext uri="{FF2B5EF4-FFF2-40B4-BE49-F238E27FC236}">
                <a16:creationId xmlns:a16="http://schemas.microsoft.com/office/drawing/2014/main" id="{629EAB47-055B-3F1A-E0B5-BC154CA47EF4}"/>
              </a:ext>
            </a:extLst>
          </p:cNvPr>
          <p:cNvSpPr/>
          <p:nvPr/>
        </p:nvSpPr>
        <p:spPr>
          <a:xfrm rot="10800000">
            <a:off x="8993142" y="1344800"/>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6B93441-B266-3372-98A1-DB383F65848D}"/>
              </a:ext>
            </a:extLst>
          </p:cNvPr>
          <p:cNvGrpSpPr/>
          <p:nvPr/>
        </p:nvGrpSpPr>
        <p:grpSpPr>
          <a:xfrm>
            <a:off x="8255974" y="876363"/>
            <a:ext cx="1800000" cy="401534"/>
            <a:chOff x="5256762" y="832287"/>
            <a:chExt cx="1800000" cy="401534"/>
          </a:xfrm>
        </p:grpSpPr>
        <p:sp>
          <p:nvSpPr>
            <p:cNvPr id="15" name="Chevron 224">
              <a:extLst>
                <a:ext uri="{FF2B5EF4-FFF2-40B4-BE49-F238E27FC236}">
                  <a16:creationId xmlns:a16="http://schemas.microsoft.com/office/drawing/2014/main" id="{1718A837-1C38-9EB1-FA2C-A8997116C44A}"/>
                </a:ext>
              </a:extLst>
            </p:cNvPr>
            <p:cNvSpPr/>
            <p:nvPr/>
          </p:nvSpPr>
          <p:spPr>
            <a:xfrm>
              <a:off x="5256762" y="112582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16" name="Rectangle 15">
              <a:extLst>
                <a:ext uri="{FF2B5EF4-FFF2-40B4-BE49-F238E27FC236}">
                  <a16:creationId xmlns:a16="http://schemas.microsoft.com/office/drawing/2014/main" id="{BD3AFB9F-53F4-3A4A-BAFF-1197514F7A0C}"/>
                </a:ext>
              </a:extLst>
            </p:cNvPr>
            <p:cNvSpPr/>
            <p:nvPr/>
          </p:nvSpPr>
          <p:spPr>
            <a:xfrm>
              <a:off x="5277938" y="832287"/>
              <a:ext cx="1673792"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Organisme d'accueil</a:t>
              </a:r>
            </a:p>
          </p:txBody>
        </p:sp>
      </p:grpSp>
      <p:sp>
        <p:nvSpPr>
          <p:cNvPr id="17" name="TextBox 28">
            <a:extLst>
              <a:ext uri="{FF2B5EF4-FFF2-40B4-BE49-F238E27FC236}">
                <a16:creationId xmlns:a16="http://schemas.microsoft.com/office/drawing/2014/main" id="{4BC67B43-FAC9-1791-F4FF-969B4D557442}"/>
              </a:ext>
            </a:extLst>
          </p:cNvPr>
          <p:cNvSpPr txBox="1"/>
          <p:nvPr/>
        </p:nvSpPr>
        <p:spPr>
          <a:xfrm>
            <a:off x="-10353428" y="4766345"/>
            <a:ext cx="13182012" cy="772647"/>
          </a:xfrm>
          <a:prstGeom prst="rect">
            <a:avLst/>
          </a:prstGeom>
        </p:spPr>
        <p:txBody>
          <a:bodyPr wrap="square" lIns="0" tIns="0" rIns="0" bIns="0" rtlCol="0" anchor="t">
            <a:spAutoFit/>
          </a:bodyPr>
          <a:lstStyle/>
          <a:p>
            <a:pPr algn="ctr">
              <a:lnSpc>
                <a:spcPts val="2800"/>
              </a:lnSpc>
            </a:pPr>
            <a:r>
              <a:rPr lang="fr-FR" sz="4800" b="1" dirty="0">
                <a:solidFill>
                  <a:srgbClr val="003076"/>
                </a:solidFill>
                <a:latin typeface="Times New Roman" panose="02020603050405020304" pitchFamily="18" charset="0"/>
                <a:cs typeface="Times New Roman" panose="02020603050405020304" pitchFamily="18" charset="0"/>
              </a:rPr>
              <a:t>Présentation de l’application</a:t>
            </a:r>
          </a:p>
          <a:p>
            <a:pPr algn="ctr">
              <a:lnSpc>
                <a:spcPts val="2800"/>
              </a:lnSpc>
            </a:pPr>
            <a:endParaRPr lang="fr-FR" sz="4800" b="1" dirty="0">
              <a:solidFill>
                <a:srgbClr val="003076"/>
              </a:solidFill>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0418FBA4-A4CD-0342-6116-C278E69112B6}"/>
              </a:ext>
            </a:extLst>
          </p:cNvPr>
          <p:cNvGrpSpPr/>
          <p:nvPr/>
        </p:nvGrpSpPr>
        <p:grpSpPr>
          <a:xfrm>
            <a:off x="-4389338" y="1277897"/>
            <a:ext cx="2916000" cy="2916000"/>
            <a:chOff x="3354429" y="3172449"/>
            <a:chExt cx="1188000" cy="1187100"/>
          </a:xfrm>
        </p:grpSpPr>
        <p:sp>
          <p:nvSpPr>
            <p:cNvPr id="19" name="TextBox 27">
              <a:extLst>
                <a:ext uri="{FF2B5EF4-FFF2-40B4-BE49-F238E27FC236}">
                  <a16:creationId xmlns:a16="http://schemas.microsoft.com/office/drawing/2014/main" id="{58EF869D-D953-1EDA-196C-0A8EB888B2B6}"/>
                </a:ext>
              </a:extLst>
            </p:cNvPr>
            <p:cNvSpPr txBox="1"/>
            <p:nvPr/>
          </p:nvSpPr>
          <p:spPr>
            <a:xfrm>
              <a:off x="3392958" y="3709510"/>
              <a:ext cx="1110164" cy="300709"/>
            </a:xfrm>
            <a:prstGeom prst="rect">
              <a:avLst/>
            </a:prstGeom>
            <a:noFill/>
          </p:spPr>
          <p:txBody>
            <a:bodyPr lIns="0" tIns="0" rIns="0" bIns="0" rtlCol="0" anchor="t">
              <a:spAutoFit/>
            </a:bodyPr>
            <a:lstStyle/>
            <a:p>
              <a:pPr algn="ctr">
                <a:lnSpc>
                  <a:spcPts val="4806"/>
                </a:lnSpc>
              </a:pPr>
              <a:r>
                <a:rPr lang="en-US" sz="6600" b="1" dirty="0">
                  <a:solidFill>
                    <a:srgbClr val="003076"/>
                  </a:solidFill>
                  <a:latin typeface="Nunito"/>
                </a:rPr>
                <a:t>2</a:t>
              </a:r>
            </a:p>
          </p:txBody>
        </p:sp>
        <p:grpSp>
          <p:nvGrpSpPr>
            <p:cNvPr id="20" name="Group 19">
              <a:extLst>
                <a:ext uri="{FF2B5EF4-FFF2-40B4-BE49-F238E27FC236}">
                  <a16:creationId xmlns:a16="http://schemas.microsoft.com/office/drawing/2014/main" id="{A119E378-210E-5183-A0F3-C7493BD5567C}"/>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26" name="Google Shape;65;p15">
                <a:extLst>
                  <a:ext uri="{FF2B5EF4-FFF2-40B4-BE49-F238E27FC236}">
                    <a16:creationId xmlns:a16="http://schemas.microsoft.com/office/drawing/2014/main" id="{0F72D04E-5169-77F4-E34A-632D979FC4DF}"/>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6;p15">
                <a:extLst>
                  <a:ext uri="{FF2B5EF4-FFF2-40B4-BE49-F238E27FC236}">
                    <a16:creationId xmlns:a16="http://schemas.microsoft.com/office/drawing/2014/main" id="{51029F31-FED4-250C-162D-FE330E9B466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2095058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250"/>
                                        <p:tgtEl>
                                          <p:spTgt spid="49"/>
                                        </p:tgtEl>
                                      </p:cBhvr>
                                    </p:animEffect>
                                  </p:childTnLst>
                                </p:cTn>
                              </p:par>
                            </p:childTnLst>
                          </p:cTn>
                        </p:par>
                        <p:par>
                          <p:cTn id="8" fill="hold">
                            <p:stCondLst>
                              <p:cond delay="250"/>
                            </p:stCondLst>
                            <p:childTnLst>
                              <p:par>
                                <p:cTn id="9" presetID="1" presetClass="entr" presetSubtype="0" fill="hold" grpId="3"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63" presetClass="path" presetSubtype="0" accel="50000" decel="50000" fill="hold" grpId="1" nodeType="withEffect">
                                  <p:stCondLst>
                                    <p:cond delay="0"/>
                                  </p:stCondLst>
                                  <p:childTnLst>
                                    <p:animMotion origin="layout" path="M 0 0 L 0.25 0 E" pathEditMode="relative" ptsTypes="">
                                      <p:cBhvr>
                                        <p:cTn id="12" dur="2000" fill="hold"/>
                                        <p:tgtEl>
                                          <p:spTgt spid="49"/>
                                        </p:tgtEl>
                                        <p:attrNameLst>
                                          <p:attrName>ppt_x</p:attrName>
                                          <p:attrName>ppt_y</p:attrName>
                                        </p:attrNameLst>
                                      </p:cBhvr>
                                    </p:animMotion>
                                  </p:childTnLst>
                                </p:cTn>
                              </p:par>
                              <p:par>
                                <p:cTn id="13" presetID="35" presetClass="path" presetSubtype="0" accel="50000" decel="50000" fill="hold" grpId="0" nodeType="withEffect">
                                  <p:stCondLst>
                                    <p:cond delay="0"/>
                                  </p:stCondLst>
                                  <p:childTnLst>
                                    <p:animMotion origin="layout" path="M -4.375E-6 7.40741E-7 L -0.1901 -0.00139 " pathEditMode="relative" rAng="0" ptsTypes="AA">
                                      <p:cBhvr>
                                        <p:cTn id="14" dur="2000" fill="hold"/>
                                        <p:tgtEl>
                                          <p:spTgt spid="50"/>
                                        </p:tgtEl>
                                        <p:attrNameLst>
                                          <p:attrName>ppt_x</p:attrName>
                                          <p:attrName>ppt_y</p:attrName>
                                        </p:attrNameLst>
                                      </p:cBhvr>
                                      <p:rCtr x="-9505" y="-69"/>
                                    </p:animMotion>
                                  </p:childTnLst>
                                </p:cTn>
                              </p:par>
                            </p:childTnLst>
                          </p:cTn>
                        </p:par>
                        <p:par>
                          <p:cTn id="15" fill="hold">
                            <p:stCondLst>
                              <p:cond delay="2250"/>
                            </p:stCondLst>
                            <p:childTnLst>
                              <p:par>
                                <p:cTn id="16" presetID="1" presetClass="exit" presetSubtype="0" fill="hold" grpId="2" nodeType="afterEffect">
                                  <p:stCondLst>
                                    <p:cond delay="0"/>
                                  </p:stCondLst>
                                  <p:childTnLst>
                                    <p:set>
                                      <p:cBhvr>
                                        <p:cTn id="17" dur="1" fill="hold">
                                          <p:stCondLst>
                                            <p:cond delay="0"/>
                                          </p:stCondLst>
                                        </p:cTn>
                                        <p:tgtEl>
                                          <p:spTgt spid="49"/>
                                        </p:tgtEl>
                                        <p:attrNameLst>
                                          <p:attrName>style.visibility</p:attrName>
                                        </p:attrNameLst>
                                      </p:cBhvr>
                                      <p:to>
                                        <p:strVal val="hidden"/>
                                      </p:to>
                                    </p:set>
                                  </p:childTnLst>
                                </p:cTn>
                              </p:par>
                            </p:childTnLst>
                          </p:cTn>
                        </p:par>
                        <p:par>
                          <p:cTn id="18" fill="hold">
                            <p:stCondLst>
                              <p:cond delay="2250"/>
                            </p:stCondLst>
                            <p:childTnLst>
                              <p:par>
                                <p:cTn id="19" presetID="22" presetClass="exit" presetSubtype="4" fill="hold" grpId="1" nodeType="afterEffect">
                                  <p:stCondLst>
                                    <p:cond delay="0"/>
                                  </p:stCondLst>
                                  <p:childTnLst>
                                    <p:animEffect transition="out" filter="wipe(down)">
                                      <p:cBhvr>
                                        <p:cTn id="20" dur="500"/>
                                        <p:tgtEl>
                                          <p:spTgt spid="50"/>
                                        </p:tgtEl>
                                      </p:cBhvr>
                                    </p:animEffect>
                                    <p:set>
                                      <p:cBhvr>
                                        <p:cTn id="21" dur="1" fill="hold">
                                          <p:stCondLst>
                                            <p:cond delay="499"/>
                                          </p:stCondLst>
                                        </p:cTn>
                                        <p:tgtEl>
                                          <p:spTgt spid="50"/>
                                        </p:tgtEl>
                                        <p:attrNameLst>
                                          <p:attrName>style.visibility</p:attrName>
                                        </p:attrNameLst>
                                      </p:cBhvr>
                                      <p:to>
                                        <p:strVal val="hidden"/>
                                      </p:to>
                                    </p:set>
                                  </p:childTnLst>
                                </p:cTn>
                              </p:par>
                              <p:par>
                                <p:cTn id="22" presetID="1" presetClass="exit" presetSubtype="0" fill="hold" grpId="2" nodeType="withEffect">
                                  <p:stCondLst>
                                    <p:cond delay="0"/>
                                  </p:stCondLst>
                                  <p:childTnLst>
                                    <p:set>
                                      <p:cBhvr>
                                        <p:cTn id="23" dur="1" fill="hold">
                                          <p:stCondLst>
                                            <p:cond delay="0"/>
                                          </p:stCondLst>
                                        </p:cTn>
                                        <p:tgtEl>
                                          <p:spTgt spid="50"/>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par>
                                <p:cTn id="27" presetID="10" presetClass="entr" presetSubtype="0"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fade">
                                      <p:cBhvr>
                                        <p:cTn id="29" dur="500"/>
                                        <p:tgtEl>
                                          <p:spTgt spid="55"/>
                                        </p:tgtEl>
                                      </p:cBhvr>
                                    </p:animEffect>
                                  </p:childTnLst>
                                </p:cTn>
                              </p:par>
                            </p:childTnLst>
                          </p:cTn>
                        </p:par>
                        <p:par>
                          <p:cTn id="30" fill="hold">
                            <p:stCondLst>
                              <p:cond delay="2750"/>
                            </p:stCondLst>
                            <p:childTnLst>
                              <p:par>
                                <p:cTn id="31" presetID="22" presetClass="entr" presetSubtype="8" fill="hold" nodeType="after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wipe(left)">
                                      <p:cBhvr>
                                        <p:cTn id="33" dur="500"/>
                                        <p:tgtEl>
                                          <p:spTgt spid="48"/>
                                        </p:tgtEl>
                                      </p:cBhvr>
                                    </p:animEffect>
                                  </p:childTnLst>
                                </p:cTn>
                              </p:par>
                            </p:childTnLst>
                          </p:cTn>
                        </p:par>
                        <p:par>
                          <p:cTn id="34" fill="hold">
                            <p:stCondLst>
                              <p:cond delay="3250"/>
                            </p:stCondLst>
                            <p:childTnLst>
                              <p:par>
                                <p:cTn id="35" presetID="10" presetClass="entr" presetSubtype="0" fill="hold" nodeType="afterEffect">
                                  <p:stCondLst>
                                    <p:cond delay="0"/>
                                  </p:stCondLst>
                                  <p:childTnLst>
                                    <p:set>
                                      <p:cBhvr>
                                        <p:cTn id="36" dur="1" fill="hold">
                                          <p:stCondLst>
                                            <p:cond delay="0"/>
                                          </p:stCondLst>
                                        </p:cTn>
                                        <p:tgtEl>
                                          <p:spTgt spid="25630"/>
                                        </p:tgtEl>
                                        <p:attrNameLst>
                                          <p:attrName>style.visibility</p:attrName>
                                        </p:attrNameLst>
                                      </p:cBhvr>
                                      <p:to>
                                        <p:strVal val="visible"/>
                                      </p:to>
                                    </p:set>
                                    <p:animEffect transition="in" filter="fade">
                                      <p:cBhvr>
                                        <p:cTn id="37" dur="500"/>
                                        <p:tgtEl>
                                          <p:spTgt spid="25630"/>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5605"/>
                                        </p:tgtEl>
                                        <p:attrNameLst>
                                          <p:attrName>style.visibility</p:attrName>
                                        </p:attrNameLst>
                                      </p:cBhvr>
                                      <p:to>
                                        <p:strVal val="visible"/>
                                      </p:to>
                                    </p:set>
                                    <p:animEffect transition="in" filter="wipe(left)">
                                      <p:cBhvr>
                                        <p:cTn id="40" dur="500"/>
                                        <p:tgtEl>
                                          <p:spTgt spid="25605"/>
                                        </p:tgtEl>
                                      </p:cBhvr>
                                    </p:animEffect>
                                  </p:childTnLst>
                                </p:cTn>
                              </p:par>
                            </p:childTnLst>
                          </p:cTn>
                        </p:par>
                        <p:par>
                          <p:cTn id="41" fill="hold">
                            <p:stCondLst>
                              <p:cond delay="3750"/>
                            </p:stCondLst>
                            <p:childTnLst>
                              <p:par>
                                <p:cTn id="42" presetID="22" presetClass="entr" presetSubtype="4" fill="hold" nodeType="afterEffect">
                                  <p:stCondLst>
                                    <p:cond delay="0"/>
                                  </p:stCondLst>
                                  <p:childTnLst>
                                    <p:set>
                                      <p:cBhvr>
                                        <p:cTn id="43" dur="1" fill="hold">
                                          <p:stCondLst>
                                            <p:cond delay="0"/>
                                          </p:stCondLst>
                                        </p:cTn>
                                        <p:tgtEl>
                                          <p:spTgt spid="25614"/>
                                        </p:tgtEl>
                                        <p:attrNameLst>
                                          <p:attrName>style.visibility</p:attrName>
                                        </p:attrNameLst>
                                      </p:cBhvr>
                                      <p:to>
                                        <p:strVal val="visible"/>
                                      </p:to>
                                    </p:set>
                                    <p:animEffect transition="in" filter="wipe(down)">
                                      <p:cBhvr>
                                        <p:cTn id="44" dur="500"/>
                                        <p:tgtEl>
                                          <p:spTgt spid="25614"/>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right)">
                                      <p:cBhvr>
                                        <p:cTn id="47" dur="500"/>
                                        <p:tgtEl>
                                          <p:spTgt spid="57"/>
                                        </p:tgtEl>
                                      </p:cBhvr>
                                    </p:animEffect>
                                  </p:childTnLst>
                                </p:cTn>
                              </p:par>
                            </p:childTnLst>
                          </p:cTn>
                        </p:par>
                        <p:par>
                          <p:cTn id="48" fill="hold">
                            <p:stCondLst>
                              <p:cond delay="4250"/>
                            </p:stCondLst>
                            <p:childTnLst>
                              <p:par>
                                <p:cTn id="49" presetID="10" presetClass="entr" presetSubtype="0" fill="hold" nodeType="afterEffect">
                                  <p:stCondLst>
                                    <p:cond delay="0"/>
                                  </p:stCondLst>
                                  <p:childTnLst>
                                    <p:set>
                                      <p:cBhvr>
                                        <p:cTn id="50" dur="1" fill="hold">
                                          <p:stCondLst>
                                            <p:cond delay="0"/>
                                          </p:stCondLst>
                                        </p:cTn>
                                        <p:tgtEl>
                                          <p:spTgt spid="25631"/>
                                        </p:tgtEl>
                                        <p:attrNameLst>
                                          <p:attrName>style.visibility</p:attrName>
                                        </p:attrNameLst>
                                      </p:cBhvr>
                                      <p:to>
                                        <p:strVal val="visible"/>
                                      </p:to>
                                    </p:set>
                                    <p:animEffect transition="in" filter="fade">
                                      <p:cBhvr>
                                        <p:cTn id="51" dur="500"/>
                                        <p:tgtEl>
                                          <p:spTgt spid="25631"/>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25625"/>
                                        </p:tgtEl>
                                        <p:attrNameLst>
                                          <p:attrName>style.visibility</p:attrName>
                                        </p:attrNameLst>
                                      </p:cBhvr>
                                      <p:to>
                                        <p:strVal val="visible"/>
                                      </p:to>
                                    </p:set>
                                    <p:animEffect transition="in" filter="wipe(right)">
                                      <p:cBhvr>
                                        <p:cTn id="54" dur="500"/>
                                        <p:tgtEl>
                                          <p:spTgt spid="25625"/>
                                        </p:tgtEl>
                                      </p:cBhvr>
                                    </p:animEffect>
                                  </p:childTnLst>
                                </p:cTn>
                              </p:par>
                            </p:childTnLst>
                          </p:cTn>
                        </p:par>
                        <p:par>
                          <p:cTn id="55" fill="hold">
                            <p:stCondLst>
                              <p:cond delay="4750"/>
                            </p:stCondLst>
                            <p:childTnLst>
                              <p:par>
                                <p:cTn id="56" presetID="10" presetClass="entr" presetSubtype="0" fill="hold" nodeType="afterEffect">
                                  <p:stCondLst>
                                    <p:cond delay="0"/>
                                  </p:stCondLst>
                                  <p:childTnLst>
                                    <p:set>
                                      <p:cBhvr>
                                        <p:cTn id="57" dur="1" fill="hold">
                                          <p:stCondLst>
                                            <p:cond delay="0"/>
                                          </p:stCondLst>
                                        </p:cTn>
                                        <p:tgtEl>
                                          <p:spTgt spid="25615"/>
                                        </p:tgtEl>
                                        <p:attrNameLst>
                                          <p:attrName>style.visibility</p:attrName>
                                        </p:attrNameLst>
                                      </p:cBhvr>
                                      <p:to>
                                        <p:strVal val="visible"/>
                                      </p:to>
                                    </p:set>
                                    <p:animEffect transition="in" filter="fade">
                                      <p:cBhvr>
                                        <p:cTn id="58" dur="500"/>
                                        <p:tgtEl>
                                          <p:spTgt spid="25615"/>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left)">
                                      <p:cBhvr>
                                        <p:cTn id="61" dur="500"/>
                                        <p:tgtEl>
                                          <p:spTgt spid="63"/>
                                        </p:tgtEl>
                                      </p:cBhvr>
                                    </p:animEffect>
                                  </p:childTnLst>
                                </p:cTn>
                              </p:par>
                            </p:childTnLst>
                          </p:cTn>
                        </p:par>
                        <p:par>
                          <p:cTn id="62" fill="hold">
                            <p:stCondLst>
                              <p:cond delay="5250"/>
                            </p:stCondLst>
                            <p:childTnLst>
                              <p:par>
                                <p:cTn id="63" presetID="10" presetClass="entr" presetSubtype="0" fill="hold" nodeType="afterEffect">
                                  <p:stCondLst>
                                    <p:cond delay="0"/>
                                  </p:stCondLst>
                                  <p:childTnLst>
                                    <p:set>
                                      <p:cBhvr>
                                        <p:cTn id="64" dur="1" fill="hold">
                                          <p:stCondLst>
                                            <p:cond delay="0"/>
                                          </p:stCondLst>
                                        </p:cTn>
                                        <p:tgtEl>
                                          <p:spTgt spid="25629"/>
                                        </p:tgtEl>
                                        <p:attrNameLst>
                                          <p:attrName>style.visibility</p:attrName>
                                        </p:attrNameLst>
                                      </p:cBhvr>
                                      <p:to>
                                        <p:strVal val="visible"/>
                                      </p:to>
                                    </p:set>
                                    <p:animEffect transition="in" filter="fade">
                                      <p:cBhvr>
                                        <p:cTn id="65" dur="500"/>
                                        <p:tgtEl>
                                          <p:spTgt spid="25629"/>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5623"/>
                                        </p:tgtEl>
                                        <p:attrNameLst>
                                          <p:attrName>style.visibility</p:attrName>
                                        </p:attrNameLst>
                                      </p:cBhvr>
                                      <p:to>
                                        <p:strVal val="visible"/>
                                      </p:to>
                                    </p:set>
                                    <p:animEffect transition="in" filter="wipe(left)">
                                      <p:cBhvr>
                                        <p:cTn id="68" dur="500"/>
                                        <p:tgtEl>
                                          <p:spTgt spid="25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49" grpId="2"/>
      <p:bldP spid="50" grpId="0"/>
      <p:bldP spid="50" grpId="1"/>
      <p:bldP spid="50" grpId="2"/>
      <p:bldP spid="50" grpId="3"/>
      <p:bldP spid="52" grpId="0"/>
      <p:bldP spid="57" grpId="0"/>
      <p:bldP spid="63" grpId="0"/>
      <p:bldP spid="25605" grpId="0"/>
      <p:bldP spid="25623" grpId="0"/>
      <p:bldP spid="256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8">
            <a:extLst>
              <a:ext uri="{FF2B5EF4-FFF2-40B4-BE49-F238E27FC236}">
                <a16:creationId xmlns:a16="http://schemas.microsoft.com/office/drawing/2014/main" id="{570DB9B7-41D2-0120-2EAE-94F9216E4A6B}"/>
              </a:ext>
            </a:extLst>
          </p:cNvPr>
          <p:cNvSpPr txBox="1"/>
          <p:nvPr/>
        </p:nvSpPr>
        <p:spPr>
          <a:xfrm>
            <a:off x="0" y="5488540"/>
            <a:ext cx="13182012" cy="427874"/>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4800" b="1" kern="1200" dirty="0">
                <a:solidFill>
                  <a:srgbClr val="003076"/>
                </a:solidFill>
                <a:effectLst/>
                <a:latin typeface="Times New Roman" panose="02020603050405020304" pitchFamily="18" charset="0"/>
                <a:ea typeface="+mn-ea"/>
                <a:cs typeface="Times New Roman" panose="02020603050405020304" pitchFamily="18" charset="0"/>
              </a:rPr>
              <a:t>Présentation de l’application</a:t>
            </a:r>
            <a:endParaRPr lang="fr-FR" sz="5400" dirty="0">
              <a:effectLst/>
            </a:endParaRPr>
          </a:p>
        </p:txBody>
      </p:sp>
      <p:grpSp>
        <p:nvGrpSpPr>
          <p:cNvPr id="2" name="Group 1">
            <a:extLst>
              <a:ext uri="{FF2B5EF4-FFF2-40B4-BE49-F238E27FC236}">
                <a16:creationId xmlns:a16="http://schemas.microsoft.com/office/drawing/2014/main" id="{97425AA9-C36E-86DC-009C-7886E1A62A25}"/>
              </a:ext>
            </a:extLst>
          </p:cNvPr>
          <p:cNvGrpSpPr/>
          <p:nvPr/>
        </p:nvGrpSpPr>
        <p:grpSpPr>
          <a:xfrm>
            <a:off x="4638000" y="1971000"/>
            <a:ext cx="2916000" cy="2916000"/>
            <a:chOff x="3354429" y="3172449"/>
            <a:chExt cx="1188000" cy="1187100"/>
          </a:xfrm>
        </p:grpSpPr>
        <p:sp>
          <p:nvSpPr>
            <p:cNvPr id="3" name="TextBox 27">
              <a:extLst>
                <a:ext uri="{FF2B5EF4-FFF2-40B4-BE49-F238E27FC236}">
                  <a16:creationId xmlns:a16="http://schemas.microsoft.com/office/drawing/2014/main" id="{DB21E044-82CF-BA39-491F-A574D700E3C2}"/>
                </a:ext>
              </a:extLst>
            </p:cNvPr>
            <p:cNvSpPr txBox="1"/>
            <p:nvPr/>
          </p:nvSpPr>
          <p:spPr>
            <a:xfrm>
              <a:off x="3392958" y="3709510"/>
              <a:ext cx="1110164" cy="300709"/>
            </a:xfrm>
            <a:prstGeom prst="rect">
              <a:avLst/>
            </a:prstGeom>
            <a:noFill/>
          </p:spPr>
          <p:txBody>
            <a:bodyPr lIns="0" tIns="0" rIns="0" bIns="0" rtlCol="0" anchor="t">
              <a:spAutoFit/>
            </a:bodyPr>
            <a:lstStyle/>
            <a:p>
              <a:pPr algn="ctr">
                <a:lnSpc>
                  <a:spcPts val="4806"/>
                </a:lnSpc>
              </a:pPr>
              <a:r>
                <a:rPr lang="en-US" sz="6600" b="1" dirty="0">
                  <a:solidFill>
                    <a:srgbClr val="003076"/>
                  </a:solidFill>
                  <a:latin typeface="Nunito"/>
                </a:rPr>
                <a:t>2</a:t>
              </a:r>
            </a:p>
          </p:txBody>
        </p:sp>
        <p:grpSp>
          <p:nvGrpSpPr>
            <p:cNvPr id="4" name="Group 3">
              <a:extLst>
                <a:ext uri="{FF2B5EF4-FFF2-40B4-BE49-F238E27FC236}">
                  <a16:creationId xmlns:a16="http://schemas.microsoft.com/office/drawing/2014/main" id="{F0EEF9A8-225C-7138-1FF6-8246B2ED66D2}"/>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5" name="Google Shape;65;p15">
                <a:extLst>
                  <a:ext uri="{FF2B5EF4-FFF2-40B4-BE49-F238E27FC236}">
                    <a16:creationId xmlns:a16="http://schemas.microsoft.com/office/drawing/2014/main" id="{AB395506-D9BC-C32F-6739-3ED4A6582C1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p15">
                <a:extLst>
                  <a:ext uri="{FF2B5EF4-FFF2-40B4-BE49-F238E27FC236}">
                    <a16:creationId xmlns:a16="http://schemas.microsoft.com/office/drawing/2014/main" id="{DE00A1C1-AF25-6200-2B7D-FD34549DA99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4037234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29CF727-AB45-F862-492A-AD19F85F24B9}"/>
              </a:ext>
            </a:extLst>
          </p:cNvPr>
          <p:cNvSpPr/>
          <p:nvPr/>
        </p:nvSpPr>
        <p:spPr>
          <a:xfrm>
            <a:off x="432860" y="1548514"/>
            <a:ext cx="11582400" cy="52309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fr-FR" b="0" i="0" dirty="0">
              <a:solidFill>
                <a:srgbClr val="374151"/>
              </a:solidFill>
              <a:effectLst/>
              <a:latin typeface="Söhne"/>
            </a:endParaRPr>
          </a:p>
        </p:txBody>
      </p:sp>
      <p:grpSp>
        <p:nvGrpSpPr>
          <p:cNvPr id="14" name="Group 13">
            <a:extLst>
              <a:ext uri="{FF2B5EF4-FFF2-40B4-BE49-F238E27FC236}">
                <a16:creationId xmlns:a16="http://schemas.microsoft.com/office/drawing/2014/main" id="{7C030CFF-5E8F-4D43-60B2-7C84D656D8C2}"/>
              </a:ext>
            </a:extLst>
          </p:cNvPr>
          <p:cNvGrpSpPr/>
          <p:nvPr/>
        </p:nvGrpSpPr>
        <p:grpSpPr>
          <a:xfrm>
            <a:off x="11724627" y="6282000"/>
            <a:ext cx="467372" cy="576000"/>
            <a:chOff x="11724627" y="6282000"/>
            <a:chExt cx="467372" cy="576000"/>
          </a:xfrm>
        </p:grpSpPr>
        <p:sp>
          <p:nvSpPr>
            <p:cNvPr id="9" name="Freeform: Shape 8">
              <a:extLst>
                <a:ext uri="{FF2B5EF4-FFF2-40B4-BE49-F238E27FC236}">
                  <a16:creationId xmlns:a16="http://schemas.microsoft.com/office/drawing/2014/main" id="{0E4228A0-CB14-9CD6-B0D6-C802C3955C97}"/>
                </a:ext>
              </a:extLst>
            </p:cNvPr>
            <p:cNvSpPr/>
            <p:nvPr/>
          </p:nvSpPr>
          <p:spPr>
            <a:xfrm>
              <a:off x="11724627" y="6282000"/>
              <a:ext cx="467372" cy="576000"/>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Freeform: Shape 9">
              <a:extLst>
                <a:ext uri="{FF2B5EF4-FFF2-40B4-BE49-F238E27FC236}">
                  <a16:creationId xmlns:a16="http://schemas.microsoft.com/office/drawing/2014/main" id="{DB6EB624-8CD6-9918-FA93-D6D48A91735A}"/>
                </a:ext>
              </a:extLst>
            </p:cNvPr>
            <p:cNvSpPr/>
            <p:nvPr/>
          </p:nvSpPr>
          <p:spPr>
            <a:xfrm>
              <a:off x="11838521" y="6404032"/>
              <a:ext cx="353478" cy="453968"/>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grpSp>
      <p:sp>
        <p:nvSpPr>
          <p:cNvPr id="11" name="Slide Number Placeholder 1">
            <a:extLst>
              <a:ext uri="{FF2B5EF4-FFF2-40B4-BE49-F238E27FC236}">
                <a16:creationId xmlns:a16="http://schemas.microsoft.com/office/drawing/2014/main" id="{2D47B71B-2153-E00E-DD16-C0A3133F41B4}"/>
              </a:ext>
            </a:extLst>
          </p:cNvPr>
          <p:cNvSpPr txBox="1">
            <a:spLocks/>
          </p:cNvSpPr>
          <p:nvPr/>
        </p:nvSpPr>
        <p:spPr>
          <a:xfrm>
            <a:off x="11909970" y="6516598"/>
            <a:ext cx="282030" cy="246481"/>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7</a:t>
            </a:r>
          </a:p>
        </p:txBody>
      </p:sp>
      <p:sp>
        <p:nvSpPr>
          <p:cNvPr id="23" name="TextBox 22">
            <a:extLst>
              <a:ext uri="{FF2B5EF4-FFF2-40B4-BE49-F238E27FC236}">
                <a16:creationId xmlns:a16="http://schemas.microsoft.com/office/drawing/2014/main" id="{E29CCE19-E979-A366-5920-F121DC4D5BA4}"/>
              </a:ext>
            </a:extLst>
          </p:cNvPr>
          <p:cNvSpPr txBox="1"/>
          <p:nvPr/>
        </p:nvSpPr>
        <p:spPr>
          <a:xfrm>
            <a:off x="7863510" y="1858700"/>
            <a:ext cx="4312921" cy="707886"/>
          </a:xfrm>
          <a:prstGeom prst="rect">
            <a:avLst/>
          </a:prstGeom>
          <a:noFill/>
        </p:spPr>
        <p:txBody>
          <a:bodyPr wrap="square">
            <a:spAutoFit/>
          </a:bodyPr>
          <a:lstStyle/>
          <a:p>
            <a:pPr algn="ctr"/>
            <a:r>
              <a:rPr lang="fr-FR" sz="2000" dirty="0">
                <a:solidFill>
                  <a:schemeClr val="bg1"/>
                </a:solidFill>
                <a:latin typeface="Times New Roman" panose="02020603050405020304" pitchFamily="18" charset="0"/>
                <a:cs typeface="Times New Roman" panose="02020603050405020304" pitchFamily="18" charset="0"/>
              </a:rPr>
              <a:t>Manque de traçabilité des interventions et de l'historique des interventions.</a:t>
            </a:r>
          </a:p>
        </p:txBody>
      </p:sp>
      <p:sp>
        <p:nvSpPr>
          <p:cNvPr id="24" name="TextBox 23">
            <a:extLst>
              <a:ext uri="{FF2B5EF4-FFF2-40B4-BE49-F238E27FC236}">
                <a16:creationId xmlns:a16="http://schemas.microsoft.com/office/drawing/2014/main" id="{10B62CD9-E1A5-4363-3092-614FB2C65E9A}"/>
              </a:ext>
            </a:extLst>
          </p:cNvPr>
          <p:cNvSpPr txBox="1"/>
          <p:nvPr/>
        </p:nvSpPr>
        <p:spPr>
          <a:xfrm>
            <a:off x="913564" y="1971181"/>
            <a:ext cx="3659548" cy="707886"/>
          </a:xfrm>
          <a:prstGeom prst="rect">
            <a:avLst/>
          </a:prstGeom>
          <a:noFill/>
        </p:spPr>
        <p:txBody>
          <a:bodyPr wrap="square">
            <a:spAutoFit/>
          </a:bodyPr>
          <a:lstStyle/>
          <a:p>
            <a:pPr algn="ctr"/>
            <a:r>
              <a:rPr lang="fr-FR" sz="2000" dirty="0">
                <a:solidFill>
                  <a:schemeClr val="bg1"/>
                </a:solidFill>
                <a:latin typeface="Times New Roman" panose="02020603050405020304" pitchFamily="18" charset="0"/>
                <a:cs typeface="Times New Roman" panose="02020603050405020304" pitchFamily="18" charset="0"/>
              </a:rPr>
              <a:t>Manque de traçabilité des inventaires</a:t>
            </a:r>
          </a:p>
        </p:txBody>
      </p:sp>
      <p:sp>
        <p:nvSpPr>
          <p:cNvPr id="25" name="TextBox 24">
            <a:extLst>
              <a:ext uri="{FF2B5EF4-FFF2-40B4-BE49-F238E27FC236}">
                <a16:creationId xmlns:a16="http://schemas.microsoft.com/office/drawing/2014/main" id="{CDA20BFE-98D2-F106-0941-79C4B48B5543}"/>
              </a:ext>
            </a:extLst>
          </p:cNvPr>
          <p:cNvSpPr txBox="1"/>
          <p:nvPr/>
        </p:nvSpPr>
        <p:spPr>
          <a:xfrm>
            <a:off x="813098" y="5317827"/>
            <a:ext cx="4312921" cy="707886"/>
          </a:xfrm>
          <a:prstGeom prst="rect">
            <a:avLst/>
          </a:prstGeom>
          <a:solidFill>
            <a:schemeClr val="bg1"/>
          </a:solidFill>
          <a:ln>
            <a:solidFill>
              <a:schemeClr val="bg1"/>
            </a:solidFill>
          </a:ln>
        </p:spPr>
        <p:txBody>
          <a:bodyPr wrap="square">
            <a:spAutoFit/>
          </a:bodyPr>
          <a:lstStyle/>
          <a:p>
            <a:pPr algn="ctr"/>
            <a:r>
              <a:rPr lang="fr-FR" sz="2000" b="0" i="0" dirty="0">
                <a:solidFill>
                  <a:schemeClr val="bg1"/>
                </a:solidFill>
                <a:effectLst/>
                <a:latin typeface="Times New Roman" panose="02020603050405020304" pitchFamily="18" charset="0"/>
                <a:cs typeface="Times New Roman" panose="02020603050405020304" pitchFamily="18" charset="0"/>
              </a:rPr>
              <a:t>Difficulté  à suivre les tâches de maintenance préventive.</a:t>
            </a:r>
          </a:p>
        </p:txBody>
      </p:sp>
      <p:grpSp>
        <p:nvGrpSpPr>
          <p:cNvPr id="28" name="Google Shape;97;p16">
            <a:extLst>
              <a:ext uri="{FF2B5EF4-FFF2-40B4-BE49-F238E27FC236}">
                <a16:creationId xmlns:a16="http://schemas.microsoft.com/office/drawing/2014/main" id="{EA16F5FB-E461-1E49-9ED8-A36B2185CBD5}"/>
              </a:ext>
            </a:extLst>
          </p:cNvPr>
          <p:cNvGrpSpPr/>
          <p:nvPr/>
        </p:nvGrpSpPr>
        <p:grpSpPr>
          <a:xfrm>
            <a:off x="7377660" y="3896940"/>
            <a:ext cx="397946" cy="401120"/>
            <a:chOff x="1777925" y="1953700"/>
            <a:chExt cx="294600" cy="296950"/>
          </a:xfrm>
          <a:solidFill>
            <a:schemeClr val="bg1"/>
          </a:solidFill>
        </p:grpSpPr>
        <p:sp>
          <p:nvSpPr>
            <p:cNvPr id="29" name="Google Shape;98;p16">
              <a:extLst>
                <a:ext uri="{FF2B5EF4-FFF2-40B4-BE49-F238E27FC236}">
                  <a16:creationId xmlns:a16="http://schemas.microsoft.com/office/drawing/2014/main" id="{0BB45BB9-0FA3-3635-FF51-0BE526478817}"/>
                </a:ext>
              </a:extLst>
            </p:cNvPr>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30" name="Google Shape;99;p16">
              <a:extLst>
                <a:ext uri="{FF2B5EF4-FFF2-40B4-BE49-F238E27FC236}">
                  <a16:creationId xmlns:a16="http://schemas.microsoft.com/office/drawing/2014/main" id="{3861AB43-A2A2-71B7-82AB-D77FC1ACFEBC}"/>
                </a:ext>
              </a:extLst>
            </p:cNvPr>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31" name="Google Shape;100;p16">
              <a:extLst>
                <a:ext uri="{FF2B5EF4-FFF2-40B4-BE49-F238E27FC236}">
                  <a16:creationId xmlns:a16="http://schemas.microsoft.com/office/drawing/2014/main" id="{ED463469-03C7-7CD9-0D4A-1663B2DAAD49}"/>
                </a:ext>
              </a:extLst>
            </p:cNvPr>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32" name="Google Shape;101;p16">
              <a:extLst>
                <a:ext uri="{FF2B5EF4-FFF2-40B4-BE49-F238E27FC236}">
                  <a16:creationId xmlns:a16="http://schemas.microsoft.com/office/drawing/2014/main" id="{0B21EC79-51E9-3029-B1C0-717322DCCBF0}"/>
                </a:ext>
              </a:extLst>
            </p:cNvPr>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grpSp>
      <p:grpSp>
        <p:nvGrpSpPr>
          <p:cNvPr id="33" name="Google Shape;119;p16">
            <a:extLst>
              <a:ext uri="{FF2B5EF4-FFF2-40B4-BE49-F238E27FC236}">
                <a16:creationId xmlns:a16="http://schemas.microsoft.com/office/drawing/2014/main" id="{FC734493-B2CA-CE5F-E392-21F4AB316A07}"/>
              </a:ext>
            </a:extLst>
          </p:cNvPr>
          <p:cNvGrpSpPr/>
          <p:nvPr/>
        </p:nvGrpSpPr>
        <p:grpSpPr>
          <a:xfrm>
            <a:off x="4928860" y="4727476"/>
            <a:ext cx="394322" cy="393281"/>
            <a:chOff x="-3854375" y="2405000"/>
            <a:chExt cx="294600" cy="293800"/>
          </a:xfrm>
          <a:solidFill>
            <a:schemeClr val="bg1"/>
          </a:solidFill>
        </p:grpSpPr>
        <p:sp>
          <p:nvSpPr>
            <p:cNvPr id="34" name="Google Shape;120;p16">
              <a:extLst>
                <a:ext uri="{FF2B5EF4-FFF2-40B4-BE49-F238E27FC236}">
                  <a16:creationId xmlns:a16="http://schemas.microsoft.com/office/drawing/2014/main" id="{AA4C1C4E-C1D1-88B8-BF3C-D1FFFDE12FE3}"/>
                </a:ext>
              </a:extLst>
            </p:cNvPr>
            <p:cNvSpPr/>
            <p:nvPr/>
          </p:nvSpPr>
          <p:spPr>
            <a:xfrm>
              <a:off x="-3854375" y="2405000"/>
              <a:ext cx="294600" cy="293800"/>
            </a:xfrm>
            <a:custGeom>
              <a:avLst/>
              <a:gdLst/>
              <a:ahLst/>
              <a:cxnLst/>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35" name="Google Shape;121;p16">
              <a:extLst>
                <a:ext uri="{FF2B5EF4-FFF2-40B4-BE49-F238E27FC236}">
                  <a16:creationId xmlns:a16="http://schemas.microsoft.com/office/drawing/2014/main" id="{E1A25B29-5FBC-5F8A-AF3E-59CAC0504DAB}"/>
                </a:ext>
              </a:extLst>
            </p:cNvPr>
            <p:cNvSpPr/>
            <p:nvPr/>
          </p:nvSpPr>
          <p:spPr>
            <a:xfrm>
              <a:off x="-3731500" y="2458550"/>
              <a:ext cx="84300" cy="84300"/>
            </a:xfrm>
            <a:custGeom>
              <a:avLst/>
              <a:gdLst/>
              <a:ahLst/>
              <a:cxnLst/>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grpSp>
      <p:sp>
        <p:nvSpPr>
          <p:cNvPr id="36" name="자유형: 도형 113">
            <a:extLst>
              <a:ext uri="{FF2B5EF4-FFF2-40B4-BE49-F238E27FC236}">
                <a16:creationId xmlns:a16="http://schemas.microsoft.com/office/drawing/2014/main" id="{3130EC44-BAB0-5BBE-F909-EE972E628FB2}"/>
              </a:ext>
            </a:extLst>
          </p:cNvPr>
          <p:cNvSpPr/>
          <p:nvPr/>
        </p:nvSpPr>
        <p:spPr>
          <a:xfrm rot="5693700">
            <a:off x="6751389" y="3281758"/>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37" name="자유형: 도형 116">
            <a:extLst>
              <a:ext uri="{FF2B5EF4-FFF2-40B4-BE49-F238E27FC236}">
                <a16:creationId xmlns:a16="http://schemas.microsoft.com/office/drawing/2014/main" id="{3ADD1E1B-47B2-06F5-3935-A162BCE64BAE}"/>
              </a:ext>
            </a:extLst>
          </p:cNvPr>
          <p:cNvSpPr/>
          <p:nvPr/>
        </p:nvSpPr>
        <p:spPr>
          <a:xfrm rot="18615903">
            <a:off x="4336955" y="4120434"/>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38" name="TextBox 37">
            <a:extLst>
              <a:ext uri="{FF2B5EF4-FFF2-40B4-BE49-F238E27FC236}">
                <a16:creationId xmlns:a16="http://schemas.microsoft.com/office/drawing/2014/main" id="{9E430746-87F2-71E6-2FFA-EB1C0B43CF7A}"/>
              </a:ext>
            </a:extLst>
          </p:cNvPr>
          <p:cNvSpPr txBox="1"/>
          <p:nvPr/>
        </p:nvSpPr>
        <p:spPr>
          <a:xfrm>
            <a:off x="343292" y="1866907"/>
            <a:ext cx="4312921" cy="400110"/>
          </a:xfrm>
          <a:prstGeom prst="rect">
            <a:avLst/>
          </a:prstGeom>
          <a:solidFill>
            <a:schemeClr val="bg1"/>
          </a:solidFill>
          <a:ln>
            <a:solidFill>
              <a:schemeClr val="bg1"/>
            </a:solidFill>
          </a:ln>
        </p:spPr>
        <p:txBody>
          <a:bodyPr wrap="square">
            <a:spAutoFit/>
          </a:bodyPr>
          <a:lstStyle/>
          <a:p>
            <a:pPr algn="ctr"/>
            <a:r>
              <a:rPr lang="fr-FR" sz="2000" dirty="0">
                <a:solidFill>
                  <a:schemeClr val="bg1"/>
                </a:solidFill>
                <a:latin typeface="Times New Roman" panose="02020603050405020304" pitchFamily="18" charset="0"/>
                <a:cs typeface="Times New Roman" panose="02020603050405020304" pitchFamily="18" charset="0"/>
              </a:rPr>
              <a:t>Coût élevé du papier</a:t>
            </a:r>
          </a:p>
        </p:txBody>
      </p:sp>
      <p:cxnSp>
        <p:nvCxnSpPr>
          <p:cNvPr id="39" name="Elbow Connector 10">
            <a:extLst>
              <a:ext uri="{FF2B5EF4-FFF2-40B4-BE49-F238E27FC236}">
                <a16:creationId xmlns:a16="http://schemas.microsoft.com/office/drawing/2014/main" id="{7EF07C32-B2F5-0007-D391-F6D6CE85964F}"/>
              </a:ext>
            </a:extLst>
          </p:cNvPr>
          <p:cNvCxnSpPr>
            <a:cxnSpLocks/>
          </p:cNvCxnSpPr>
          <p:nvPr/>
        </p:nvCxnSpPr>
        <p:spPr>
          <a:xfrm flipV="1">
            <a:off x="6692630" y="1637145"/>
            <a:ext cx="1780165" cy="1332063"/>
          </a:xfrm>
          <a:prstGeom prst="bentConnector3">
            <a:avLst>
              <a:gd name="adj1" fmla="val -274"/>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0" name="Elbow Connector 124">
            <a:extLst>
              <a:ext uri="{FF2B5EF4-FFF2-40B4-BE49-F238E27FC236}">
                <a16:creationId xmlns:a16="http://schemas.microsoft.com/office/drawing/2014/main" id="{16703547-25E5-4C55-35D2-A33347881B10}"/>
              </a:ext>
            </a:extLst>
          </p:cNvPr>
          <p:cNvCxnSpPr>
            <a:cxnSpLocks/>
          </p:cNvCxnSpPr>
          <p:nvPr/>
        </p:nvCxnSpPr>
        <p:spPr>
          <a:xfrm rot="10800000">
            <a:off x="7140112" y="4972980"/>
            <a:ext cx="1332682" cy="758972"/>
          </a:xfrm>
          <a:prstGeom prst="bentConnector3">
            <a:avLst>
              <a:gd name="adj1" fmla="val 98905"/>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1" name="Elbow Connector 132">
            <a:extLst>
              <a:ext uri="{FF2B5EF4-FFF2-40B4-BE49-F238E27FC236}">
                <a16:creationId xmlns:a16="http://schemas.microsoft.com/office/drawing/2014/main" id="{EF3005F8-C314-A956-844D-0C4B6A5F3730}"/>
              </a:ext>
            </a:extLst>
          </p:cNvPr>
          <p:cNvCxnSpPr>
            <a:cxnSpLocks/>
          </p:cNvCxnSpPr>
          <p:nvPr/>
        </p:nvCxnSpPr>
        <p:spPr>
          <a:xfrm flipV="1">
            <a:off x="2196899" y="4443812"/>
            <a:ext cx="1597847" cy="529168"/>
          </a:xfrm>
          <a:prstGeom prst="bentConnector3">
            <a:avLst>
              <a:gd name="adj1" fmla="val -530"/>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2" name="자유형: 도형 114">
            <a:extLst>
              <a:ext uri="{FF2B5EF4-FFF2-40B4-BE49-F238E27FC236}">
                <a16:creationId xmlns:a16="http://schemas.microsoft.com/office/drawing/2014/main" id="{711D2FE6-F4AA-701F-CDF3-D0F628A81F8C}"/>
              </a:ext>
            </a:extLst>
          </p:cNvPr>
          <p:cNvSpPr/>
          <p:nvPr/>
        </p:nvSpPr>
        <p:spPr>
          <a:xfrm rot="3973924">
            <a:off x="5266033" y="2816526"/>
            <a:ext cx="1598790" cy="1661981"/>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nvGrpSpPr>
          <p:cNvPr id="43" name="Group 42">
            <a:extLst>
              <a:ext uri="{FF2B5EF4-FFF2-40B4-BE49-F238E27FC236}">
                <a16:creationId xmlns:a16="http://schemas.microsoft.com/office/drawing/2014/main" id="{885D7552-660C-8735-1C70-44139A767033}"/>
              </a:ext>
            </a:extLst>
          </p:cNvPr>
          <p:cNvGrpSpPr/>
          <p:nvPr/>
        </p:nvGrpSpPr>
        <p:grpSpPr>
          <a:xfrm>
            <a:off x="5855971" y="3390431"/>
            <a:ext cx="387529" cy="476559"/>
            <a:chOff x="9544125" y="314311"/>
            <a:chExt cx="1802975" cy="1585994"/>
          </a:xfrm>
          <a:solidFill>
            <a:schemeClr val="bg1"/>
          </a:solidFill>
        </p:grpSpPr>
        <p:sp>
          <p:nvSpPr>
            <p:cNvPr id="44" name="Freeform: Shape 43">
              <a:extLst>
                <a:ext uri="{FF2B5EF4-FFF2-40B4-BE49-F238E27FC236}">
                  <a16:creationId xmlns:a16="http://schemas.microsoft.com/office/drawing/2014/main" id="{3603FD69-B9C6-D7E6-D99E-306F4F307F28}"/>
                </a:ext>
              </a:extLst>
            </p:cNvPr>
            <p:cNvSpPr/>
            <p:nvPr/>
          </p:nvSpPr>
          <p:spPr>
            <a:xfrm rot="5400000">
              <a:off x="9855308" y="140908"/>
              <a:ext cx="1318389" cy="1665195"/>
            </a:xfrm>
            <a:custGeom>
              <a:avLst/>
              <a:gdLst>
                <a:gd name="connsiteX0" fmla="*/ 855467 w 1318389"/>
                <a:gd name="connsiteY0" fmla="*/ 1312844 h 1665195"/>
                <a:gd name="connsiteX1" fmla="*/ 898407 w 1318389"/>
                <a:gd name="connsiteY1" fmla="*/ 1355784 h 1665195"/>
                <a:gd name="connsiteX2" fmla="*/ 941347 w 1318389"/>
                <a:gd name="connsiteY2" fmla="*/ 1312844 h 1665195"/>
                <a:gd name="connsiteX3" fmla="*/ 898407 w 1318389"/>
                <a:gd name="connsiteY3" fmla="*/ 1269904 h 1665195"/>
                <a:gd name="connsiteX4" fmla="*/ 855467 w 1318389"/>
                <a:gd name="connsiteY4" fmla="*/ 1312844 h 1665195"/>
                <a:gd name="connsiteX5" fmla="*/ 362769 w 1318389"/>
                <a:gd name="connsiteY5" fmla="*/ 236590 h 1665195"/>
                <a:gd name="connsiteX6" fmla="*/ 405229 w 1318389"/>
                <a:gd name="connsiteY6" fmla="*/ 279050 h 1665195"/>
                <a:gd name="connsiteX7" fmla="*/ 447689 w 1318389"/>
                <a:gd name="connsiteY7" fmla="*/ 236590 h 1665195"/>
                <a:gd name="connsiteX8" fmla="*/ 405229 w 1318389"/>
                <a:gd name="connsiteY8" fmla="*/ 194130 h 1665195"/>
                <a:gd name="connsiteX9" fmla="*/ 362769 w 1318389"/>
                <a:gd name="connsiteY9" fmla="*/ 236590 h 1665195"/>
                <a:gd name="connsiteX10" fmla="*/ 348187 w 1318389"/>
                <a:gd name="connsiteY10" fmla="*/ 1312844 h 1665195"/>
                <a:gd name="connsiteX11" fmla="*/ 391127 w 1318389"/>
                <a:gd name="connsiteY11" fmla="*/ 1355784 h 1665195"/>
                <a:gd name="connsiteX12" fmla="*/ 434066 w 1318389"/>
                <a:gd name="connsiteY12" fmla="*/ 1312844 h 1665195"/>
                <a:gd name="connsiteX13" fmla="*/ 391127 w 1318389"/>
                <a:gd name="connsiteY13" fmla="*/ 1269904 h 1665195"/>
                <a:gd name="connsiteX14" fmla="*/ 348187 w 1318389"/>
                <a:gd name="connsiteY14" fmla="*/ 1312844 h 1665195"/>
                <a:gd name="connsiteX15" fmla="*/ 81655 w 1318389"/>
                <a:gd name="connsiteY15" fmla="*/ 873373 h 1665195"/>
                <a:gd name="connsiteX16" fmla="*/ 124595 w 1318389"/>
                <a:gd name="connsiteY16" fmla="*/ 916313 h 1665195"/>
                <a:gd name="connsiteX17" fmla="*/ 167534 w 1318389"/>
                <a:gd name="connsiteY17" fmla="*/ 873373 h 1665195"/>
                <a:gd name="connsiteX18" fmla="*/ 124595 w 1318389"/>
                <a:gd name="connsiteY18" fmla="*/ 830433 h 1665195"/>
                <a:gd name="connsiteX19" fmla="*/ 81655 w 1318389"/>
                <a:gd name="connsiteY19" fmla="*/ 873373 h 1665195"/>
                <a:gd name="connsiteX20" fmla="*/ 898 w 1318389"/>
                <a:gd name="connsiteY20" fmla="*/ 878256 h 1665195"/>
                <a:gd name="connsiteX21" fmla="*/ 59313 w 1318389"/>
                <a:gd name="connsiteY21" fmla="*/ 760898 h 1665195"/>
                <a:gd name="connsiteX22" fmla="*/ 60023 w 1318389"/>
                <a:gd name="connsiteY22" fmla="*/ 760660 h 1665195"/>
                <a:gd name="connsiteX23" fmla="*/ 301509 w 1318389"/>
                <a:gd name="connsiteY23" fmla="*/ 256655 h 1665195"/>
                <a:gd name="connsiteX24" fmla="*/ 300401 w 1318389"/>
                <a:gd name="connsiteY24" fmla="*/ 253678 h 1665195"/>
                <a:gd name="connsiteX25" fmla="*/ 392815 w 1318389"/>
                <a:gd name="connsiteY25" fmla="*/ 125792 h 1665195"/>
                <a:gd name="connsiteX26" fmla="*/ 426561 w 1318389"/>
                <a:gd name="connsiteY26" fmla="*/ 127298 h 1665195"/>
                <a:gd name="connsiteX27" fmla="*/ 501833 w 1318389"/>
                <a:gd name="connsiteY27" fmla="*/ 25203 h 1665195"/>
                <a:gd name="connsiteX28" fmla="*/ 659591 w 1318389"/>
                <a:gd name="connsiteY28" fmla="*/ 0 h 1665195"/>
                <a:gd name="connsiteX29" fmla="*/ 767873 w 1318389"/>
                <a:gd name="connsiteY29" fmla="*/ 94280 h 1665195"/>
                <a:gd name="connsiteX30" fmla="*/ 773474 w 1318389"/>
                <a:gd name="connsiteY30" fmla="*/ 129752 h 1665195"/>
                <a:gd name="connsiteX31" fmla="*/ 750137 w 1318389"/>
                <a:gd name="connsiteY31" fmla="*/ 133486 h 1665195"/>
                <a:gd name="connsiteX32" fmla="*/ 643721 w 1318389"/>
                <a:gd name="connsiteY32" fmla="*/ 50407 h 1665195"/>
                <a:gd name="connsiteX33" fmla="*/ 528905 w 1318389"/>
                <a:gd name="connsiteY33" fmla="*/ 68143 h 1665195"/>
                <a:gd name="connsiteX34" fmla="*/ 477195 w 1318389"/>
                <a:gd name="connsiteY34" fmla="*/ 147376 h 1665195"/>
                <a:gd name="connsiteX35" fmla="*/ 504919 w 1318389"/>
                <a:gd name="connsiteY35" fmla="*/ 176856 h 1665195"/>
                <a:gd name="connsiteX36" fmla="*/ 520701 w 1318389"/>
                <a:gd name="connsiteY36" fmla="*/ 218206 h 1665195"/>
                <a:gd name="connsiteX37" fmla="*/ 520838 w 1318389"/>
                <a:gd name="connsiteY37" fmla="*/ 251739 h 1665195"/>
                <a:gd name="connsiteX38" fmla="*/ 512601 w 1318389"/>
                <a:gd name="connsiteY38" fmla="*/ 279384 h 1665195"/>
                <a:gd name="connsiteX39" fmla="*/ 572778 w 1318389"/>
                <a:gd name="connsiteY39" fmla="*/ 326714 h 1665195"/>
                <a:gd name="connsiteX40" fmla="*/ 687595 w 1318389"/>
                <a:gd name="connsiteY40" fmla="*/ 308045 h 1665195"/>
                <a:gd name="connsiteX41" fmla="*/ 763207 w 1318389"/>
                <a:gd name="connsiteY41" fmla="*/ 196028 h 1665195"/>
                <a:gd name="connsiteX42" fmla="*/ 785610 w 1318389"/>
                <a:gd name="connsiteY42" fmla="*/ 192294 h 1665195"/>
                <a:gd name="connsiteX43" fmla="*/ 791211 w 1318389"/>
                <a:gd name="connsiteY43" fmla="*/ 227766 h 1665195"/>
                <a:gd name="connsiteX44" fmla="*/ 718400 w 1318389"/>
                <a:gd name="connsiteY44" fmla="*/ 350984 h 1665195"/>
                <a:gd name="connsiteX45" fmla="*/ 560643 w 1318389"/>
                <a:gd name="connsiteY45" fmla="*/ 376188 h 1665195"/>
                <a:gd name="connsiteX46" fmla="*/ 481653 w 1318389"/>
                <a:gd name="connsiteY46" fmla="*/ 320430 h 1665195"/>
                <a:gd name="connsiteX47" fmla="*/ 469637 w 1318389"/>
                <a:gd name="connsiteY47" fmla="*/ 330704 h 1665195"/>
                <a:gd name="connsiteX48" fmla="*/ 462283 w 1318389"/>
                <a:gd name="connsiteY48" fmla="*/ 333441 h 1665195"/>
                <a:gd name="connsiteX49" fmla="*/ 252808 w 1318389"/>
                <a:gd name="connsiteY49" fmla="*/ 858867 h 1665195"/>
                <a:gd name="connsiteX50" fmla="*/ 444434 w 1318389"/>
                <a:gd name="connsiteY50" fmla="*/ 1190772 h 1665195"/>
                <a:gd name="connsiteX51" fmla="*/ 801245 w 1318389"/>
                <a:gd name="connsiteY51" fmla="*/ 1187463 h 1665195"/>
                <a:gd name="connsiteX52" fmla="*/ 801245 w 1318389"/>
                <a:gd name="connsiteY52" fmla="*/ 1116815 h 1665195"/>
                <a:gd name="connsiteX53" fmla="*/ 890858 w 1318389"/>
                <a:gd name="connsiteY53" fmla="*/ 1027202 h 1665195"/>
                <a:gd name="connsiteX54" fmla="*/ 1200123 w 1318389"/>
                <a:gd name="connsiteY54" fmla="*/ 1027202 h 1665195"/>
                <a:gd name="connsiteX55" fmla="*/ 1205949 w 1318389"/>
                <a:gd name="connsiteY55" fmla="*/ 998361 h 1665195"/>
                <a:gd name="connsiteX56" fmla="*/ 1288518 w 1318389"/>
                <a:gd name="connsiteY56" fmla="*/ 943622 h 1665195"/>
                <a:gd name="connsiteX57" fmla="*/ 1318389 w 1318389"/>
                <a:gd name="connsiteY57" fmla="*/ 974426 h 1665195"/>
                <a:gd name="connsiteX58" fmla="*/ 1318389 w 1318389"/>
                <a:gd name="connsiteY58" fmla="*/ 1635324 h 1665195"/>
                <a:gd name="connsiteX59" fmla="*/ 1288518 w 1318389"/>
                <a:gd name="connsiteY59" fmla="*/ 1665195 h 1665195"/>
                <a:gd name="connsiteX60" fmla="*/ 1205949 w 1318389"/>
                <a:gd name="connsiteY60" fmla="*/ 1610455 h 1665195"/>
                <a:gd name="connsiteX61" fmla="*/ 1203531 w 1318389"/>
                <a:gd name="connsiteY61" fmla="*/ 1598487 h 1665195"/>
                <a:gd name="connsiteX62" fmla="*/ 890858 w 1318389"/>
                <a:gd name="connsiteY62" fmla="*/ 1598487 h 1665195"/>
                <a:gd name="connsiteX63" fmla="*/ 801245 w 1318389"/>
                <a:gd name="connsiteY63" fmla="*/ 1508873 h 1665195"/>
                <a:gd name="connsiteX64" fmla="*/ 801245 w 1318389"/>
                <a:gd name="connsiteY64" fmla="*/ 1426032 h 1665195"/>
                <a:gd name="connsiteX65" fmla="*/ 379661 w 1318389"/>
                <a:gd name="connsiteY65" fmla="*/ 1429942 h 1665195"/>
                <a:gd name="connsiteX66" fmla="*/ 294951 w 1318389"/>
                <a:gd name="connsiteY66" fmla="*/ 1395390 h 1665195"/>
                <a:gd name="connsiteX67" fmla="*/ 270560 w 1318389"/>
                <a:gd name="connsiteY67" fmla="*/ 1359849 h 1665195"/>
                <a:gd name="connsiteX68" fmla="*/ 263688 w 1318389"/>
                <a:gd name="connsiteY68" fmla="*/ 1352058 h 1665195"/>
                <a:gd name="connsiteX69" fmla="*/ 15908 w 1318389"/>
                <a:gd name="connsiteY69" fmla="*/ 922891 h 1665195"/>
                <a:gd name="connsiteX70" fmla="*/ 898 w 1318389"/>
                <a:gd name="connsiteY70" fmla="*/ 878256 h 166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318389" h="1665195">
                  <a:moveTo>
                    <a:pt x="855467" y="1312844"/>
                  </a:moveTo>
                  <a:cubicBezTo>
                    <a:pt x="855467" y="1336181"/>
                    <a:pt x="875070" y="1355784"/>
                    <a:pt x="898407" y="1355784"/>
                  </a:cubicBezTo>
                  <a:cubicBezTo>
                    <a:pt x="921743" y="1355784"/>
                    <a:pt x="941347" y="1336181"/>
                    <a:pt x="941347" y="1312844"/>
                  </a:cubicBezTo>
                  <a:cubicBezTo>
                    <a:pt x="941347" y="1289508"/>
                    <a:pt x="921743" y="1269904"/>
                    <a:pt x="898407" y="1269904"/>
                  </a:cubicBezTo>
                  <a:cubicBezTo>
                    <a:pt x="875070" y="1269904"/>
                    <a:pt x="855467" y="1289508"/>
                    <a:pt x="855467" y="1312844"/>
                  </a:cubicBezTo>
                  <a:close/>
                  <a:moveTo>
                    <a:pt x="362769" y="236590"/>
                  </a:moveTo>
                  <a:cubicBezTo>
                    <a:pt x="362769" y="260040"/>
                    <a:pt x="381779" y="279050"/>
                    <a:pt x="405229" y="279050"/>
                  </a:cubicBezTo>
                  <a:cubicBezTo>
                    <a:pt x="428679" y="279050"/>
                    <a:pt x="447689" y="260040"/>
                    <a:pt x="447689" y="236590"/>
                  </a:cubicBezTo>
                  <a:cubicBezTo>
                    <a:pt x="447689" y="213140"/>
                    <a:pt x="428679" y="194130"/>
                    <a:pt x="405229" y="194130"/>
                  </a:cubicBezTo>
                  <a:cubicBezTo>
                    <a:pt x="381779" y="194130"/>
                    <a:pt x="362769" y="213140"/>
                    <a:pt x="362769" y="236590"/>
                  </a:cubicBezTo>
                  <a:close/>
                  <a:moveTo>
                    <a:pt x="348187" y="1312844"/>
                  </a:moveTo>
                  <a:cubicBezTo>
                    <a:pt x="348187" y="1336181"/>
                    <a:pt x="367790" y="1355784"/>
                    <a:pt x="391127" y="1355784"/>
                  </a:cubicBezTo>
                  <a:cubicBezTo>
                    <a:pt x="414463" y="1355784"/>
                    <a:pt x="434066" y="1336181"/>
                    <a:pt x="434066" y="1312844"/>
                  </a:cubicBezTo>
                  <a:cubicBezTo>
                    <a:pt x="434066" y="1289508"/>
                    <a:pt x="414463" y="1269904"/>
                    <a:pt x="391127" y="1269904"/>
                  </a:cubicBezTo>
                  <a:cubicBezTo>
                    <a:pt x="367790" y="1269904"/>
                    <a:pt x="348187" y="1289508"/>
                    <a:pt x="348187" y="1312844"/>
                  </a:cubicBezTo>
                  <a:close/>
                  <a:moveTo>
                    <a:pt x="81655" y="873373"/>
                  </a:moveTo>
                  <a:cubicBezTo>
                    <a:pt x="81655" y="896710"/>
                    <a:pt x="101258" y="916313"/>
                    <a:pt x="124595" y="916313"/>
                  </a:cubicBezTo>
                  <a:cubicBezTo>
                    <a:pt x="147931" y="916313"/>
                    <a:pt x="167534" y="896710"/>
                    <a:pt x="167534" y="873373"/>
                  </a:cubicBezTo>
                  <a:cubicBezTo>
                    <a:pt x="167534" y="850037"/>
                    <a:pt x="147931" y="830433"/>
                    <a:pt x="124595" y="830433"/>
                  </a:cubicBezTo>
                  <a:cubicBezTo>
                    <a:pt x="101258" y="830433"/>
                    <a:pt x="81655" y="850037"/>
                    <a:pt x="81655" y="873373"/>
                  </a:cubicBezTo>
                  <a:close/>
                  <a:moveTo>
                    <a:pt x="898" y="878256"/>
                  </a:moveTo>
                  <a:cubicBezTo>
                    <a:pt x="-4792" y="832394"/>
                    <a:pt x="16774" y="785458"/>
                    <a:pt x="59313" y="760898"/>
                  </a:cubicBezTo>
                  <a:lnTo>
                    <a:pt x="60023" y="760660"/>
                  </a:lnTo>
                  <a:lnTo>
                    <a:pt x="301509" y="256655"/>
                  </a:lnTo>
                  <a:lnTo>
                    <a:pt x="300401" y="253678"/>
                  </a:lnTo>
                  <a:cubicBezTo>
                    <a:pt x="291067" y="193002"/>
                    <a:pt x="332139" y="135127"/>
                    <a:pt x="392815" y="125792"/>
                  </a:cubicBezTo>
                  <a:lnTo>
                    <a:pt x="426561" y="127298"/>
                  </a:lnTo>
                  <a:lnTo>
                    <a:pt x="501833" y="25203"/>
                  </a:lnTo>
                  <a:lnTo>
                    <a:pt x="659591" y="0"/>
                  </a:lnTo>
                  <a:lnTo>
                    <a:pt x="767873" y="94280"/>
                  </a:lnTo>
                  <a:lnTo>
                    <a:pt x="773474" y="129752"/>
                  </a:lnTo>
                  <a:lnTo>
                    <a:pt x="750137" y="133486"/>
                  </a:lnTo>
                  <a:lnTo>
                    <a:pt x="643721" y="50407"/>
                  </a:lnTo>
                  <a:lnTo>
                    <a:pt x="528905" y="68143"/>
                  </a:lnTo>
                  <a:lnTo>
                    <a:pt x="477195" y="147376"/>
                  </a:lnTo>
                  <a:lnTo>
                    <a:pt x="504919" y="176856"/>
                  </a:lnTo>
                  <a:cubicBezTo>
                    <a:pt x="512650" y="189093"/>
                    <a:pt x="518134" y="203037"/>
                    <a:pt x="520701" y="218206"/>
                  </a:cubicBezTo>
                  <a:cubicBezTo>
                    <a:pt x="522451" y="229583"/>
                    <a:pt x="522429" y="240861"/>
                    <a:pt x="520838" y="251739"/>
                  </a:cubicBezTo>
                  <a:lnTo>
                    <a:pt x="512601" y="279384"/>
                  </a:lnTo>
                  <a:lnTo>
                    <a:pt x="572778" y="326714"/>
                  </a:lnTo>
                  <a:lnTo>
                    <a:pt x="687595" y="308045"/>
                  </a:lnTo>
                  <a:lnTo>
                    <a:pt x="763207" y="196028"/>
                  </a:lnTo>
                  <a:lnTo>
                    <a:pt x="785610" y="192294"/>
                  </a:lnTo>
                  <a:lnTo>
                    <a:pt x="791211" y="227766"/>
                  </a:lnTo>
                  <a:lnTo>
                    <a:pt x="718400" y="350984"/>
                  </a:lnTo>
                  <a:lnTo>
                    <a:pt x="560643" y="376188"/>
                  </a:lnTo>
                  <a:lnTo>
                    <a:pt x="481653" y="320430"/>
                  </a:lnTo>
                  <a:lnTo>
                    <a:pt x="469637" y="330704"/>
                  </a:lnTo>
                  <a:lnTo>
                    <a:pt x="462283" y="333441"/>
                  </a:lnTo>
                  <a:lnTo>
                    <a:pt x="252808" y="858867"/>
                  </a:lnTo>
                  <a:lnTo>
                    <a:pt x="444434" y="1190772"/>
                  </a:lnTo>
                  <a:lnTo>
                    <a:pt x="801245" y="1187463"/>
                  </a:lnTo>
                  <a:lnTo>
                    <a:pt x="801245" y="1116815"/>
                  </a:lnTo>
                  <a:cubicBezTo>
                    <a:pt x="801245" y="1067341"/>
                    <a:pt x="841384" y="1027202"/>
                    <a:pt x="890858" y="1027202"/>
                  </a:cubicBezTo>
                  <a:lnTo>
                    <a:pt x="1200123" y="1027202"/>
                  </a:lnTo>
                  <a:lnTo>
                    <a:pt x="1205949" y="998361"/>
                  </a:lnTo>
                  <a:cubicBezTo>
                    <a:pt x="1219557" y="966200"/>
                    <a:pt x="1251412" y="943622"/>
                    <a:pt x="1288518" y="943622"/>
                  </a:cubicBezTo>
                  <a:cubicBezTo>
                    <a:pt x="1305320" y="944554"/>
                    <a:pt x="1318389" y="957623"/>
                    <a:pt x="1318389" y="974426"/>
                  </a:cubicBezTo>
                  <a:lnTo>
                    <a:pt x="1318389" y="1635324"/>
                  </a:lnTo>
                  <a:cubicBezTo>
                    <a:pt x="1318389" y="1652126"/>
                    <a:pt x="1305320" y="1665195"/>
                    <a:pt x="1288518" y="1665195"/>
                  </a:cubicBezTo>
                  <a:cubicBezTo>
                    <a:pt x="1251412" y="1665195"/>
                    <a:pt x="1219557" y="1642617"/>
                    <a:pt x="1205949" y="1610455"/>
                  </a:cubicBezTo>
                  <a:lnTo>
                    <a:pt x="1203531" y="1598487"/>
                  </a:lnTo>
                  <a:lnTo>
                    <a:pt x="890858" y="1598487"/>
                  </a:lnTo>
                  <a:cubicBezTo>
                    <a:pt x="841384" y="1598487"/>
                    <a:pt x="801245" y="1558348"/>
                    <a:pt x="801245" y="1508873"/>
                  </a:cubicBezTo>
                  <a:lnTo>
                    <a:pt x="801245" y="1426032"/>
                  </a:lnTo>
                  <a:lnTo>
                    <a:pt x="379661" y="1429942"/>
                  </a:lnTo>
                  <a:cubicBezTo>
                    <a:pt x="346553" y="1429924"/>
                    <a:pt x="316655" y="1416756"/>
                    <a:pt x="294951" y="1395390"/>
                  </a:cubicBezTo>
                  <a:lnTo>
                    <a:pt x="270560" y="1359849"/>
                  </a:lnTo>
                  <a:lnTo>
                    <a:pt x="263688" y="1352058"/>
                  </a:lnTo>
                  <a:lnTo>
                    <a:pt x="15908" y="922891"/>
                  </a:lnTo>
                  <a:cubicBezTo>
                    <a:pt x="7721" y="908711"/>
                    <a:pt x="2795" y="893543"/>
                    <a:pt x="898" y="878256"/>
                  </a:cubicBezTo>
                  <a:close/>
                </a:path>
              </a:pathLst>
            </a:custGeom>
            <a:grpFill/>
            <a:ln w="9525" cap="flat">
              <a:solidFill>
                <a:schemeClr val="bg1"/>
              </a:solidFill>
              <a:prstDash val="solid"/>
              <a:miter/>
            </a:ln>
          </p:spPr>
          <p:txBody>
            <a:bodyPr wrap="square" rtlCol="0" anchor="ctr">
              <a:noAutofit/>
            </a:bodyPr>
            <a:lstStyle/>
            <a:p>
              <a:endParaRPr lang="en-US" dirty="0">
                <a:solidFill>
                  <a:schemeClr val="bg1"/>
                </a:solidFill>
              </a:endParaRPr>
            </a:p>
          </p:txBody>
        </p:sp>
        <p:sp>
          <p:nvSpPr>
            <p:cNvPr id="45" name="Freeform: Shape 44">
              <a:extLst>
                <a:ext uri="{FF2B5EF4-FFF2-40B4-BE49-F238E27FC236}">
                  <a16:creationId xmlns:a16="http://schemas.microsoft.com/office/drawing/2014/main" id="{515E8574-8C41-55D9-4EF8-0A720862D602}"/>
                </a:ext>
              </a:extLst>
            </p:cNvPr>
            <p:cNvSpPr/>
            <p:nvPr/>
          </p:nvSpPr>
          <p:spPr>
            <a:xfrm>
              <a:off x="9544125" y="1625233"/>
              <a:ext cx="1756228" cy="275072"/>
            </a:xfrm>
            <a:custGeom>
              <a:avLst/>
              <a:gdLst>
                <a:gd name="connsiteX0" fmla="*/ 2123188 w 2324346"/>
                <a:gd name="connsiteY0" fmla="*/ 127749 h 364054"/>
                <a:gd name="connsiteX1" fmla="*/ 2067056 w 2324346"/>
                <a:gd name="connsiteY1" fmla="*/ 183881 h 364054"/>
                <a:gd name="connsiteX2" fmla="*/ 2123188 w 2324346"/>
                <a:gd name="connsiteY2" fmla="*/ 240013 h 364054"/>
                <a:gd name="connsiteX3" fmla="*/ 2179320 w 2324346"/>
                <a:gd name="connsiteY3" fmla="*/ 183881 h 364054"/>
                <a:gd name="connsiteX4" fmla="*/ 2123188 w 2324346"/>
                <a:gd name="connsiteY4" fmla="*/ 127749 h 364054"/>
                <a:gd name="connsiteX5" fmla="*/ 1803836 w 2324346"/>
                <a:gd name="connsiteY5" fmla="*/ 127749 h 364054"/>
                <a:gd name="connsiteX6" fmla="*/ 1747704 w 2324346"/>
                <a:gd name="connsiteY6" fmla="*/ 183881 h 364054"/>
                <a:gd name="connsiteX7" fmla="*/ 1803836 w 2324346"/>
                <a:gd name="connsiteY7" fmla="*/ 240013 h 364054"/>
                <a:gd name="connsiteX8" fmla="*/ 1859968 w 2324346"/>
                <a:gd name="connsiteY8" fmla="*/ 183881 h 364054"/>
                <a:gd name="connsiteX9" fmla="*/ 1803836 w 2324346"/>
                <a:gd name="connsiteY9" fmla="*/ 127749 h 364054"/>
                <a:gd name="connsiteX10" fmla="*/ 1484484 w 2324346"/>
                <a:gd name="connsiteY10" fmla="*/ 127749 h 364054"/>
                <a:gd name="connsiteX11" fmla="*/ 1428352 w 2324346"/>
                <a:gd name="connsiteY11" fmla="*/ 183881 h 364054"/>
                <a:gd name="connsiteX12" fmla="*/ 1484484 w 2324346"/>
                <a:gd name="connsiteY12" fmla="*/ 240013 h 364054"/>
                <a:gd name="connsiteX13" fmla="*/ 1540616 w 2324346"/>
                <a:gd name="connsiteY13" fmla="*/ 183881 h 364054"/>
                <a:gd name="connsiteX14" fmla="*/ 1484484 w 2324346"/>
                <a:gd name="connsiteY14" fmla="*/ 127749 h 364054"/>
                <a:gd name="connsiteX15" fmla="*/ 1165131 w 2324346"/>
                <a:gd name="connsiteY15" fmla="*/ 127749 h 364054"/>
                <a:gd name="connsiteX16" fmla="*/ 1108999 w 2324346"/>
                <a:gd name="connsiteY16" fmla="*/ 183881 h 364054"/>
                <a:gd name="connsiteX17" fmla="*/ 1165131 w 2324346"/>
                <a:gd name="connsiteY17" fmla="*/ 240013 h 364054"/>
                <a:gd name="connsiteX18" fmla="*/ 1221263 w 2324346"/>
                <a:gd name="connsiteY18" fmla="*/ 183881 h 364054"/>
                <a:gd name="connsiteX19" fmla="*/ 1165131 w 2324346"/>
                <a:gd name="connsiteY19" fmla="*/ 127749 h 364054"/>
                <a:gd name="connsiteX20" fmla="*/ 845779 w 2324346"/>
                <a:gd name="connsiteY20" fmla="*/ 127749 h 364054"/>
                <a:gd name="connsiteX21" fmla="*/ 789647 w 2324346"/>
                <a:gd name="connsiteY21" fmla="*/ 183881 h 364054"/>
                <a:gd name="connsiteX22" fmla="*/ 845779 w 2324346"/>
                <a:gd name="connsiteY22" fmla="*/ 240013 h 364054"/>
                <a:gd name="connsiteX23" fmla="*/ 901911 w 2324346"/>
                <a:gd name="connsiteY23" fmla="*/ 183881 h 364054"/>
                <a:gd name="connsiteX24" fmla="*/ 845779 w 2324346"/>
                <a:gd name="connsiteY24" fmla="*/ 127749 h 364054"/>
                <a:gd name="connsiteX25" fmla="*/ 526427 w 2324346"/>
                <a:gd name="connsiteY25" fmla="*/ 127749 h 364054"/>
                <a:gd name="connsiteX26" fmla="*/ 470295 w 2324346"/>
                <a:gd name="connsiteY26" fmla="*/ 183881 h 364054"/>
                <a:gd name="connsiteX27" fmla="*/ 526427 w 2324346"/>
                <a:gd name="connsiteY27" fmla="*/ 240013 h 364054"/>
                <a:gd name="connsiteX28" fmla="*/ 582559 w 2324346"/>
                <a:gd name="connsiteY28" fmla="*/ 183881 h 364054"/>
                <a:gd name="connsiteX29" fmla="*/ 526427 w 2324346"/>
                <a:gd name="connsiteY29" fmla="*/ 127749 h 364054"/>
                <a:gd name="connsiteX30" fmla="*/ 207075 w 2324346"/>
                <a:gd name="connsiteY30" fmla="*/ 127749 h 364054"/>
                <a:gd name="connsiteX31" fmla="*/ 150943 w 2324346"/>
                <a:gd name="connsiteY31" fmla="*/ 183881 h 364054"/>
                <a:gd name="connsiteX32" fmla="*/ 207075 w 2324346"/>
                <a:gd name="connsiteY32" fmla="*/ 240013 h 364054"/>
                <a:gd name="connsiteX33" fmla="*/ 263207 w 2324346"/>
                <a:gd name="connsiteY33" fmla="*/ 183881 h 364054"/>
                <a:gd name="connsiteX34" fmla="*/ 207075 w 2324346"/>
                <a:gd name="connsiteY34" fmla="*/ 127749 h 364054"/>
                <a:gd name="connsiteX35" fmla="*/ 2123188 w 2324346"/>
                <a:gd name="connsiteY35" fmla="*/ 71617 h 364054"/>
                <a:gd name="connsiteX36" fmla="*/ 2235452 w 2324346"/>
                <a:gd name="connsiteY36" fmla="*/ 183881 h 364054"/>
                <a:gd name="connsiteX37" fmla="*/ 2123188 w 2324346"/>
                <a:gd name="connsiteY37" fmla="*/ 296145 h 364054"/>
                <a:gd name="connsiteX38" fmla="*/ 2010924 w 2324346"/>
                <a:gd name="connsiteY38" fmla="*/ 183881 h 364054"/>
                <a:gd name="connsiteX39" fmla="*/ 2123188 w 2324346"/>
                <a:gd name="connsiteY39" fmla="*/ 71617 h 364054"/>
                <a:gd name="connsiteX40" fmla="*/ 1803836 w 2324346"/>
                <a:gd name="connsiteY40" fmla="*/ 71617 h 364054"/>
                <a:gd name="connsiteX41" fmla="*/ 1916100 w 2324346"/>
                <a:gd name="connsiteY41" fmla="*/ 183881 h 364054"/>
                <a:gd name="connsiteX42" fmla="*/ 1803836 w 2324346"/>
                <a:gd name="connsiteY42" fmla="*/ 296145 h 364054"/>
                <a:gd name="connsiteX43" fmla="*/ 1691572 w 2324346"/>
                <a:gd name="connsiteY43" fmla="*/ 183881 h 364054"/>
                <a:gd name="connsiteX44" fmla="*/ 1803836 w 2324346"/>
                <a:gd name="connsiteY44" fmla="*/ 71617 h 364054"/>
                <a:gd name="connsiteX45" fmla="*/ 1484484 w 2324346"/>
                <a:gd name="connsiteY45" fmla="*/ 71617 h 364054"/>
                <a:gd name="connsiteX46" fmla="*/ 1596748 w 2324346"/>
                <a:gd name="connsiteY46" fmla="*/ 183881 h 364054"/>
                <a:gd name="connsiteX47" fmla="*/ 1484484 w 2324346"/>
                <a:gd name="connsiteY47" fmla="*/ 296145 h 364054"/>
                <a:gd name="connsiteX48" fmla="*/ 1372220 w 2324346"/>
                <a:gd name="connsiteY48" fmla="*/ 183881 h 364054"/>
                <a:gd name="connsiteX49" fmla="*/ 1484484 w 2324346"/>
                <a:gd name="connsiteY49" fmla="*/ 71617 h 364054"/>
                <a:gd name="connsiteX50" fmla="*/ 1165131 w 2324346"/>
                <a:gd name="connsiteY50" fmla="*/ 71617 h 364054"/>
                <a:gd name="connsiteX51" fmla="*/ 1277395 w 2324346"/>
                <a:gd name="connsiteY51" fmla="*/ 183881 h 364054"/>
                <a:gd name="connsiteX52" fmla="*/ 1165131 w 2324346"/>
                <a:gd name="connsiteY52" fmla="*/ 296145 h 364054"/>
                <a:gd name="connsiteX53" fmla="*/ 1052867 w 2324346"/>
                <a:gd name="connsiteY53" fmla="*/ 183881 h 364054"/>
                <a:gd name="connsiteX54" fmla="*/ 1165131 w 2324346"/>
                <a:gd name="connsiteY54" fmla="*/ 71617 h 364054"/>
                <a:gd name="connsiteX55" fmla="*/ 845779 w 2324346"/>
                <a:gd name="connsiteY55" fmla="*/ 71617 h 364054"/>
                <a:gd name="connsiteX56" fmla="*/ 958043 w 2324346"/>
                <a:gd name="connsiteY56" fmla="*/ 183881 h 364054"/>
                <a:gd name="connsiteX57" fmla="*/ 845779 w 2324346"/>
                <a:gd name="connsiteY57" fmla="*/ 296145 h 364054"/>
                <a:gd name="connsiteX58" fmla="*/ 733515 w 2324346"/>
                <a:gd name="connsiteY58" fmla="*/ 183881 h 364054"/>
                <a:gd name="connsiteX59" fmla="*/ 845779 w 2324346"/>
                <a:gd name="connsiteY59" fmla="*/ 71617 h 364054"/>
                <a:gd name="connsiteX60" fmla="*/ 526427 w 2324346"/>
                <a:gd name="connsiteY60" fmla="*/ 71617 h 364054"/>
                <a:gd name="connsiteX61" fmla="*/ 638691 w 2324346"/>
                <a:gd name="connsiteY61" fmla="*/ 183881 h 364054"/>
                <a:gd name="connsiteX62" fmla="*/ 526427 w 2324346"/>
                <a:gd name="connsiteY62" fmla="*/ 296145 h 364054"/>
                <a:gd name="connsiteX63" fmla="*/ 414163 w 2324346"/>
                <a:gd name="connsiteY63" fmla="*/ 183881 h 364054"/>
                <a:gd name="connsiteX64" fmla="*/ 526427 w 2324346"/>
                <a:gd name="connsiteY64" fmla="*/ 71617 h 364054"/>
                <a:gd name="connsiteX65" fmla="*/ 207075 w 2324346"/>
                <a:gd name="connsiteY65" fmla="*/ 71617 h 364054"/>
                <a:gd name="connsiteX66" fmla="*/ 319339 w 2324346"/>
                <a:gd name="connsiteY66" fmla="*/ 183881 h 364054"/>
                <a:gd name="connsiteX67" fmla="*/ 207075 w 2324346"/>
                <a:gd name="connsiteY67" fmla="*/ 296145 h 364054"/>
                <a:gd name="connsiteX68" fmla="*/ 94811 w 2324346"/>
                <a:gd name="connsiteY68" fmla="*/ 183881 h 364054"/>
                <a:gd name="connsiteX69" fmla="*/ 207075 w 2324346"/>
                <a:gd name="connsiteY69" fmla="*/ 71617 h 364054"/>
                <a:gd name="connsiteX70" fmla="*/ 182844 w 2324346"/>
                <a:gd name="connsiteY70" fmla="*/ 45713 h 364054"/>
                <a:gd name="connsiteX71" fmla="*/ 46530 w 2324346"/>
                <a:gd name="connsiteY71" fmla="*/ 182027 h 364054"/>
                <a:gd name="connsiteX72" fmla="*/ 182844 w 2324346"/>
                <a:gd name="connsiteY72" fmla="*/ 318341 h 364054"/>
                <a:gd name="connsiteX73" fmla="*/ 2141502 w 2324346"/>
                <a:gd name="connsiteY73" fmla="*/ 318341 h 364054"/>
                <a:gd name="connsiteX74" fmla="*/ 2277816 w 2324346"/>
                <a:gd name="connsiteY74" fmla="*/ 182027 h 364054"/>
                <a:gd name="connsiteX75" fmla="*/ 2141502 w 2324346"/>
                <a:gd name="connsiteY75" fmla="*/ 45713 h 364054"/>
                <a:gd name="connsiteX76" fmla="*/ 182027 w 2324346"/>
                <a:gd name="connsiteY76" fmla="*/ 0 h 364054"/>
                <a:gd name="connsiteX77" fmla="*/ 2142319 w 2324346"/>
                <a:gd name="connsiteY77" fmla="*/ 0 h 364054"/>
                <a:gd name="connsiteX78" fmla="*/ 2324346 w 2324346"/>
                <a:gd name="connsiteY78" fmla="*/ 182027 h 364054"/>
                <a:gd name="connsiteX79" fmla="*/ 2142319 w 2324346"/>
                <a:gd name="connsiteY79" fmla="*/ 364054 h 364054"/>
                <a:gd name="connsiteX80" fmla="*/ 182027 w 2324346"/>
                <a:gd name="connsiteY80" fmla="*/ 364054 h 364054"/>
                <a:gd name="connsiteX81" fmla="*/ 0 w 2324346"/>
                <a:gd name="connsiteY81" fmla="*/ 182027 h 364054"/>
                <a:gd name="connsiteX82" fmla="*/ 182027 w 2324346"/>
                <a:gd name="connsiteY82" fmla="*/ 0 h 36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324346" h="364054">
                  <a:moveTo>
                    <a:pt x="2123188" y="127749"/>
                  </a:moveTo>
                  <a:cubicBezTo>
                    <a:pt x="2092187" y="127749"/>
                    <a:pt x="2067056" y="152880"/>
                    <a:pt x="2067056" y="183881"/>
                  </a:cubicBezTo>
                  <a:cubicBezTo>
                    <a:pt x="2067056" y="214882"/>
                    <a:pt x="2092187" y="240013"/>
                    <a:pt x="2123188" y="240013"/>
                  </a:cubicBezTo>
                  <a:cubicBezTo>
                    <a:pt x="2154189" y="240013"/>
                    <a:pt x="2179320" y="214882"/>
                    <a:pt x="2179320" y="183881"/>
                  </a:cubicBezTo>
                  <a:cubicBezTo>
                    <a:pt x="2179320" y="152880"/>
                    <a:pt x="2154189" y="127749"/>
                    <a:pt x="2123188" y="127749"/>
                  </a:cubicBezTo>
                  <a:close/>
                  <a:moveTo>
                    <a:pt x="1803836" y="127749"/>
                  </a:moveTo>
                  <a:cubicBezTo>
                    <a:pt x="1772835" y="127749"/>
                    <a:pt x="1747704" y="152880"/>
                    <a:pt x="1747704" y="183881"/>
                  </a:cubicBezTo>
                  <a:cubicBezTo>
                    <a:pt x="1747704" y="214882"/>
                    <a:pt x="1772835" y="240013"/>
                    <a:pt x="1803836" y="240013"/>
                  </a:cubicBezTo>
                  <a:cubicBezTo>
                    <a:pt x="1834837" y="240013"/>
                    <a:pt x="1859968" y="214882"/>
                    <a:pt x="1859968" y="183881"/>
                  </a:cubicBezTo>
                  <a:cubicBezTo>
                    <a:pt x="1859968" y="152880"/>
                    <a:pt x="1834837" y="127749"/>
                    <a:pt x="1803836" y="127749"/>
                  </a:cubicBezTo>
                  <a:close/>
                  <a:moveTo>
                    <a:pt x="1484484" y="127749"/>
                  </a:moveTo>
                  <a:cubicBezTo>
                    <a:pt x="1453483" y="127749"/>
                    <a:pt x="1428352" y="152880"/>
                    <a:pt x="1428352" y="183881"/>
                  </a:cubicBezTo>
                  <a:cubicBezTo>
                    <a:pt x="1428352" y="214882"/>
                    <a:pt x="1453483" y="240013"/>
                    <a:pt x="1484484" y="240013"/>
                  </a:cubicBezTo>
                  <a:cubicBezTo>
                    <a:pt x="1515485" y="240013"/>
                    <a:pt x="1540616" y="214882"/>
                    <a:pt x="1540616" y="183881"/>
                  </a:cubicBezTo>
                  <a:cubicBezTo>
                    <a:pt x="1540616" y="152880"/>
                    <a:pt x="1515485" y="127749"/>
                    <a:pt x="1484484" y="127749"/>
                  </a:cubicBezTo>
                  <a:close/>
                  <a:moveTo>
                    <a:pt x="1165131" y="127749"/>
                  </a:moveTo>
                  <a:cubicBezTo>
                    <a:pt x="1134130" y="127749"/>
                    <a:pt x="1108999" y="152880"/>
                    <a:pt x="1108999" y="183881"/>
                  </a:cubicBezTo>
                  <a:cubicBezTo>
                    <a:pt x="1108999" y="214882"/>
                    <a:pt x="1134130" y="240013"/>
                    <a:pt x="1165131" y="240013"/>
                  </a:cubicBezTo>
                  <a:cubicBezTo>
                    <a:pt x="1196132" y="240013"/>
                    <a:pt x="1221263" y="214882"/>
                    <a:pt x="1221263" y="183881"/>
                  </a:cubicBezTo>
                  <a:cubicBezTo>
                    <a:pt x="1221263" y="152880"/>
                    <a:pt x="1196132" y="127749"/>
                    <a:pt x="1165131" y="127749"/>
                  </a:cubicBezTo>
                  <a:close/>
                  <a:moveTo>
                    <a:pt x="845779" y="127749"/>
                  </a:moveTo>
                  <a:cubicBezTo>
                    <a:pt x="814778" y="127749"/>
                    <a:pt x="789647" y="152880"/>
                    <a:pt x="789647" y="183881"/>
                  </a:cubicBezTo>
                  <a:cubicBezTo>
                    <a:pt x="789647" y="214882"/>
                    <a:pt x="814778" y="240013"/>
                    <a:pt x="845779" y="240013"/>
                  </a:cubicBezTo>
                  <a:cubicBezTo>
                    <a:pt x="876780" y="240013"/>
                    <a:pt x="901911" y="214882"/>
                    <a:pt x="901911" y="183881"/>
                  </a:cubicBezTo>
                  <a:cubicBezTo>
                    <a:pt x="901911" y="152880"/>
                    <a:pt x="876780" y="127749"/>
                    <a:pt x="845779" y="127749"/>
                  </a:cubicBezTo>
                  <a:close/>
                  <a:moveTo>
                    <a:pt x="526427" y="127749"/>
                  </a:moveTo>
                  <a:cubicBezTo>
                    <a:pt x="495426" y="127749"/>
                    <a:pt x="470295" y="152880"/>
                    <a:pt x="470295" y="183881"/>
                  </a:cubicBezTo>
                  <a:cubicBezTo>
                    <a:pt x="470295" y="214882"/>
                    <a:pt x="495426" y="240013"/>
                    <a:pt x="526427" y="240013"/>
                  </a:cubicBezTo>
                  <a:cubicBezTo>
                    <a:pt x="557428" y="240013"/>
                    <a:pt x="582559" y="214882"/>
                    <a:pt x="582559" y="183881"/>
                  </a:cubicBezTo>
                  <a:cubicBezTo>
                    <a:pt x="582559" y="152880"/>
                    <a:pt x="557428" y="127749"/>
                    <a:pt x="526427" y="127749"/>
                  </a:cubicBezTo>
                  <a:close/>
                  <a:moveTo>
                    <a:pt x="207075" y="127749"/>
                  </a:moveTo>
                  <a:cubicBezTo>
                    <a:pt x="176074" y="127749"/>
                    <a:pt x="150943" y="152880"/>
                    <a:pt x="150943" y="183881"/>
                  </a:cubicBezTo>
                  <a:cubicBezTo>
                    <a:pt x="150943" y="214882"/>
                    <a:pt x="176074" y="240013"/>
                    <a:pt x="207075" y="240013"/>
                  </a:cubicBezTo>
                  <a:cubicBezTo>
                    <a:pt x="238076" y="240013"/>
                    <a:pt x="263207" y="214882"/>
                    <a:pt x="263207" y="183881"/>
                  </a:cubicBezTo>
                  <a:cubicBezTo>
                    <a:pt x="263207" y="152880"/>
                    <a:pt x="238076" y="127749"/>
                    <a:pt x="207075" y="127749"/>
                  </a:cubicBezTo>
                  <a:close/>
                  <a:moveTo>
                    <a:pt x="2123188" y="71617"/>
                  </a:moveTo>
                  <a:cubicBezTo>
                    <a:pt x="2185190" y="71617"/>
                    <a:pt x="2235452" y="121879"/>
                    <a:pt x="2235452" y="183881"/>
                  </a:cubicBezTo>
                  <a:cubicBezTo>
                    <a:pt x="2235452" y="245883"/>
                    <a:pt x="2185190" y="296145"/>
                    <a:pt x="2123188" y="296145"/>
                  </a:cubicBezTo>
                  <a:cubicBezTo>
                    <a:pt x="2061186" y="296145"/>
                    <a:pt x="2010924" y="245883"/>
                    <a:pt x="2010924" y="183881"/>
                  </a:cubicBezTo>
                  <a:cubicBezTo>
                    <a:pt x="2010924" y="121879"/>
                    <a:pt x="2061186" y="71617"/>
                    <a:pt x="2123188" y="71617"/>
                  </a:cubicBezTo>
                  <a:close/>
                  <a:moveTo>
                    <a:pt x="1803836" y="71617"/>
                  </a:moveTo>
                  <a:cubicBezTo>
                    <a:pt x="1865838" y="71617"/>
                    <a:pt x="1916100" y="121879"/>
                    <a:pt x="1916100" y="183881"/>
                  </a:cubicBezTo>
                  <a:cubicBezTo>
                    <a:pt x="1916100" y="245883"/>
                    <a:pt x="1865838" y="296145"/>
                    <a:pt x="1803836" y="296145"/>
                  </a:cubicBezTo>
                  <a:cubicBezTo>
                    <a:pt x="1741834" y="296145"/>
                    <a:pt x="1691572" y="245883"/>
                    <a:pt x="1691572" y="183881"/>
                  </a:cubicBezTo>
                  <a:cubicBezTo>
                    <a:pt x="1691572" y="121879"/>
                    <a:pt x="1741834" y="71617"/>
                    <a:pt x="1803836" y="71617"/>
                  </a:cubicBezTo>
                  <a:close/>
                  <a:moveTo>
                    <a:pt x="1484484" y="71617"/>
                  </a:moveTo>
                  <a:cubicBezTo>
                    <a:pt x="1546486" y="71617"/>
                    <a:pt x="1596748" y="121879"/>
                    <a:pt x="1596748" y="183881"/>
                  </a:cubicBezTo>
                  <a:cubicBezTo>
                    <a:pt x="1596748" y="245883"/>
                    <a:pt x="1546486" y="296145"/>
                    <a:pt x="1484484" y="296145"/>
                  </a:cubicBezTo>
                  <a:cubicBezTo>
                    <a:pt x="1422482" y="296145"/>
                    <a:pt x="1372220" y="245883"/>
                    <a:pt x="1372220" y="183881"/>
                  </a:cubicBezTo>
                  <a:cubicBezTo>
                    <a:pt x="1372220" y="121879"/>
                    <a:pt x="1422482" y="71617"/>
                    <a:pt x="1484484" y="71617"/>
                  </a:cubicBezTo>
                  <a:close/>
                  <a:moveTo>
                    <a:pt x="1165131" y="71617"/>
                  </a:moveTo>
                  <a:cubicBezTo>
                    <a:pt x="1227133" y="71617"/>
                    <a:pt x="1277395" y="121879"/>
                    <a:pt x="1277395" y="183881"/>
                  </a:cubicBezTo>
                  <a:cubicBezTo>
                    <a:pt x="1277395" y="245883"/>
                    <a:pt x="1227133" y="296145"/>
                    <a:pt x="1165131" y="296145"/>
                  </a:cubicBezTo>
                  <a:cubicBezTo>
                    <a:pt x="1103129" y="296145"/>
                    <a:pt x="1052867" y="245883"/>
                    <a:pt x="1052867" y="183881"/>
                  </a:cubicBezTo>
                  <a:cubicBezTo>
                    <a:pt x="1052867" y="121879"/>
                    <a:pt x="1103129" y="71617"/>
                    <a:pt x="1165131" y="71617"/>
                  </a:cubicBezTo>
                  <a:close/>
                  <a:moveTo>
                    <a:pt x="845779" y="71617"/>
                  </a:moveTo>
                  <a:cubicBezTo>
                    <a:pt x="907781" y="71617"/>
                    <a:pt x="958043" y="121879"/>
                    <a:pt x="958043" y="183881"/>
                  </a:cubicBezTo>
                  <a:cubicBezTo>
                    <a:pt x="958043" y="245883"/>
                    <a:pt x="907781" y="296145"/>
                    <a:pt x="845779" y="296145"/>
                  </a:cubicBezTo>
                  <a:cubicBezTo>
                    <a:pt x="783777" y="296145"/>
                    <a:pt x="733515" y="245883"/>
                    <a:pt x="733515" y="183881"/>
                  </a:cubicBezTo>
                  <a:cubicBezTo>
                    <a:pt x="733515" y="121879"/>
                    <a:pt x="783777" y="71617"/>
                    <a:pt x="845779" y="71617"/>
                  </a:cubicBezTo>
                  <a:close/>
                  <a:moveTo>
                    <a:pt x="526427" y="71617"/>
                  </a:moveTo>
                  <a:cubicBezTo>
                    <a:pt x="588429" y="71617"/>
                    <a:pt x="638691" y="121879"/>
                    <a:pt x="638691" y="183881"/>
                  </a:cubicBezTo>
                  <a:cubicBezTo>
                    <a:pt x="638691" y="245883"/>
                    <a:pt x="588429" y="296145"/>
                    <a:pt x="526427" y="296145"/>
                  </a:cubicBezTo>
                  <a:cubicBezTo>
                    <a:pt x="464425" y="296145"/>
                    <a:pt x="414163" y="245883"/>
                    <a:pt x="414163" y="183881"/>
                  </a:cubicBezTo>
                  <a:cubicBezTo>
                    <a:pt x="414163" y="121879"/>
                    <a:pt x="464425" y="71617"/>
                    <a:pt x="526427" y="71617"/>
                  </a:cubicBezTo>
                  <a:close/>
                  <a:moveTo>
                    <a:pt x="207075" y="71617"/>
                  </a:moveTo>
                  <a:cubicBezTo>
                    <a:pt x="269077" y="71617"/>
                    <a:pt x="319339" y="121879"/>
                    <a:pt x="319339" y="183881"/>
                  </a:cubicBezTo>
                  <a:cubicBezTo>
                    <a:pt x="319339" y="245883"/>
                    <a:pt x="269077" y="296145"/>
                    <a:pt x="207075" y="296145"/>
                  </a:cubicBezTo>
                  <a:cubicBezTo>
                    <a:pt x="145073" y="296145"/>
                    <a:pt x="94811" y="245883"/>
                    <a:pt x="94811" y="183881"/>
                  </a:cubicBezTo>
                  <a:cubicBezTo>
                    <a:pt x="94811" y="121879"/>
                    <a:pt x="145073" y="71617"/>
                    <a:pt x="207075" y="71617"/>
                  </a:cubicBezTo>
                  <a:close/>
                  <a:moveTo>
                    <a:pt x="182844" y="45713"/>
                  </a:moveTo>
                  <a:cubicBezTo>
                    <a:pt x="107560" y="45713"/>
                    <a:pt x="46530" y="106743"/>
                    <a:pt x="46530" y="182027"/>
                  </a:cubicBezTo>
                  <a:cubicBezTo>
                    <a:pt x="46530" y="257311"/>
                    <a:pt x="107560" y="318341"/>
                    <a:pt x="182844" y="318341"/>
                  </a:cubicBezTo>
                  <a:lnTo>
                    <a:pt x="2141502" y="318341"/>
                  </a:lnTo>
                  <a:cubicBezTo>
                    <a:pt x="2216786" y="318341"/>
                    <a:pt x="2277816" y="257311"/>
                    <a:pt x="2277816" y="182027"/>
                  </a:cubicBezTo>
                  <a:cubicBezTo>
                    <a:pt x="2277816" y="106743"/>
                    <a:pt x="2216786" y="45713"/>
                    <a:pt x="2141502" y="45713"/>
                  </a:cubicBezTo>
                  <a:close/>
                  <a:moveTo>
                    <a:pt x="182027" y="0"/>
                  </a:moveTo>
                  <a:lnTo>
                    <a:pt x="2142319" y="0"/>
                  </a:lnTo>
                  <a:cubicBezTo>
                    <a:pt x="2242850" y="0"/>
                    <a:pt x="2324346" y="81496"/>
                    <a:pt x="2324346" y="182027"/>
                  </a:cubicBezTo>
                  <a:cubicBezTo>
                    <a:pt x="2324346" y="282558"/>
                    <a:pt x="2242850" y="364054"/>
                    <a:pt x="2142319" y="364054"/>
                  </a:cubicBezTo>
                  <a:lnTo>
                    <a:pt x="182027" y="364054"/>
                  </a:lnTo>
                  <a:cubicBezTo>
                    <a:pt x="81496" y="364054"/>
                    <a:pt x="0" y="282558"/>
                    <a:pt x="0" y="182027"/>
                  </a:cubicBezTo>
                  <a:cubicBezTo>
                    <a:pt x="0" y="81496"/>
                    <a:pt x="81496" y="0"/>
                    <a:pt x="182027" y="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sp>
        <p:nvSpPr>
          <p:cNvPr id="46" name="자유형: 도형 114">
            <a:extLst>
              <a:ext uri="{FF2B5EF4-FFF2-40B4-BE49-F238E27FC236}">
                <a16:creationId xmlns:a16="http://schemas.microsoft.com/office/drawing/2014/main" id="{8F849DC2-7F29-EA21-7FDC-7AC59A45E97F}"/>
              </a:ext>
            </a:extLst>
          </p:cNvPr>
          <p:cNvSpPr/>
          <p:nvPr/>
        </p:nvSpPr>
        <p:spPr>
          <a:xfrm rot="3695868">
            <a:off x="4134298" y="1699889"/>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cxnSp>
        <p:nvCxnSpPr>
          <p:cNvPr id="47" name="Elbow Connector 138">
            <a:extLst>
              <a:ext uri="{FF2B5EF4-FFF2-40B4-BE49-F238E27FC236}">
                <a16:creationId xmlns:a16="http://schemas.microsoft.com/office/drawing/2014/main" id="{5F29E1FA-D405-ADFB-3755-681FD21148A9}"/>
              </a:ext>
            </a:extLst>
          </p:cNvPr>
          <p:cNvCxnSpPr>
            <a:cxnSpLocks/>
          </p:cNvCxnSpPr>
          <p:nvPr/>
        </p:nvCxnSpPr>
        <p:spPr>
          <a:xfrm>
            <a:off x="3116565" y="1739533"/>
            <a:ext cx="1150621" cy="270012"/>
          </a:xfrm>
          <a:prstGeom prst="bentConnector3">
            <a:avLst>
              <a:gd name="adj1" fmla="val 99880"/>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8" name="Rectangle 30">
            <a:extLst>
              <a:ext uri="{FF2B5EF4-FFF2-40B4-BE49-F238E27FC236}">
                <a16:creationId xmlns:a16="http://schemas.microsoft.com/office/drawing/2014/main" id="{3A725112-816C-41BC-EC41-D2F24557C50D}"/>
              </a:ext>
            </a:extLst>
          </p:cNvPr>
          <p:cNvSpPr/>
          <p:nvPr/>
        </p:nvSpPr>
        <p:spPr>
          <a:xfrm>
            <a:off x="4666111" y="2280945"/>
            <a:ext cx="540000" cy="540000"/>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pic>
        <p:nvPicPr>
          <p:cNvPr id="50" name="Picture 2" descr="CLÉOR - Métier - Maintenance mécanique industrielle (I1310)">
            <a:extLst>
              <a:ext uri="{FF2B5EF4-FFF2-40B4-BE49-F238E27FC236}">
                <a16:creationId xmlns:a16="http://schemas.microsoft.com/office/drawing/2014/main" id="{42A4A32F-F341-B8C5-7388-2BB007786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927" y="2612783"/>
            <a:ext cx="2736000" cy="2736000"/>
          </a:xfrm>
          <a:prstGeom prst="ellipse">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5E3691C2-64D1-600F-E775-CF2092A50738}"/>
              </a:ext>
            </a:extLst>
          </p:cNvPr>
          <p:cNvSpPr txBox="1"/>
          <p:nvPr/>
        </p:nvSpPr>
        <p:spPr>
          <a:xfrm>
            <a:off x="4175467" y="5431075"/>
            <a:ext cx="4312921" cy="400110"/>
          </a:xfrm>
          <a:prstGeom prst="rect">
            <a:avLst/>
          </a:prstGeom>
          <a:noFill/>
        </p:spPr>
        <p:txBody>
          <a:bodyPr wrap="square">
            <a:spAutoFit/>
          </a:bodyPr>
          <a:lstStyle/>
          <a:p>
            <a:pPr algn="ctr"/>
            <a:r>
              <a:rPr lang="fr-FR" sz="2000" b="1" dirty="0">
                <a:latin typeface="Times New Roman" panose="02020603050405020304" pitchFamily="18" charset="0"/>
                <a:cs typeface="Times New Roman" panose="02020603050405020304" pitchFamily="18" charset="0"/>
              </a:rPr>
              <a:t>Maintenance industrielle</a:t>
            </a:r>
          </a:p>
        </p:txBody>
      </p:sp>
      <p:sp>
        <p:nvSpPr>
          <p:cNvPr id="52" name="TextBox 51">
            <a:extLst>
              <a:ext uri="{FF2B5EF4-FFF2-40B4-BE49-F238E27FC236}">
                <a16:creationId xmlns:a16="http://schemas.microsoft.com/office/drawing/2014/main" id="{70F2A22F-02F8-A83B-D437-BE0D74682830}"/>
              </a:ext>
            </a:extLst>
          </p:cNvPr>
          <p:cNvSpPr txBox="1"/>
          <p:nvPr/>
        </p:nvSpPr>
        <p:spPr>
          <a:xfrm>
            <a:off x="295407" y="3715764"/>
            <a:ext cx="4334880" cy="646331"/>
          </a:xfrm>
          <a:prstGeom prst="rect">
            <a:avLst/>
          </a:prstGeom>
          <a:noFill/>
        </p:spPr>
        <p:txBody>
          <a:bodyPr wrap="square">
            <a:spAutoFit/>
          </a:bodyPr>
          <a:lstStyle/>
          <a:p>
            <a:pPr algn="ctr"/>
            <a:r>
              <a:rPr lang="fr-FR" b="0" i="0" dirty="0">
                <a:effectLst/>
                <a:latin typeface="Times New Roman" panose="02020603050405020304" pitchFamily="18" charset="0"/>
                <a:cs typeface="Times New Roman" panose="02020603050405020304" pitchFamily="18" charset="0"/>
              </a:rPr>
              <a:t>Garantir la disponibilité des </a:t>
            </a:r>
            <a:r>
              <a:rPr lang="fr-FR" dirty="0">
                <a:latin typeface="Times New Roman" panose="02020603050405020304" pitchFamily="18" charset="0"/>
                <a:cs typeface="Times New Roman" panose="02020603050405020304" pitchFamily="18" charset="0"/>
              </a:rPr>
              <a:t>machines</a:t>
            </a:r>
            <a:endParaRPr lang="fr-FR" b="0" i="0" dirty="0">
              <a:effectLst/>
              <a:latin typeface="Times New Roman" panose="02020603050405020304" pitchFamily="18" charset="0"/>
              <a:cs typeface="Times New Roman" panose="02020603050405020304" pitchFamily="18" charset="0"/>
            </a:endParaRPr>
          </a:p>
          <a:p>
            <a:pPr algn="ctr"/>
            <a:r>
              <a:rPr lang="fr-FR" b="0" i="0" dirty="0">
                <a:effectLst/>
                <a:latin typeface="Times New Roman" panose="02020603050405020304" pitchFamily="18" charset="0"/>
                <a:cs typeface="Times New Roman" panose="02020603050405020304" pitchFamily="18" charset="0"/>
              </a:rPr>
              <a:t> essentielles à la production</a:t>
            </a:r>
            <a:r>
              <a:rPr lang="fr-FR" dirty="0"/>
              <a:t>.</a:t>
            </a:r>
            <a:endParaRPr lang="fr-FR" b="0" i="0" dirty="0">
              <a:effectLst/>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D8E3B7E0-069E-0C63-007F-89BA725F32BD}"/>
              </a:ext>
            </a:extLst>
          </p:cNvPr>
          <p:cNvSpPr txBox="1"/>
          <p:nvPr/>
        </p:nvSpPr>
        <p:spPr>
          <a:xfrm>
            <a:off x="7803186" y="2114083"/>
            <a:ext cx="3484116" cy="646331"/>
          </a:xfrm>
          <a:prstGeom prst="rect">
            <a:avLst/>
          </a:prstGeom>
          <a:noFill/>
        </p:spPr>
        <p:txBody>
          <a:bodyPr wrap="square">
            <a:spAutoFit/>
          </a:bodyPr>
          <a:lstStyle/>
          <a:p>
            <a:pPr algn="ctr">
              <a:buFont typeface="Arial" panose="020B0604020202020204" pitchFamily="34" charset="0"/>
              <a:buNone/>
            </a:pPr>
            <a:r>
              <a:rPr lang="fr-FR" b="0" i="0" dirty="0">
                <a:effectLst/>
                <a:latin typeface="Times New Roman" panose="02020603050405020304" pitchFamily="18" charset="0"/>
                <a:cs typeface="Times New Roman" panose="02020603050405020304" pitchFamily="18" charset="0"/>
              </a:rPr>
              <a:t>Prévenir les pannes et réduire les </a:t>
            </a:r>
          </a:p>
          <a:p>
            <a:pPr algn="ctr">
              <a:buFont typeface="Arial" panose="020B0604020202020204" pitchFamily="34" charset="0"/>
              <a:buNone/>
            </a:pPr>
            <a:r>
              <a:rPr lang="fr-FR" b="0" i="0" dirty="0">
                <a:effectLst/>
                <a:latin typeface="Times New Roman" panose="02020603050405020304" pitchFamily="18" charset="0"/>
                <a:cs typeface="Times New Roman" panose="02020603050405020304" pitchFamily="18" charset="0"/>
              </a:rPr>
              <a:t>temps d’arrêt non planifiés</a:t>
            </a:r>
            <a:r>
              <a:rPr lang="fr-FR" dirty="0"/>
              <a:t>.</a:t>
            </a:r>
            <a:endParaRPr lang="fr-FR" b="0" i="0" dirty="0">
              <a:effectLst/>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C56AABA3-8DD7-425B-2E25-1C80B1D11446}"/>
              </a:ext>
            </a:extLst>
          </p:cNvPr>
          <p:cNvSpPr txBox="1"/>
          <p:nvPr/>
        </p:nvSpPr>
        <p:spPr>
          <a:xfrm>
            <a:off x="7915103" y="4820535"/>
            <a:ext cx="3394186" cy="646331"/>
          </a:xfrm>
          <a:prstGeom prst="rect">
            <a:avLst/>
          </a:prstGeom>
          <a:noFill/>
        </p:spPr>
        <p:txBody>
          <a:bodyPr wrap="square">
            <a:spAutoFit/>
          </a:bodyPr>
          <a:lstStyle/>
          <a:p>
            <a:pPr algn="ctr">
              <a:buFont typeface="Arial" panose="020B0604020202020204" pitchFamily="34" charset="0"/>
              <a:buNone/>
            </a:pPr>
            <a:r>
              <a:rPr lang="fr-FR" dirty="0">
                <a:latin typeface="Times New Roman" panose="02020603050405020304" pitchFamily="18" charset="0"/>
                <a:cs typeface="Times New Roman" panose="02020603050405020304" pitchFamily="18" charset="0"/>
              </a:rPr>
              <a:t>Prolongation de la durée de vie des machines</a:t>
            </a:r>
            <a:r>
              <a:rPr lang="fr-FR" dirty="0">
                <a:solidFill>
                  <a:srgbClr val="374151"/>
                </a:solidFill>
                <a:latin typeface="Söhne"/>
              </a:rPr>
              <a:t>.</a:t>
            </a:r>
            <a:endParaRPr lang="fr-FR" b="0" i="0" dirty="0">
              <a:effectLst/>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9CF88EC4-3380-1975-D04B-70D727C94131}"/>
              </a:ext>
            </a:extLst>
          </p:cNvPr>
          <p:cNvGrpSpPr/>
          <p:nvPr/>
        </p:nvGrpSpPr>
        <p:grpSpPr>
          <a:xfrm>
            <a:off x="5085900" y="832287"/>
            <a:ext cx="1800000" cy="401534"/>
            <a:chOff x="5256762" y="832287"/>
            <a:chExt cx="1800000" cy="401534"/>
          </a:xfrm>
        </p:grpSpPr>
        <p:sp>
          <p:nvSpPr>
            <p:cNvPr id="3" name="Chevron 224">
              <a:extLst>
                <a:ext uri="{FF2B5EF4-FFF2-40B4-BE49-F238E27FC236}">
                  <a16:creationId xmlns:a16="http://schemas.microsoft.com/office/drawing/2014/main" id="{F3F5E17D-3D84-3146-4691-2C091A5BB53F}"/>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4" name="Rectangle 3">
              <a:extLst>
                <a:ext uri="{FF2B5EF4-FFF2-40B4-BE49-F238E27FC236}">
                  <a16:creationId xmlns:a16="http://schemas.microsoft.com/office/drawing/2014/main" id="{9DEC53B5-9657-B550-718A-680380BBA437}"/>
                </a:ext>
              </a:extLst>
            </p:cNvPr>
            <p:cNvSpPr/>
            <p:nvPr/>
          </p:nvSpPr>
          <p:spPr>
            <a:xfrm>
              <a:off x="5499121" y="832287"/>
              <a:ext cx="1231427"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Problématique</a:t>
              </a:r>
            </a:p>
          </p:txBody>
        </p:sp>
      </p:grpSp>
      <p:grpSp>
        <p:nvGrpSpPr>
          <p:cNvPr id="5" name="Group 4">
            <a:extLst>
              <a:ext uri="{FF2B5EF4-FFF2-40B4-BE49-F238E27FC236}">
                <a16:creationId xmlns:a16="http://schemas.microsoft.com/office/drawing/2014/main" id="{B065D945-1EBF-3FA1-6426-BDFF5F13C960}"/>
              </a:ext>
            </a:extLst>
          </p:cNvPr>
          <p:cNvGrpSpPr/>
          <p:nvPr/>
        </p:nvGrpSpPr>
        <p:grpSpPr>
          <a:xfrm>
            <a:off x="670494" y="830997"/>
            <a:ext cx="2045753" cy="401534"/>
            <a:chOff x="1179783" y="830997"/>
            <a:chExt cx="2045753" cy="401534"/>
          </a:xfrm>
        </p:grpSpPr>
        <p:sp>
          <p:nvSpPr>
            <p:cNvPr id="6" name="Chevron 224">
              <a:extLst>
                <a:ext uri="{FF2B5EF4-FFF2-40B4-BE49-F238E27FC236}">
                  <a16:creationId xmlns:a16="http://schemas.microsoft.com/office/drawing/2014/main" id="{6977EDC7-DC78-7EF3-D482-9DFF17522858}"/>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7" name="Rectangle 6">
              <a:extLst>
                <a:ext uri="{FF2B5EF4-FFF2-40B4-BE49-F238E27FC236}">
                  <a16:creationId xmlns:a16="http://schemas.microsoft.com/office/drawing/2014/main" id="{1A063C4D-B817-23D5-246D-936452F29A25}"/>
                </a:ext>
              </a:extLst>
            </p:cNvPr>
            <p:cNvSpPr/>
            <p:nvPr/>
          </p:nvSpPr>
          <p:spPr>
            <a:xfrm>
              <a:off x="1179783" y="830997"/>
              <a:ext cx="2045753"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Cadre générale du projet  </a:t>
              </a:r>
            </a:p>
          </p:txBody>
        </p:sp>
      </p:grpSp>
      <p:grpSp>
        <p:nvGrpSpPr>
          <p:cNvPr id="12" name="Group 11">
            <a:extLst>
              <a:ext uri="{FF2B5EF4-FFF2-40B4-BE49-F238E27FC236}">
                <a16:creationId xmlns:a16="http://schemas.microsoft.com/office/drawing/2014/main" id="{8A06E53C-3FEE-F399-70FD-000196FFCD97}"/>
              </a:ext>
            </a:extLst>
          </p:cNvPr>
          <p:cNvGrpSpPr/>
          <p:nvPr/>
        </p:nvGrpSpPr>
        <p:grpSpPr>
          <a:xfrm>
            <a:off x="9326410" y="827768"/>
            <a:ext cx="1800000" cy="401534"/>
            <a:chOff x="5256762" y="832287"/>
            <a:chExt cx="1800000" cy="401534"/>
          </a:xfrm>
        </p:grpSpPr>
        <p:sp>
          <p:nvSpPr>
            <p:cNvPr id="13" name="Chevron 224">
              <a:extLst>
                <a:ext uri="{FF2B5EF4-FFF2-40B4-BE49-F238E27FC236}">
                  <a16:creationId xmlns:a16="http://schemas.microsoft.com/office/drawing/2014/main" id="{52AA9940-54FC-2455-56A8-0ABA254C17A0}"/>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15" name="Rectangle 14">
              <a:extLst>
                <a:ext uri="{FF2B5EF4-FFF2-40B4-BE49-F238E27FC236}">
                  <a16:creationId xmlns:a16="http://schemas.microsoft.com/office/drawing/2014/main" id="{A0996EA1-4717-926C-5E41-FEDC31E91CF8}"/>
                </a:ext>
              </a:extLst>
            </p:cNvPr>
            <p:cNvSpPr/>
            <p:nvPr/>
          </p:nvSpPr>
          <p:spPr>
            <a:xfrm>
              <a:off x="5718734" y="832287"/>
              <a:ext cx="792205"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Solution</a:t>
              </a:r>
            </a:p>
          </p:txBody>
        </p:sp>
      </p:grpSp>
      <p:sp>
        <p:nvSpPr>
          <p:cNvPr id="16" name="Isosceles Triangle 225">
            <a:extLst>
              <a:ext uri="{FF2B5EF4-FFF2-40B4-BE49-F238E27FC236}">
                <a16:creationId xmlns:a16="http://schemas.microsoft.com/office/drawing/2014/main" id="{6D78FB98-3D72-AB91-D7C2-D00715E0B54F}"/>
              </a:ext>
            </a:extLst>
          </p:cNvPr>
          <p:cNvSpPr/>
          <p:nvPr/>
        </p:nvSpPr>
        <p:spPr>
          <a:xfrm rot="10800000">
            <a:off x="1512483"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3C0C0F4-5EBD-A4F7-DCFD-8339F5B2E5C7}"/>
              </a:ext>
            </a:extLst>
          </p:cNvPr>
          <p:cNvSpPr txBox="1"/>
          <p:nvPr/>
        </p:nvSpPr>
        <p:spPr>
          <a:xfrm>
            <a:off x="7775606" y="5266811"/>
            <a:ext cx="3508709" cy="400110"/>
          </a:xfrm>
          <a:prstGeom prst="rect">
            <a:avLst/>
          </a:prstGeom>
          <a:noFill/>
        </p:spPr>
        <p:txBody>
          <a:bodyPr wrap="square">
            <a:spAutoFit/>
          </a:bodyPr>
          <a:lstStyle/>
          <a:p>
            <a:pPr algn="ctr"/>
            <a:r>
              <a:rPr lang="fr-FR" sz="2000" b="0" i="0" dirty="0">
                <a:solidFill>
                  <a:schemeClr val="bg1"/>
                </a:solidFill>
                <a:effectLst/>
                <a:latin typeface="Times New Roman" panose="02020603050405020304" pitchFamily="18" charset="0"/>
                <a:cs typeface="Times New Roman" panose="02020603050405020304" pitchFamily="18" charset="0"/>
              </a:rPr>
              <a:t>Manque de standardisation  </a:t>
            </a:r>
          </a:p>
        </p:txBody>
      </p:sp>
      <p:sp>
        <p:nvSpPr>
          <p:cNvPr id="18" name="TextBox 17">
            <a:extLst>
              <a:ext uri="{FF2B5EF4-FFF2-40B4-BE49-F238E27FC236}">
                <a16:creationId xmlns:a16="http://schemas.microsoft.com/office/drawing/2014/main" id="{7BCF0AD3-7CDB-735F-7B22-7F07242ACC35}"/>
              </a:ext>
            </a:extLst>
          </p:cNvPr>
          <p:cNvSpPr txBox="1"/>
          <p:nvPr/>
        </p:nvSpPr>
        <p:spPr>
          <a:xfrm>
            <a:off x="2477352" y="112829"/>
            <a:ext cx="7237295" cy="480581"/>
          </a:xfrm>
          <a:prstGeom prst="rect">
            <a:avLst/>
          </a:prstGeom>
          <a:noFill/>
        </p:spPr>
        <p:txBody>
          <a:bodyPr wrap="square" rtlCol="0">
            <a:spAutoFit/>
          </a:bodyPr>
          <a:lstStyle/>
          <a:p>
            <a:pPr marL="0" algn="ctr" rtl="0" eaLnBrk="1" latinLnBrk="0" hangingPunct="1">
              <a:lnSpc>
                <a:spcPts val="2800"/>
              </a:lnSpc>
              <a:spcBef>
                <a:spcPts val="0"/>
              </a:spcBef>
              <a:spcAft>
                <a:spcPts val="0"/>
              </a:spcAft>
            </a:pPr>
            <a:r>
              <a:rPr lang="fr-FR" sz="3600" b="1" kern="1200" dirty="0">
                <a:solidFill>
                  <a:srgbClr val="003076"/>
                </a:solidFill>
                <a:effectLst/>
                <a:latin typeface="Times New Roman" panose="02020603050405020304" pitchFamily="18" charset="0"/>
                <a:ea typeface="+mn-ea"/>
                <a:cs typeface="Times New Roman" panose="02020603050405020304" pitchFamily="18" charset="0"/>
              </a:rPr>
              <a:t>Présentation de l’application</a:t>
            </a:r>
            <a:endParaRPr lang="fr-FR" sz="4000" dirty="0">
              <a:effectLst/>
            </a:endParaRPr>
          </a:p>
        </p:txBody>
      </p:sp>
    </p:spTree>
    <p:extLst>
      <p:ext uri="{BB962C8B-B14F-4D97-AF65-F5344CB8AC3E}">
        <p14:creationId xmlns:p14="http://schemas.microsoft.com/office/powerpoint/2010/main" val="1673173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nodeType="after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childTnLst>
                          </p:cTn>
                        </p:par>
                        <p:par>
                          <p:cTn id="27" fill="hold">
                            <p:stCondLst>
                              <p:cond delay="1500"/>
                            </p:stCondLst>
                            <p:childTnLst>
                              <p:par>
                                <p:cTn id="28" presetID="10" presetClass="entr" presetSubtype="0"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2E9B1FB-4A40-4EF7-B81F-5A6C94C301FF}"/>
              </a:ext>
            </a:extLst>
          </p:cNvPr>
          <p:cNvSpPr txBox="1"/>
          <p:nvPr/>
        </p:nvSpPr>
        <p:spPr>
          <a:xfrm>
            <a:off x="2473292" y="0"/>
            <a:ext cx="7237295" cy="646331"/>
          </a:xfrm>
          <a:prstGeom prst="rect">
            <a:avLst/>
          </a:prstGeom>
          <a:noFill/>
        </p:spPr>
        <p:txBody>
          <a:bodyPr wrap="square" rtlCol="0">
            <a:spAutoFit/>
          </a:bodyPr>
          <a:lstStyle/>
          <a:p>
            <a:pPr algn="ctr"/>
            <a:r>
              <a:rPr lang="fr-FR" altLang="ko-KR" sz="3600" b="1" dirty="0">
                <a:solidFill>
                  <a:srgbClr val="003076"/>
                </a:solidFill>
                <a:latin typeface="Times New Roman" panose="02020603050405020304" pitchFamily="18" charset="0"/>
                <a:cs typeface="Times New Roman" panose="02020603050405020304" pitchFamily="18" charset="0"/>
              </a:rPr>
              <a:t>Contexte d’étude</a:t>
            </a:r>
          </a:p>
        </p:txBody>
      </p:sp>
      <p:sp>
        <p:nvSpPr>
          <p:cNvPr id="13" name="TextBox 12">
            <a:extLst>
              <a:ext uri="{FF2B5EF4-FFF2-40B4-BE49-F238E27FC236}">
                <a16:creationId xmlns:a16="http://schemas.microsoft.com/office/drawing/2014/main" id="{337352D1-5F92-52A1-42E6-C4BD77572B9B}"/>
              </a:ext>
            </a:extLst>
          </p:cNvPr>
          <p:cNvSpPr txBox="1"/>
          <p:nvPr/>
        </p:nvSpPr>
        <p:spPr>
          <a:xfrm>
            <a:off x="7446821" y="1858700"/>
            <a:ext cx="4312921" cy="707886"/>
          </a:xfrm>
          <a:prstGeom prst="rect">
            <a:avLst/>
          </a:prstGeom>
          <a:noFill/>
        </p:spPr>
        <p:txBody>
          <a:bodyPr wrap="square">
            <a:spAutoFit/>
          </a:bodyPr>
          <a:lstStyle/>
          <a:p>
            <a:pPr algn="ctr"/>
            <a:r>
              <a:rPr lang="fr-FR" sz="2000" dirty="0">
                <a:latin typeface="Times New Roman" panose="02020603050405020304" pitchFamily="18" charset="0"/>
                <a:cs typeface="Times New Roman" panose="02020603050405020304" pitchFamily="18" charset="0"/>
              </a:rPr>
              <a:t>Surcharge de paperasse et fiabilité des données compromise</a:t>
            </a:r>
          </a:p>
        </p:txBody>
      </p:sp>
      <p:sp>
        <p:nvSpPr>
          <p:cNvPr id="14" name="TextBox 13">
            <a:extLst>
              <a:ext uri="{FF2B5EF4-FFF2-40B4-BE49-F238E27FC236}">
                <a16:creationId xmlns:a16="http://schemas.microsoft.com/office/drawing/2014/main" id="{C66A1944-293F-827A-5C52-58C314A06B37}"/>
              </a:ext>
            </a:extLst>
          </p:cNvPr>
          <p:cNvSpPr txBox="1"/>
          <p:nvPr/>
        </p:nvSpPr>
        <p:spPr>
          <a:xfrm>
            <a:off x="146645" y="5319117"/>
            <a:ext cx="4312921" cy="1015663"/>
          </a:xfrm>
          <a:prstGeom prst="rect">
            <a:avLst/>
          </a:prstGeom>
          <a:noFill/>
        </p:spPr>
        <p:txBody>
          <a:bodyPr wrap="square">
            <a:spAutoFit/>
          </a:bodyPr>
          <a:lstStyle/>
          <a:p>
            <a:pPr algn="ctr"/>
            <a:r>
              <a:rPr lang="fr-FR" sz="2000" dirty="0">
                <a:latin typeface="Times New Roman" panose="02020603050405020304" pitchFamily="18" charset="0"/>
                <a:cs typeface="Times New Roman" panose="02020603050405020304" pitchFamily="18" charset="0"/>
              </a:rPr>
              <a:t>Difficulté à suivre les mouvements et l’emplacement des machines (chaîne , parc machine, etc.).</a:t>
            </a:r>
          </a:p>
        </p:txBody>
      </p:sp>
      <p:sp>
        <p:nvSpPr>
          <p:cNvPr id="25" name="TextBox 24">
            <a:extLst>
              <a:ext uri="{FF2B5EF4-FFF2-40B4-BE49-F238E27FC236}">
                <a16:creationId xmlns:a16="http://schemas.microsoft.com/office/drawing/2014/main" id="{DC3E250A-EC56-7E94-A0F2-99E14CDCDEB7}"/>
              </a:ext>
            </a:extLst>
          </p:cNvPr>
          <p:cNvSpPr txBox="1"/>
          <p:nvPr/>
        </p:nvSpPr>
        <p:spPr>
          <a:xfrm>
            <a:off x="8215917" y="5266928"/>
            <a:ext cx="3508709" cy="1015663"/>
          </a:xfrm>
          <a:prstGeom prst="rect">
            <a:avLst/>
          </a:prstGeom>
          <a:noFill/>
        </p:spPr>
        <p:txBody>
          <a:bodyPr wrap="square">
            <a:spAutoFit/>
          </a:bodyPr>
          <a:lstStyle/>
          <a:p>
            <a:pPr algn="ctr"/>
            <a:r>
              <a:rPr lang="fr-FR" sz="2000" dirty="0">
                <a:latin typeface="Times New Roman" panose="02020603050405020304" pitchFamily="18" charset="0"/>
                <a:cs typeface="Times New Roman" panose="02020603050405020304" pitchFamily="18" charset="0"/>
              </a:rPr>
              <a:t>Problèmes de communication entre les équipes de maintenance</a:t>
            </a:r>
          </a:p>
        </p:txBody>
      </p:sp>
      <p:grpSp>
        <p:nvGrpSpPr>
          <p:cNvPr id="25603" name="Google Shape;97;p16">
            <a:extLst>
              <a:ext uri="{FF2B5EF4-FFF2-40B4-BE49-F238E27FC236}">
                <a16:creationId xmlns:a16="http://schemas.microsoft.com/office/drawing/2014/main" id="{4344F6EF-2A43-1EF3-A1FF-A5C0BDDE2DC7}"/>
              </a:ext>
            </a:extLst>
          </p:cNvPr>
          <p:cNvGrpSpPr/>
          <p:nvPr/>
        </p:nvGrpSpPr>
        <p:grpSpPr>
          <a:xfrm>
            <a:off x="7377660" y="3896940"/>
            <a:ext cx="397946" cy="401120"/>
            <a:chOff x="1777925" y="1953700"/>
            <a:chExt cx="294600" cy="296950"/>
          </a:xfrm>
          <a:solidFill>
            <a:srgbClr val="003076"/>
          </a:solidFill>
        </p:grpSpPr>
        <p:sp>
          <p:nvSpPr>
            <p:cNvPr id="25604" name="Google Shape;98;p16">
              <a:extLst>
                <a:ext uri="{FF2B5EF4-FFF2-40B4-BE49-F238E27FC236}">
                  <a16:creationId xmlns:a16="http://schemas.microsoft.com/office/drawing/2014/main" id="{766FF898-F98F-BEFE-4FC2-7FCE30A4DA45}"/>
                </a:ext>
              </a:extLst>
            </p:cNvPr>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5" name="Google Shape;99;p16">
              <a:extLst>
                <a:ext uri="{FF2B5EF4-FFF2-40B4-BE49-F238E27FC236}">
                  <a16:creationId xmlns:a16="http://schemas.microsoft.com/office/drawing/2014/main" id="{890151FD-AA6E-38C4-A93E-6571BF4F3DF0}"/>
                </a:ext>
              </a:extLst>
            </p:cNvPr>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6" name="Google Shape;100;p16">
              <a:extLst>
                <a:ext uri="{FF2B5EF4-FFF2-40B4-BE49-F238E27FC236}">
                  <a16:creationId xmlns:a16="http://schemas.microsoft.com/office/drawing/2014/main" id="{B992DA65-4269-C4EF-5C01-9A0662C1866E}"/>
                </a:ext>
              </a:extLst>
            </p:cNvPr>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7" name="Google Shape;101;p16">
              <a:extLst>
                <a:ext uri="{FF2B5EF4-FFF2-40B4-BE49-F238E27FC236}">
                  <a16:creationId xmlns:a16="http://schemas.microsoft.com/office/drawing/2014/main" id="{6F75417D-2907-C8C6-06E5-D819ACA44296}"/>
                </a:ext>
              </a:extLst>
            </p:cNvPr>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8" name="Google Shape;119;p16">
            <a:extLst>
              <a:ext uri="{FF2B5EF4-FFF2-40B4-BE49-F238E27FC236}">
                <a16:creationId xmlns:a16="http://schemas.microsoft.com/office/drawing/2014/main" id="{4E9F2E3B-AFA2-C77C-A8DF-0C6556F3C2C4}"/>
              </a:ext>
            </a:extLst>
          </p:cNvPr>
          <p:cNvGrpSpPr/>
          <p:nvPr/>
        </p:nvGrpSpPr>
        <p:grpSpPr>
          <a:xfrm>
            <a:off x="4928860" y="4727476"/>
            <a:ext cx="394322" cy="393281"/>
            <a:chOff x="-3854375" y="2405000"/>
            <a:chExt cx="294600" cy="293800"/>
          </a:xfrm>
          <a:solidFill>
            <a:srgbClr val="003076"/>
          </a:solidFill>
        </p:grpSpPr>
        <p:sp>
          <p:nvSpPr>
            <p:cNvPr id="25609" name="Google Shape;120;p16">
              <a:extLst>
                <a:ext uri="{FF2B5EF4-FFF2-40B4-BE49-F238E27FC236}">
                  <a16:creationId xmlns:a16="http://schemas.microsoft.com/office/drawing/2014/main" id="{7F7A6A98-B689-464A-3C4E-29E8D58558D3}"/>
                </a:ext>
              </a:extLst>
            </p:cNvPr>
            <p:cNvSpPr/>
            <p:nvPr/>
          </p:nvSpPr>
          <p:spPr>
            <a:xfrm>
              <a:off x="-3854375" y="2405000"/>
              <a:ext cx="294600" cy="293800"/>
            </a:xfrm>
            <a:custGeom>
              <a:avLst/>
              <a:gdLst/>
              <a:ahLst/>
              <a:cxnLst/>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0" name="Google Shape;121;p16">
              <a:extLst>
                <a:ext uri="{FF2B5EF4-FFF2-40B4-BE49-F238E27FC236}">
                  <a16:creationId xmlns:a16="http://schemas.microsoft.com/office/drawing/2014/main" id="{768C8966-725B-BFB7-1144-3E849FB91B95}"/>
                </a:ext>
              </a:extLst>
            </p:cNvPr>
            <p:cNvSpPr/>
            <p:nvPr/>
          </p:nvSpPr>
          <p:spPr>
            <a:xfrm>
              <a:off x="-3731500" y="2458550"/>
              <a:ext cx="84300" cy="84300"/>
            </a:xfrm>
            <a:custGeom>
              <a:avLst/>
              <a:gdLst/>
              <a:ahLst/>
              <a:cxnLst/>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grpFill/>
            <a:ln>
              <a:solidFill>
                <a:srgbClr val="003076"/>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18" name="자유형: 도형 113">
            <a:extLst>
              <a:ext uri="{FF2B5EF4-FFF2-40B4-BE49-F238E27FC236}">
                <a16:creationId xmlns:a16="http://schemas.microsoft.com/office/drawing/2014/main" id="{27027623-0A0D-79FE-C7B5-AE69A467A2A8}"/>
              </a:ext>
            </a:extLst>
          </p:cNvPr>
          <p:cNvSpPr/>
          <p:nvPr/>
        </p:nvSpPr>
        <p:spPr>
          <a:xfrm rot="10800000">
            <a:off x="6751389" y="3281758"/>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25620" name="자유형: 도형 116">
            <a:extLst>
              <a:ext uri="{FF2B5EF4-FFF2-40B4-BE49-F238E27FC236}">
                <a16:creationId xmlns:a16="http://schemas.microsoft.com/office/drawing/2014/main" id="{6873ECFC-A328-658E-A0F9-BAEF8BB0CFA9}"/>
              </a:ext>
            </a:extLst>
          </p:cNvPr>
          <p:cNvSpPr/>
          <p:nvPr/>
        </p:nvSpPr>
        <p:spPr>
          <a:xfrm rot="10359663">
            <a:off x="4336955" y="4120434"/>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25624" name="TextBox 25623">
            <a:extLst>
              <a:ext uri="{FF2B5EF4-FFF2-40B4-BE49-F238E27FC236}">
                <a16:creationId xmlns:a16="http://schemas.microsoft.com/office/drawing/2014/main" id="{A5DA8DD7-5AED-8566-62B8-2FBA4F3DDFE3}"/>
              </a:ext>
            </a:extLst>
          </p:cNvPr>
          <p:cNvSpPr txBox="1"/>
          <p:nvPr/>
        </p:nvSpPr>
        <p:spPr>
          <a:xfrm>
            <a:off x="146646" y="1971181"/>
            <a:ext cx="3659548" cy="1015663"/>
          </a:xfrm>
          <a:prstGeom prst="rect">
            <a:avLst/>
          </a:prstGeom>
          <a:noFill/>
        </p:spPr>
        <p:txBody>
          <a:bodyPr wrap="square">
            <a:spAutoFit/>
          </a:bodyPr>
          <a:lstStyle/>
          <a:p>
            <a:pPr algn="ctr"/>
            <a:r>
              <a:rPr lang="fr-FR" sz="2000" dirty="0">
                <a:latin typeface="Times New Roman" panose="02020603050405020304" pitchFamily="18" charset="0"/>
                <a:cs typeface="Times New Roman" panose="02020603050405020304" pitchFamily="18" charset="0"/>
              </a:rPr>
              <a:t>Manque de traçabilité des inventaires et de l’historique des interventions</a:t>
            </a:r>
          </a:p>
        </p:txBody>
      </p:sp>
      <p:cxnSp>
        <p:nvCxnSpPr>
          <p:cNvPr id="25625" name="Elbow Connector 10">
            <a:extLst>
              <a:ext uri="{FF2B5EF4-FFF2-40B4-BE49-F238E27FC236}">
                <a16:creationId xmlns:a16="http://schemas.microsoft.com/office/drawing/2014/main" id="{F4C37221-52C4-C178-CD71-734EF37A1560}"/>
              </a:ext>
            </a:extLst>
          </p:cNvPr>
          <p:cNvCxnSpPr>
            <a:cxnSpLocks/>
          </p:cNvCxnSpPr>
          <p:nvPr/>
        </p:nvCxnSpPr>
        <p:spPr>
          <a:xfrm flipV="1">
            <a:off x="6692630" y="1637145"/>
            <a:ext cx="1780165" cy="1332063"/>
          </a:xfrm>
          <a:prstGeom prst="bentConnector3">
            <a:avLst>
              <a:gd name="adj1" fmla="val -274"/>
            </a:avLst>
          </a:prstGeom>
          <a:ln>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5626" name="Elbow Connector 124">
            <a:extLst>
              <a:ext uri="{FF2B5EF4-FFF2-40B4-BE49-F238E27FC236}">
                <a16:creationId xmlns:a16="http://schemas.microsoft.com/office/drawing/2014/main" id="{18315241-5BC4-3234-9AB9-0DC61AB343B4}"/>
              </a:ext>
            </a:extLst>
          </p:cNvPr>
          <p:cNvCxnSpPr>
            <a:cxnSpLocks/>
          </p:cNvCxnSpPr>
          <p:nvPr/>
        </p:nvCxnSpPr>
        <p:spPr>
          <a:xfrm rot="10800000">
            <a:off x="7140112" y="4972980"/>
            <a:ext cx="1332682" cy="758972"/>
          </a:xfrm>
          <a:prstGeom prst="bentConnector3">
            <a:avLst>
              <a:gd name="adj1" fmla="val 98905"/>
            </a:avLst>
          </a:prstGeom>
          <a:ln>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5627" name="Elbow Connector 132">
            <a:extLst>
              <a:ext uri="{FF2B5EF4-FFF2-40B4-BE49-F238E27FC236}">
                <a16:creationId xmlns:a16="http://schemas.microsoft.com/office/drawing/2014/main" id="{D99D9910-951E-3199-1DAE-211C7B7A1973}"/>
              </a:ext>
            </a:extLst>
          </p:cNvPr>
          <p:cNvCxnSpPr>
            <a:cxnSpLocks/>
          </p:cNvCxnSpPr>
          <p:nvPr/>
        </p:nvCxnSpPr>
        <p:spPr>
          <a:xfrm flipV="1">
            <a:off x="2196899" y="4443812"/>
            <a:ext cx="1597847" cy="529168"/>
          </a:xfrm>
          <a:prstGeom prst="bentConnector3">
            <a:avLst>
              <a:gd name="adj1" fmla="val -530"/>
            </a:avLst>
          </a:prstGeom>
          <a:ln>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6" name="자유형: 도형 114">
            <a:extLst>
              <a:ext uri="{FF2B5EF4-FFF2-40B4-BE49-F238E27FC236}">
                <a16:creationId xmlns:a16="http://schemas.microsoft.com/office/drawing/2014/main" id="{C76777D1-87D4-4333-3543-1C3C0DBAC339}"/>
              </a:ext>
            </a:extLst>
          </p:cNvPr>
          <p:cNvSpPr/>
          <p:nvPr/>
        </p:nvSpPr>
        <p:spPr>
          <a:xfrm rot="12352746">
            <a:off x="5266033" y="2816526"/>
            <a:ext cx="1598790" cy="1661981"/>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grpSp>
        <p:nvGrpSpPr>
          <p:cNvPr id="97" name="Group 96">
            <a:extLst>
              <a:ext uri="{FF2B5EF4-FFF2-40B4-BE49-F238E27FC236}">
                <a16:creationId xmlns:a16="http://schemas.microsoft.com/office/drawing/2014/main" id="{7D10F3EA-83BC-98E9-393E-AB5785B8F7C6}"/>
              </a:ext>
            </a:extLst>
          </p:cNvPr>
          <p:cNvGrpSpPr/>
          <p:nvPr/>
        </p:nvGrpSpPr>
        <p:grpSpPr>
          <a:xfrm>
            <a:off x="5855971" y="3390431"/>
            <a:ext cx="387529" cy="476559"/>
            <a:chOff x="9544125" y="314311"/>
            <a:chExt cx="1802975" cy="1585994"/>
          </a:xfrm>
          <a:solidFill>
            <a:srgbClr val="003076"/>
          </a:solidFill>
        </p:grpSpPr>
        <p:sp>
          <p:nvSpPr>
            <p:cNvPr id="98" name="Freeform: Shape 97">
              <a:extLst>
                <a:ext uri="{FF2B5EF4-FFF2-40B4-BE49-F238E27FC236}">
                  <a16:creationId xmlns:a16="http://schemas.microsoft.com/office/drawing/2014/main" id="{98EE84D3-73DD-C4C3-7577-3CE0934E456D}"/>
                </a:ext>
              </a:extLst>
            </p:cNvPr>
            <p:cNvSpPr/>
            <p:nvPr/>
          </p:nvSpPr>
          <p:spPr>
            <a:xfrm rot="5400000">
              <a:off x="9855308" y="140908"/>
              <a:ext cx="1318389" cy="1665195"/>
            </a:xfrm>
            <a:custGeom>
              <a:avLst/>
              <a:gdLst>
                <a:gd name="connsiteX0" fmla="*/ 855467 w 1318389"/>
                <a:gd name="connsiteY0" fmla="*/ 1312844 h 1665195"/>
                <a:gd name="connsiteX1" fmla="*/ 898407 w 1318389"/>
                <a:gd name="connsiteY1" fmla="*/ 1355784 h 1665195"/>
                <a:gd name="connsiteX2" fmla="*/ 941347 w 1318389"/>
                <a:gd name="connsiteY2" fmla="*/ 1312844 h 1665195"/>
                <a:gd name="connsiteX3" fmla="*/ 898407 w 1318389"/>
                <a:gd name="connsiteY3" fmla="*/ 1269904 h 1665195"/>
                <a:gd name="connsiteX4" fmla="*/ 855467 w 1318389"/>
                <a:gd name="connsiteY4" fmla="*/ 1312844 h 1665195"/>
                <a:gd name="connsiteX5" fmla="*/ 362769 w 1318389"/>
                <a:gd name="connsiteY5" fmla="*/ 236590 h 1665195"/>
                <a:gd name="connsiteX6" fmla="*/ 405229 w 1318389"/>
                <a:gd name="connsiteY6" fmla="*/ 279050 h 1665195"/>
                <a:gd name="connsiteX7" fmla="*/ 447689 w 1318389"/>
                <a:gd name="connsiteY7" fmla="*/ 236590 h 1665195"/>
                <a:gd name="connsiteX8" fmla="*/ 405229 w 1318389"/>
                <a:gd name="connsiteY8" fmla="*/ 194130 h 1665195"/>
                <a:gd name="connsiteX9" fmla="*/ 362769 w 1318389"/>
                <a:gd name="connsiteY9" fmla="*/ 236590 h 1665195"/>
                <a:gd name="connsiteX10" fmla="*/ 348187 w 1318389"/>
                <a:gd name="connsiteY10" fmla="*/ 1312844 h 1665195"/>
                <a:gd name="connsiteX11" fmla="*/ 391127 w 1318389"/>
                <a:gd name="connsiteY11" fmla="*/ 1355784 h 1665195"/>
                <a:gd name="connsiteX12" fmla="*/ 434066 w 1318389"/>
                <a:gd name="connsiteY12" fmla="*/ 1312844 h 1665195"/>
                <a:gd name="connsiteX13" fmla="*/ 391127 w 1318389"/>
                <a:gd name="connsiteY13" fmla="*/ 1269904 h 1665195"/>
                <a:gd name="connsiteX14" fmla="*/ 348187 w 1318389"/>
                <a:gd name="connsiteY14" fmla="*/ 1312844 h 1665195"/>
                <a:gd name="connsiteX15" fmla="*/ 81655 w 1318389"/>
                <a:gd name="connsiteY15" fmla="*/ 873373 h 1665195"/>
                <a:gd name="connsiteX16" fmla="*/ 124595 w 1318389"/>
                <a:gd name="connsiteY16" fmla="*/ 916313 h 1665195"/>
                <a:gd name="connsiteX17" fmla="*/ 167534 w 1318389"/>
                <a:gd name="connsiteY17" fmla="*/ 873373 h 1665195"/>
                <a:gd name="connsiteX18" fmla="*/ 124595 w 1318389"/>
                <a:gd name="connsiteY18" fmla="*/ 830433 h 1665195"/>
                <a:gd name="connsiteX19" fmla="*/ 81655 w 1318389"/>
                <a:gd name="connsiteY19" fmla="*/ 873373 h 1665195"/>
                <a:gd name="connsiteX20" fmla="*/ 898 w 1318389"/>
                <a:gd name="connsiteY20" fmla="*/ 878256 h 1665195"/>
                <a:gd name="connsiteX21" fmla="*/ 59313 w 1318389"/>
                <a:gd name="connsiteY21" fmla="*/ 760898 h 1665195"/>
                <a:gd name="connsiteX22" fmla="*/ 60023 w 1318389"/>
                <a:gd name="connsiteY22" fmla="*/ 760660 h 1665195"/>
                <a:gd name="connsiteX23" fmla="*/ 301509 w 1318389"/>
                <a:gd name="connsiteY23" fmla="*/ 256655 h 1665195"/>
                <a:gd name="connsiteX24" fmla="*/ 300401 w 1318389"/>
                <a:gd name="connsiteY24" fmla="*/ 253678 h 1665195"/>
                <a:gd name="connsiteX25" fmla="*/ 392815 w 1318389"/>
                <a:gd name="connsiteY25" fmla="*/ 125792 h 1665195"/>
                <a:gd name="connsiteX26" fmla="*/ 426561 w 1318389"/>
                <a:gd name="connsiteY26" fmla="*/ 127298 h 1665195"/>
                <a:gd name="connsiteX27" fmla="*/ 501833 w 1318389"/>
                <a:gd name="connsiteY27" fmla="*/ 25203 h 1665195"/>
                <a:gd name="connsiteX28" fmla="*/ 659591 w 1318389"/>
                <a:gd name="connsiteY28" fmla="*/ 0 h 1665195"/>
                <a:gd name="connsiteX29" fmla="*/ 767873 w 1318389"/>
                <a:gd name="connsiteY29" fmla="*/ 94280 h 1665195"/>
                <a:gd name="connsiteX30" fmla="*/ 773474 w 1318389"/>
                <a:gd name="connsiteY30" fmla="*/ 129752 h 1665195"/>
                <a:gd name="connsiteX31" fmla="*/ 750137 w 1318389"/>
                <a:gd name="connsiteY31" fmla="*/ 133486 h 1665195"/>
                <a:gd name="connsiteX32" fmla="*/ 643721 w 1318389"/>
                <a:gd name="connsiteY32" fmla="*/ 50407 h 1665195"/>
                <a:gd name="connsiteX33" fmla="*/ 528905 w 1318389"/>
                <a:gd name="connsiteY33" fmla="*/ 68143 h 1665195"/>
                <a:gd name="connsiteX34" fmla="*/ 477195 w 1318389"/>
                <a:gd name="connsiteY34" fmla="*/ 147376 h 1665195"/>
                <a:gd name="connsiteX35" fmla="*/ 504919 w 1318389"/>
                <a:gd name="connsiteY35" fmla="*/ 176856 h 1665195"/>
                <a:gd name="connsiteX36" fmla="*/ 520701 w 1318389"/>
                <a:gd name="connsiteY36" fmla="*/ 218206 h 1665195"/>
                <a:gd name="connsiteX37" fmla="*/ 520838 w 1318389"/>
                <a:gd name="connsiteY37" fmla="*/ 251739 h 1665195"/>
                <a:gd name="connsiteX38" fmla="*/ 512601 w 1318389"/>
                <a:gd name="connsiteY38" fmla="*/ 279384 h 1665195"/>
                <a:gd name="connsiteX39" fmla="*/ 572778 w 1318389"/>
                <a:gd name="connsiteY39" fmla="*/ 326714 h 1665195"/>
                <a:gd name="connsiteX40" fmla="*/ 687595 w 1318389"/>
                <a:gd name="connsiteY40" fmla="*/ 308045 h 1665195"/>
                <a:gd name="connsiteX41" fmla="*/ 763207 w 1318389"/>
                <a:gd name="connsiteY41" fmla="*/ 196028 h 1665195"/>
                <a:gd name="connsiteX42" fmla="*/ 785610 w 1318389"/>
                <a:gd name="connsiteY42" fmla="*/ 192294 h 1665195"/>
                <a:gd name="connsiteX43" fmla="*/ 791211 w 1318389"/>
                <a:gd name="connsiteY43" fmla="*/ 227766 h 1665195"/>
                <a:gd name="connsiteX44" fmla="*/ 718400 w 1318389"/>
                <a:gd name="connsiteY44" fmla="*/ 350984 h 1665195"/>
                <a:gd name="connsiteX45" fmla="*/ 560643 w 1318389"/>
                <a:gd name="connsiteY45" fmla="*/ 376188 h 1665195"/>
                <a:gd name="connsiteX46" fmla="*/ 481653 w 1318389"/>
                <a:gd name="connsiteY46" fmla="*/ 320430 h 1665195"/>
                <a:gd name="connsiteX47" fmla="*/ 469637 w 1318389"/>
                <a:gd name="connsiteY47" fmla="*/ 330704 h 1665195"/>
                <a:gd name="connsiteX48" fmla="*/ 462283 w 1318389"/>
                <a:gd name="connsiteY48" fmla="*/ 333441 h 1665195"/>
                <a:gd name="connsiteX49" fmla="*/ 252808 w 1318389"/>
                <a:gd name="connsiteY49" fmla="*/ 858867 h 1665195"/>
                <a:gd name="connsiteX50" fmla="*/ 444434 w 1318389"/>
                <a:gd name="connsiteY50" fmla="*/ 1190772 h 1665195"/>
                <a:gd name="connsiteX51" fmla="*/ 801245 w 1318389"/>
                <a:gd name="connsiteY51" fmla="*/ 1187463 h 1665195"/>
                <a:gd name="connsiteX52" fmla="*/ 801245 w 1318389"/>
                <a:gd name="connsiteY52" fmla="*/ 1116815 h 1665195"/>
                <a:gd name="connsiteX53" fmla="*/ 890858 w 1318389"/>
                <a:gd name="connsiteY53" fmla="*/ 1027202 h 1665195"/>
                <a:gd name="connsiteX54" fmla="*/ 1200123 w 1318389"/>
                <a:gd name="connsiteY54" fmla="*/ 1027202 h 1665195"/>
                <a:gd name="connsiteX55" fmla="*/ 1205949 w 1318389"/>
                <a:gd name="connsiteY55" fmla="*/ 998361 h 1665195"/>
                <a:gd name="connsiteX56" fmla="*/ 1288518 w 1318389"/>
                <a:gd name="connsiteY56" fmla="*/ 943622 h 1665195"/>
                <a:gd name="connsiteX57" fmla="*/ 1318389 w 1318389"/>
                <a:gd name="connsiteY57" fmla="*/ 974426 h 1665195"/>
                <a:gd name="connsiteX58" fmla="*/ 1318389 w 1318389"/>
                <a:gd name="connsiteY58" fmla="*/ 1635324 h 1665195"/>
                <a:gd name="connsiteX59" fmla="*/ 1288518 w 1318389"/>
                <a:gd name="connsiteY59" fmla="*/ 1665195 h 1665195"/>
                <a:gd name="connsiteX60" fmla="*/ 1205949 w 1318389"/>
                <a:gd name="connsiteY60" fmla="*/ 1610455 h 1665195"/>
                <a:gd name="connsiteX61" fmla="*/ 1203531 w 1318389"/>
                <a:gd name="connsiteY61" fmla="*/ 1598487 h 1665195"/>
                <a:gd name="connsiteX62" fmla="*/ 890858 w 1318389"/>
                <a:gd name="connsiteY62" fmla="*/ 1598487 h 1665195"/>
                <a:gd name="connsiteX63" fmla="*/ 801245 w 1318389"/>
                <a:gd name="connsiteY63" fmla="*/ 1508873 h 1665195"/>
                <a:gd name="connsiteX64" fmla="*/ 801245 w 1318389"/>
                <a:gd name="connsiteY64" fmla="*/ 1426032 h 1665195"/>
                <a:gd name="connsiteX65" fmla="*/ 379661 w 1318389"/>
                <a:gd name="connsiteY65" fmla="*/ 1429942 h 1665195"/>
                <a:gd name="connsiteX66" fmla="*/ 294951 w 1318389"/>
                <a:gd name="connsiteY66" fmla="*/ 1395390 h 1665195"/>
                <a:gd name="connsiteX67" fmla="*/ 270560 w 1318389"/>
                <a:gd name="connsiteY67" fmla="*/ 1359849 h 1665195"/>
                <a:gd name="connsiteX68" fmla="*/ 263688 w 1318389"/>
                <a:gd name="connsiteY68" fmla="*/ 1352058 h 1665195"/>
                <a:gd name="connsiteX69" fmla="*/ 15908 w 1318389"/>
                <a:gd name="connsiteY69" fmla="*/ 922891 h 1665195"/>
                <a:gd name="connsiteX70" fmla="*/ 898 w 1318389"/>
                <a:gd name="connsiteY70" fmla="*/ 878256 h 166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318389" h="1665195">
                  <a:moveTo>
                    <a:pt x="855467" y="1312844"/>
                  </a:moveTo>
                  <a:cubicBezTo>
                    <a:pt x="855467" y="1336181"/>
                    <a:pt x="875070" y="1355784"/>
                    <a:pt x="898407" y="1355784"/>
                  </a:cubicBezTo>
                  <a:cubicBezTo>
                    <a:pt x="921743" y="1355784"/>
                    <a:pt x="941347" y="1336181"/>
                    <a:pt x="941347" y="1312844"/>
                  </a:cubicBezTo>
                  <a:cubicBezTo>
                    <a:pt x="941347" y="1289508"/>
                    <a:pt x="921743" y="1269904"/>
                    <a:pt x="898407" y="1269904"/>
                  </a:cubicBezTo>
                  <a:cubicBezTo>
                    <a:pt x="875070" y="1269904"/>
                    <a:pt x="855467" y="1289508"/>
                    <a:pt x="855467" y="1312844"/>
                  </a:cubicBezTo>
                  <a:close/>
                  <a:moveTo>
                    <a:pt x="362769" y="236590"/>
                  </a:moveTo>
                  <a:cubicBezTo>
                    <a:pt x="362769" y="260040"/>
                    <a:pt x="381779" y="279050"/>
                    <a:pt x="405229" y="279050"/>
                  </a:cubicBezTo>
                  <a:cubicBezTo>
                    <a:pt x="428679" y="279050"/>
                    <a:pt x="447689" y="260040"/>
                    <a:pt x="447689" y="236590"/>
                  </a:cubicBezTo>
                  <a:cubicBezTo>
                    <a:pt x="447689" y="213140"/>
                    <a:pt x="428679" y="194130"/>
                    <a:pt x="405229" y="194130"/>
                  </a:cubicBezTo>
                  <a:cubicBezTo>
                    <a:pt x="381779" y="194130"/>
                    <a:pt x="362769" y="213140"/>
                    <a:pt x="362769" y="236590"/>
                  </a:cubicBezTo>
                  <a:close/>
                  <a:moveTo>
                    <a:pt x="348187" y="1312844"/>
                  </a:moveTo>
                  <a:cubicBezTo>
                    <a:pt x="348187" y="1336181"/>
                    <a:pt x="367790" y="1355784"/>
                    <a:pt x="391127" y="1355784"/>
                  </a:cubicBezTo>
                  <a:cubicBezTo>
                    <a:pt x="414463" y="1355784"/>
                    <a:pt x="434066" y="1336181"/>
                    <a:pt x="434066" y="1312844"/>
                  </a:cubicBezTo>
                  <a:cubicBezTo>
                    <a:pt x="434066" y="1289508"/>
                    <a:pt x="414463" y="1269904"/>
                    <a:pt x="391127" y="1269904"/>
                  </a:cubicBezTo>
                  <a:cubicBezTo>
                    <a:pt x="367790" y="1269904"/>
                    <a:pt x="348187" y="1289508"/>
                    <a:pt x="348187" y="1312844"/>
                  </a:cubicBezTo>
                  <a:close/>
                  <a:moveTo>
                    <a:pt x="81655" y="873373"/>
                  </a:moveTo>
                  <a:cubicBezTo>
                    <a:pt x="81655" y="896710"/>
                    <a:pt x="101258" y="916313"/>
                    <a:pt x="124595" y="916313"/>
                  </a:cubicBezTo>
                  <a:cubicBezTo>
                    <a:pt x="147931" y="916313"/>
                    <a:pt x="167534" y="896710"/>
                    <a:pt x="167534" y="873373"/>
                  </a:cubicBezTo>
                  <a:cubicBezTo>
                    <a:pt x="167534" y="850037"/>
                    <a:pt x="147931" y="830433"/>
                    <a:pt x="124595" y="830433"/>
                  </a:cubicBezTo>
                  <a:cubicBezTo>
                    <a:pt x="101258" y="830433"/>
                    <a:pt x="81655" y="850037"/>
                    <a:pt x="81655" y="873373"/>
                  </a:cubicBezTo>
                  <a:close/>
                  <a:moveTo>
                    <a:pt x="898" y="878256"/>
                  </a:moveTo>
                  <a:cubicBezTo>
                    <a:pt x="-4792" y="832394"/>
                    <a:pt x="16774" y="785458"/>
                    <a:pt x="59313" y="760898"/>
                  </a:cubicBezTo>
                  <a:lnTo>
                    <a:pt x="60023" y="760660"/>
                  </a:lnTo>
                  <a:lnTo>
                    <a:pt x="301509" y="256655"/>
                  </a:lnTo>
                  <a:lnTo>
                    <a:pt x="300401" y="253678"/>
                  </a:lnTo>
                  <a:cubicBezTo>
                    <a:pt x="291067" y="193002"/>
                    <a:pt x="332139" y="135127"/>
                    <a:pt x="392815" y="125792"/>
                  </a:cubicBezTo>
                  <a:lnTo>
                    <a:pt x="426561" y="127298"/>
                  </a:lnTo>
                  <a:lnTo>
                    <a:pt x="501833" y="25203"/>
                  </a:lnTo>
                  <a:lnTo>
                    <a:pt x="659591" y="0"/>
                  </a:lnTo>
                  <a:lnTo>
                    <a:pt x="767873" y="94280"/>
                  </a:lnTo>
                  <a:lnTo>
                    <a:pt x="773474" y="129752"/>
                  </a:lnTo>
                  <a:lnTo>
                    <a:pt x="750137" y="133486"/>
                  </a:lnTo>
                  <a:lnTo>
                    <a:pt x="643721" y="50407"/>
                  </a:lnTo>
                  <a:lnTo>
                    <a:pt x="528905" y="68143"/>
                  </a:lnTo>
                  <a:lnTo>
                    <a:pt x="477195" y="147376"/>
                  </a:lnTo>
                  <a:lnTo>
                    <a:pt x="504919" y="176856"/>
                  </a:lnTo>
                  <a:cubicBezTo>
                    <a:pt x="512650" y="189093"/>
                    <a:pt x="518134" y="203037"/>
                    <a:pt x="520701" y="218206"/>
                  </a:cubicBezTo>
                  <a:cubicBezTo>
                    <a:pt x="522451" y="229583"/>
                    <a:pt x="522429" y="240861"/>
                    <a:pt x="520838" y="251739"/>
                  </a:cubicBezTo>
                  <a:lnTo>
                    <a:pt x="512601" y="279384"/>
                  </a:lnTo>
                  <a:lnTo>
                    <a:pt x="572778" y="326714"/>
                  </a:lnTo>
                  <a:lnTo>
                    <a:pt x="687595" y="308045"/>
                  </a:lnTo>
                  <a:lnTo>
                    <a:pt x="763207" y="196028"/>
                  </a:lnTo>
                  <a:lnTo>
                    <a:pt x="785610" y="192294"/>
                  </a:lnTo>
                  <a:lnTo>
                    <a:pt x="791211" y="227766"/>
                  </a:lnTo>
                  <a:lnTo>
                    <a:pt x="718400" y="350984"/>
                  </a:lnTo>
                  <a:lnTo>
                    <a:pt x="560643" y="376188"/>
                  </a:lnTo>
                  <a:lnTo>
                    <a:pt x="481653" y="320430"/>
                  </a:lnTo>
                  <a:lnTo>
                    <a:pt x="469637" y="330704"/>
                  </a:lnTo>
                  <a:lnTo>
                    <a:pt x="462283" y="333441"/>
                  </a:lnTo>
                  <a:lnTo>
                    <a:pt x="252808" y="858867"/>
                  </a:lnTo>
                  <a:lnTo>
                    <a:pt x="444434" y="1190772"/>
                  </a:lnTo>
                  <a:lnTo>
                    <a:pt x="801245" y="1187463"/>
                  </a:lnTo>
                  <a:lnTo>
                    <a:pt x="801245" y="1116815"/>
                  </a:lnTo>
                  <a:cubicBezTo>
                    <a:pt x="801245" y="1067341"/>
                    <a:pt x="841384" y="1027202"/>
                    <a:pt x="890858" y="1027202"/>
                  </a:cubicBezTo>
                  <a:lnTo>
                    <a:pt x="1200123" y="1027202"/>
                  </a:lnTo>
                  <a:lnTo>
                    <a:pt x="1205949" y="998361"/>
                  </a:lnTo>
                  <a:cubicBezTo>
                    <a:pt x="1219557" y="966200"/>
                    <a:pt x="1251412" y="943622"/>
                    <a:pt x="1288518" y="943622"/>
                  </a:cubicBezTo>
                  <a:cubicBezTo>
                    <a:pt x="1305320" y="944554"/>
                    <a:pt x="1318389" y="957623"/>
                    <a:pt x="1318389" y="974426"/>
                  </a:cubicBezTo>
                  <a:lnTo>
                    <a:pt x="1318389" y="1635324"/>
                  </a:lnTo>
                  <a:cubicBezTo>
                    <a:pt x="1318389" y="1652126"/>
                    <a:pt x="1305320" y="1665195"/>
                    <a:pt x="1288518" y="1665195"/>
                  </a:cubicBezTo>
                  <a:cubicBezTo>
                    <a:pt x="1251412" y="1665195"/>
                    <a:pt x="1219557" y="1642617"/>
                    <a:pt x="1205949" y="1610455"/>
                  </a:cubicBezTo>
                  <a:lnTo>
                    <a:pt x="1203531" y="1598487"/>
                  </a:lnTo>
                  <a:lnTo>
                    <a:pt x="890858" y="1598487"/>
                  </a:lnTo>
                  <a:cubicBezTo>
                    <a:pt x="841384" y="1598487"/>
                    <a:pt x="801245" y="1558348"/>
                    <a:pt x="801245" y="1508873"/>
                  </a:cubicBezTo>
                  <a:lnTo>
                    <a:pt x="801245" y="1426032"/>
                  </a:lnTo>
                  <a:lnTo>
                    <a:pt x="379661" y="1429942"/>
                  </a:lnTo>
                  <a:cubicBezTo>
                    <a:pt x="346553" y="1429924"/>
                    <a:pt x="316655" y="1416756"/>
                    <a:pt x="294951" y="1395390"/>
                  </a:cubicBezTo>
                  <a:lnTo>
                    <a:pt x="270560" y="1359849"/>
                  </a:lnTo>
                  <a:lnTo>
                    <a:pt x="263688" y="1352058"/>
                  </a:lnTo>
                  <a:lnTo>
                    <a:pt x="15908" y="922891"/>
                  </a:lnTo>
                  <a:cubicBezTo>
                    <a:pt x="7721" y="908711"/>
                    <a:pt x="2795" y="893543"/>
                    <a:pt x="898" y="878256"/>
                  </a:cubicBezTo>
                  <a:close/>
                </a:path>
              </a:pathLst>
            </a:custGeom>
            <a:grpFill/>
            <a:ln w="9525" cap="flat">
              <a:noFill/>
              <a:prstDash val="solid"/>
              <a:miter/>
            </a:ln>
          </p:spPr>
          <p:txBody>
            <a:bodyPr wrap="square" rtlCol="0" anchor="ctr">
              <a:noAutofit/>
            </a:bodyPr>
            <a:lstStyle/>
            <a:p>
              <a:endParaRPr lang="en-US" dirty="0"/>
            </a:p>
          </p:txBody>
        </p:sp>
        <p:sp>
          <p:nvSpPr>
            <p:cNvPr id="99" name="Freeform: Shape 98">
              <a:extLst>
                <a:ext uri="{FF2B5EF4-FFF2-40B4-BE49-F238E27FC236}">
                  <a16:creationId xmlns:a16="http://schemas.microsoft.com/office/drawing/2014/main" id="{EBFFDF07-C81F-778C-12A1-CB0DD084BF8B}"/>
                </a:ext>
              </a:extLst>
            </p:cNvPr>
            <p:cNvSpPr/>
            <p:nvPr/>
          </p:nvSpPr>
          <p:spPr>
            <a:xfrm>
              <a:off x="9544125" y="1625233"/>
              <a:ext cx="1756228" cy="275072"/>
            </a:xfrm>
            <a:custGeom>
              <a:avLst/>
              <a:gdLst>
                <a:gd name="connsiteX0" fmla="*/ 2123188 w 2324346"/>
                <a:gd name="connsiteY0" fmla="*/ 127749 h 364054"/>
                <a:gd name="connsiteX1" fmla="*/ 2067056 w 2324346"/>
                <a:gd name="connsiteY1" fmla="*/ 183881 h 364054"/>
                <a:gd name="connsiteX2" fmla="*/ 2123188 w 2324346"/>
                <a:gd name="connsiteY2" fmla="*/ 240013 h 364054"/>
                <a:gd name="connsiteX3" fmla="*/ 2179320 w 2324346"/>
                <a:gd name="connsiteY3" fmla="*/ 183881 h 364054"/>
                <a:gd name="connsiteX4" fmla="*/ 2123188 w 2324346"/>
                <a:gd name="connsiteY4" fmla="*/ 127749 h 364054"/>
                <a:gd name="connsiteX5" fmla="*/ 1803836 w 2324346"/>
                <a:gd name="connsiteY5" fmla="*/ 127749 h 364054"/>
                <a:gd name="connsiteX6" fmla="*/ 1747704 w 2324346"/>
                <a:gd name="connsiteY6" fmla="*/ 183881 h 364054"/>
                <a:gd name="connsiteX7" fmla="*/ 1803836 w 2324346"/>
                <a:gd name="connsiteY7" fmla="*/ 240013 h 364054"/>
                <a:gd name="connsiteX8" fmla="*/ 1859968 w 2324346"/>
                <a:gd name="connsiteY8" fmla="*/ 183881 h 364054"/>
                <a:gd name="connsiteX9" fmla="*/ 1803836 w 2324346"/>
                <a:gd name="connsiteY9" fmla="*/ 127749 h 364054"/>
                <a:gd name="connsiteX10" fmla="*/ 1484484 w 2324346"/>
                <a:gd name="connsiteY10" fmla="*/ 127749 h 364054"/>
                <a:gd name="connsiteX11" fmla="*/ 1428352 w 2324346"/>
                <a:gd name="connsiteY11" fmla="*/ 183881 h 364054"/>
                <a:gd name="connsiteX12" fmla="*/ 1484484 w 2324346"/>
                <a:gd name="connsiteY12" fmla="*/ 240013 h 364054"/>
                <a:gd name="connsiteX13" fmla="*/ 1540616 w 2324346"/>
                <a:gd name="connsiteY13" fmla="*/ 183881 h 364054"/>
                <a:gd name="connsiteX14" fmla="*/ 1484484 w 2324346"/>
                <a:gd name="connsiteY14" fmla="*/ 127749 h 364054"/>
                <a:gd name="connsiteX15" fmla="*/ 1165131 w 2324346"/>
                <a:gd name="connsiteY15" fmla="*/ 127749 h 364054"/>
                <a:gd name="connsiteX16" fmla="*/ 1108999 w 2324346"/>
                <a:gd name="connsiteY16" fmla="*/ 183881 h 364054"/>
                <a:gd name="connsiteX17" fmla="*/ 1165131 w 2324346"/>
                <a:gd name="connsiteY17" fmla="*/ 240013 h 364054"/>
                <a:gd name="connsiteX18" fmla="*/ 1221263 w 2324346"/>
                <a:gd name="connsiteY18" fmla="*/ 183881 h 364054"/>
                <a:gd name="connsiteX19" fmla="*/ 1165131 w 2324346"/>
                <a:gd name="connsiteY19" fmla="*/ 127749 h 364054"/>
                <a:gd name="connsiteX20" fmla="*/ 845779 w 2324346"/>
                <a:gd name="connsiteY20" fmla="*/ 127749 h 364054"/>
                <a:gd name="connsiteX21" fmla="*/ 789647 w 2324346"/>
                <a:gd name="connsiteY21" fmla="*/ 183881 h 364054"/>
                <a:gd name="connsiteX22" fmla="*/ 845779 w 2324346"/>
                <a:gd name="connsiteY22" fmla="*/ 240013 h 364054"/>
                <a:gd name="connsiteX23" fmla="*/ 901911 w 2324346"/>
                <a:gd name="connsiteY23" fmla="*/ 183881 h 364054"/>
                <a:gd name="connsiteX24" fmla="*/ 845779 w 2324346"/>
                <a:gd name="connsiteY24" fmla="*/ 127749 h 364054"/>
                <a:gd name="connsiteX25" fmla="*/ 526427 w 2324346"/>
                <a:gd name="connsiteY25" fmla="*/ 127749 h 364054"/>
                <a:gd name="connsiteX26" fmla="*/ 470295 w 2324346"/>
                <a:gd name="connsiteY26" fmla="*/ 183881 h 364054"/>
                <a:gd name="connsiteX27" fmla="*/ 526427 w 2324346"/>
                <a:gd name="connsiteY27" fmla="*/ 240013 h 364054"/>
                <a:gd name="connsiteX28" fmla="*/ 582559 w 2324346"/>
                <a:gd name="connsiteY28" fmla="*/ 183881 h 364054"/>
                <a:gd name="connsiteX29" fmla="*/ 526427 w 2324346"/>
                <a:gd name="connsiteY29" fmla="*/ 127749 h 364054"/>
                <a:gd name="connsiteX30" fmla="*/ 207075 w 2324346"/>
                <a:gd name="connsiteY30" fmla="*/ 127749 h 364054"/>
                <a:gd name="connsiteX31" fmla="*/ 150943 w 2324346"/>
                <a:gd name="connsiteY31" fmla="*/ 183881 h 364054"/>
                <a:gd name="connsiteX32" fmla="*/ 207075 w 2324346"/>
                <a:gd name="connsiteY32" fmla="*/ 240013 h 364054"/>
                <a:gd name="connsiteX33" fmla="*/ 263207 w 2324346"/>
                <a:gd name="connsiteY33" fmla="*/ 183881 h 364054"/>
                <a:gd name="connsiteX34" fmla="*/ 207075 w 2324346"/>
                <a:gd name="connsiteY34" fmla="*/ 127749 h 364054"/>
                <a:gd name="connsiteX35" fmla="*/ 2123188 w 2324346"/>
                <a:gd name="connsiteY35" fmla="*/ 71617 h 364054"/>
                <a:gd name="connsiteX36" fmla="*/ 2235452 w 2324346"/>
                <a:gd name="connsiteY36" fmla="*/ 183881 h 364054"/>
                <a:gd name="connsiteX37" fmla="*/ 2123188 w 2324346"/>
                <a:gd name="connsiteY37" fmla="*/ 296145 h 364054"/>
                <a:gd name="connsiteX38" fmla="*/ 2010924 w 2324346"/>
                <a:gd name="connsiteY38" fmla="*/ 183881 h 364054"/>
                <a:gd name="connsiteX39" fmla="*/ 2123188 w 2324346"/>
                <a:gd name="connsiteY39" fmla="*/ 71617 h 364054"/>
                <a:gd name="connsiteX40" fmla="*/ 1803836 w 2324346"/>
                <a:gd name="connsiteY40" fmla="*/ 71617 h 364054"/>
                <a:gd name="connsiteX41" fmla="*/ 1916100 w 2324346"/>
                <a:gd name="connsiteY41" fmla="*/ 183881 h 364054"/>
                <a:gd name="connsiteX42" fmla="*/ 1803836 w 2324346"/>
                <a:gd name="connsiteY42" fmla="*/ 296145 h 364054"/>
                <a:gd name="connsiteX43" fmla="*/ 1691572 w 2324346"/>
                <a:gd name="connsiteY43" fmla="*/ 183881 h 364054"/>
                <a:gd name="connsiteX44" fmla="*/ 1803836 w 2324346"/>
                <a:gd name="connsiteY44" fmla="*/ 71617 h 364054"/>
                <a:gd name="connsiteX45" fmla="*/ 1484484 w 2324346"/>
                <a:gd name="connsiteY45" fmla="*/ 71617 h 364054"/>
                <a:gd name="connsiteX46" fmla="*/ 1596748 w 2324346"/>
                <a:gd name="connsiteY46" fmla="*/ 183881 h 364054"/>
                <a:gd name="connsiteX47" fmla="*/ 1484484 w 2324346"/>
                <a:gd name="connsiteY47" fmla="*/ 296145 h 364054"/>
                <a:gd name="connsiteX48" fmla="*/ 1372220 w 2324346"/>
                <a:gd name="connsiteY48" fmla="*/ 183881 h 364054"/>
                <a:gd name="connsiteX49" fmla="*/ 1484484 w 2324346"/>
                <a:gd name="connsiteY49" fmla="*/ 71617 h 364054"/>
                <a:gd name="connsiteX50" fmla="*/ 1165131 w 2324346"/>
                <a:gd name="connsiteY50" fmla="*/ 71617 h 364054"/>
                <a:gd name="connsiteX51" fmla="*/ 1277395 w 2324346"/>
                <a:gd name="connsiteY51" fmla="*/ 183881 h 364054"/>
                <a:gd name="connsiteX52" fmla="*/ 1165131 w 2324346"/>
                <a:gd name="connsiteY52" fmla="*/ 296145 h 364054"/>
                <a:gd name="connsiteX53" fmla="*/ 1052867 w 2324346"/>
                <a:gd name="connsiteY53" fmla="*/ 183881 h 364054"/>
                <a:gd name="connsiteX54" fmla="*/ 1165131 w 2324346"/>
                <a:gd name="connsiteY54" fmla="*/ 71617 h 364054"/>
                <a:gd name="connsiteX55" fmla="*/ 845779 w 2324346"/>
                <a:gd name="connsiteY55" fmla="*/ 71617 h 364054"/>
                <a:gd name="connsiteX56" fmla="*/ 958043 w 2324346"/>
                <a:gd name="connsiteY56" fmla="*/ 183881 h 364054"/>
                <a:gd name="connsiteX57" fmla="*/ 845779 w 2324346"/>
                <a:gd name="connsiteY57" fmla="*/ 296145 h 364054"/>
                <a:gd name="connsiteX58" fmla="*/ 733515 w 2324346"/>
                <a:gd name="connsiteY58" fmla="*/ 183881 h 364054"/>
                <a:gd name="connsiteX59" fmla="*/ 845779 w 2324346"/>
                <a:gd name="connsiteY59" fmla="*/ 71617 h 364054"/>
                <a:gd name="connsiteX60" fmla="*/ 526427 w 2324346"/>
                <a:gd name="connsiteY60" fmla="*/ 71617 h 364054"/>
                <a:gd name="connsiteX61" fmla="*/ 638691 w 2324346"/>
                <a:gd name="connsiteY61" fmla="*/ 183881 h 364054"/>
                <a:gd name="connsiteX62" fmla="*/ 526427 w 2324346"/>
                <a:gd name="connsiteY62" fmla="*/ 296145 h 364054"/>
                <a:gd name="connsiteX63" fmla="*/ 414163 w 2324346"/>
                <a:gd name="connsiteY63" fmla="*/ 183881 h 364054"/>
                <a:gd name="connsiteX64" fmla="*/ 526427 w 2324346"/>
                <a:gd name="connsiteY64" fmla="*/ 71617 h 364054"/>
                <a:gd name="connsiteX65" fmla="*/ 207075 w 2324346"/>
                <a:gd name="connsiteY65" fmla="*/ 71617 h 364054"/>
                <a:gd name="connsiteX66" fmla="*/ 319339 w 2324346"/>
                <a:gd name="connsiteY66" fmla="*/ 183881 h 364054"/>
                <a:gd name="connsiteX67" fmla="*/ 207075 w 2324346"/>
                <a:gd name="connsiteY67" fmla="*/ 296145 h 364054"/>
                <a:gd name="connsiteX68" fmla="*/ 94811 w 2324346"/>
                <a:gd name="connsiteY68" fmla="*/ 183881 h 364054"/>
                <a:gd name="connsiteX69" fmla="*/ 207075 w 2324346"/>
                <a:gd name="connsiteY69" fmla="*/ 71617 h 364054"/>
                <a:gd name="connsiteX70" fmla="*/ 182844 w 2324346"/>
                <a:gd name="connsiteY70" fmla="*/ 45713 h 364054"/>
                <a:gd name="connsiteX71" fmla="*/ 46530 w 2324346"/>
                <a:gd name="connsiteY71" fmla="*/ 182027 h 364054"/>
                <a:gd name="connsiteX72" fmla="*/ 182844 w 2324346"/>
                <a:gd name="connsiteY72" fmla="*/ 318341 h 364054"/>
                <a:gd name="connsiteX73" fmla="*/ 2141502 w 2324346"/>
                <a:gd name="connsiteY73" fmla="*/ 318341 h 364054"/>
                <a:gd name="connsiteX74" fmla="*/ 2277816 w 2324346"/>
                <a:gd name="connsiteY74" fmla="*/ 182027 h 364054"/>
                <a:gd name="connsiteX75" fmla="*/ 2141502 w 2324346"/>
                <a:gd name="connsiteY75" fmla="*/ 45713 h 364054"/>
                <a:gd name="connsiteX76" fmla="*/ 182027 w 2324346"/>
                <a:gd name="connsiteY76" fmla="*/ 0 h 364054"/>
                <a:gd name="connsiteX77" fmla="*/ 2142319 w 2324346"/>
                <a:gd name="connsiteY77" fmla="*/ 0 h 364054"/>
                <a:gd name="connsiteX78" fmla="*/ 2324346 w 2324346"/>
                <a:gd name="connsiteY78" fmla="*/ 182027 h 364054"/>
                <a:gd name="connsiteX79" fmla="*/ 2142319 w 2324346"/>
                <a:gd name="connsiteY79" fmla="*/ 364054 h 364054"/>
                <a:gd name="connsiteX80" fmla="*/ 182027 w 2324346"/>
                <a:gd name="connsiteY80" fmla="*/ 364054 h 364054"/>
                <a:gd name="connsiteX81" fmla="*/ 0 w 2324346"/>
                <a:gd name="connsiteY81" fmla="*/ 182027 h 364054"/>
                <a:gd name="connsiteX82" fmla="*/ 182027 w 2324346"/>
                <a:gd name="connsiteY82" fmla="*/ 0 h 36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324346" h="364054">
                  <a:moveTo>
                    <a:pt x="2123188" y="127749"/>
                  </a:moveTo>
                  <a:cubicBezTo>
                    <a:pt x="2092187" y="127749"/>
                    <a:pt x="2067056" y="152880"/>
                    <a:pt x="2067056" y="183881"/>
                  </a:cubicBezTo>
                  <a:cubicBezTo>
                    <a:pt x="2067056" y="214882"/>
                    <a:pt x="2092187" y="240013"/>
                    <a:pt x="2123188" y="240013"/>
                  </a:cubicBezTo>
                  <a:cubicBezTo>
                    <a:pt x="2154189" y="240013"/>
                    <a:pt x="2179320" y="214882"/>
                    <a:pt x="2179320" y="183881"/>
                  </a:cubicBezTo>
                  <a:cubicBezTo>
                    <a:pt x="2179320" y="152880"/>
                    <a:pt x="2154189" y="127749"/>
                    <a:pt x="2123188" y="127749"/>
                  </a:cubicBezTo>
                  <a:close/>
                  <a:moveTo>
                    <a:pt x="1803836" y="127749"/>
                  </a:moveTo>
                  <a:cubicBezTo>
                    <a:pt x="1772835" y="127749"/>
                    <a:pt x="1747704" y="152880"/>
                    <a:pt x="1747704" y="183881"/>
                  </a:cubicBezTo>
                  <a:cubicBezTo>
                    <a:pt x="1747704" y="214882"/>
                    <a:pt x="1772835" y="240013"/>
                    <a:pt x="1803836" y="240013"/>
                  </a:cubicBezTo>
                  <a:cubicBezTo>
                    <a:pt x="1834837" y="240013"/>
                    <a:pt x="1859968" y="214882"/>
                    <a:pt x="1859968" y="183881"/>
                  </a:cubicBezTo>
                  <a:cubicBezTo>
                    <a:pt x="1859968" y="152880"/>
                    <a:pt x="1834837" y="127749"/>
                    <a:pt x="1803836" y="127749"/>
                  </a:cubicBezTo>
                  <a:close/>
                  <a:moveTo>
                    <a:pt x="1484484" y="127749"/>
                  </a:moveTo>
                  <a:cubicBezTo>
                    <a:pt x="1453483" y="127749"/>
                    <a:pt x="1428352" y="152880"/>
                    <a:pt x="1428352" y="183881"/>
                  </a:cubicBezTo>
                  <a:cubicBezTo>
                    <a:pt x="1428352" y="214882"/>
                    <a:pt x="1453483" y="240013"/>
                    <a:pt x="1484484" y="240013"/>
                  </a:cubicBezTo>
                  <a:cubicBezTo>
                    <a:pt x="1515485" y="240013"/>
                    <a:pt x="1540616" y="214882"/>
                    <a:pt x="1540616" y="183881"/>
                  </a:cubicBezTo>
                  <a:cubicBezTo>
                    <a:pt x="1540616" y="152880"/>
                    <a:pt x="1515485" y="127749"/>
                    <a:pt x="1484484" y="127749"/>
                  </a:cubicBezTo>
                  <a:close/>
                  <a:moveTo>
                    <a:pt x="1165131" y="127749"/>
                  </a:moveTo>
                  <a:cubicBezTo>
                    <a:pt x="1134130" y="127749"/>
                    <a:pt x="1108999" y="152880"/>
                    <a:pt x="1108999" y="183881"/>
                  </a:cubicBezTo>
                  <a:cubicBezTo>
                    <a:pt x="1108999" y="214882"/>
                    <a:pt x="1134130" y="240013"/>
                    <a:pt x="1165131" y="240013"/>
                  </a:cubicBezTo>
                  <a:cubicBezTo>
                    <a:pt x="1196132" y="240013"/>
                    <a:pt x="1221263" y="214882"/>
                    <a:pt x="1221263" y="183881"/>
                  </a:cubicBezTo>
                  <a:cubicBezTo>
                    <a:pt x="1221263" y="152880"/>
                    <a:pt x="1196132" y="127749"/>
                    <a:pt x="1165131" y="127749"/>
                  </a:cubicBezTo>
                  <a:close/>
                  <a:moveTo>
                    <a:pt x="845779" y="127749"/>
                  </a:moveTo>
                  <a:cubicBezTo>
                    <a:pt x="814778" y="127749"/>
                    <a:pt x="789647" y="152880"/>
                    <a:pt x="789647" y="183881"/>
                  </a:cubicBezTo>
                  <a:cubicBezTo>
                    <a:pt x="789647" y="214882"/>
                    <a:pt x="814778" y="240013"/>
                    <a:pt x="845779" y="240013"/>
                  </a:cubicBezTo>
                  <a:cubicBezTo>
                    <a:pt x="876780" y="240013"/>
                    <a:pt x="901911" y="214882"/>
                    <a:pt x="901911" y="183881"/>
                  </a:cubicBezTo>
                  <a:cubicBezTo>
                    <a:pt x="901911" y="152880"/>
                    <a:pt x="876780" y="127749"/>
                    <a:pt x="845779" y="127749"/>
                  </a:cubicBezTo>
                  <a:close/>
                  <a:moveTo>
                    <a:pt x="526427" y="127749"/>
                  </a:moveTo>
                  <a:cubicBezTo>
                    <a:pt x="495426" y="127749"/>
                    <a:pt x="470295" y="152880"/>
                    <a:pt x="470295" y="183881"/>
                  </a:cubicBezTo>
                  <a:cubicBezTo>
                    <a:pt x="470295" y="214882"/>
                    <a:pt x="495426" y="240013"/>
                    <a:pt x="526427" y="240013"/>
                  </a:cubicBezTo>
                  <a:cubicBezTo>
                    <a:pt x="557428" y="240013"/>
                    <a:pt x="582559" y="214882"/>
                    <a:pt x="582559" y="183881"/>
                  </a:cubicBezTo>
                  <a:cubicBezTo>
                    <a:pt x="582559" y="152880"/>
                    <a:pt x="557428" y="127749"/>
                    <a:pt x="526427" y="127749"/>
                  </a:cubicBezTo>
                  <a:close/>
                  <a:moveTo>
                    <a:pt x="207075" y="127749"/>
                  </a:moveTo>
                  <a:cubicBezTo>
                    <a:pt x="176074" y="127749"/>
                    <a:pt x="150943" y="152880"/>
                    <a:pt x="150943" y="183881"/>
                  </a:cubicBezTo>
                  <a:cubicBezTo>
                    <a:pt x="150943" y="214882"/>
                    <a:pt x="176074" y="240013"/>
                    <a:pt x="207075" y="240013"/>
                  </a:cubicBezTo>
                  <a:cubicBezTo>
                    <a:pt x="238076" y="240013"/>
                    <a:pt x="263207" y="214882"/>
                    <a:pt x="263207" y="183881"/>
                  </a:cubicBezTo>
                  <a:cubicBezTo>
                    <a:pt x="263207" y="152880"/>
                    <a:pt x="238076" y="127749"/>
                    <a:pt x="207075" y="127749"/>
                  </a:cubicBezTo>
                  <a:close/>
                  <a:moveTo>
                    <a:pt x="2123188" y="71617"/>
                  </a:moveTo>
                  <a:cubicBezTo>
                    <a:pt x="2185190" y="71617"/>
                    <a:pt x="2235452" y="121879"/>
                    <a:pt x="2235452" y="183881"/>
                  </a:cubicBezTo>
                  <a:cubicBezTo>
                    <a:pt x="2235452" y="245883"/>
                    <a:pt x="2185190" y="296145"/>
                    <a:pt x="2123188" y="296145"/>
                  </a:cubicBezTo>
                  <a:cubicBezTo>
                    <a:pt x="2061186" y="296145"/>
                    <a:pt x="2010924" y="245883"/>
                    <a:pt x="2010924" y="183881"/>
                  </a:cubicBezTo>
                  <a:cubicBezTo>
                    <a:pt x="2010924" y="121879"/>
                    <a:pt x="2061186" y="71617"/>
                    <a:pt x="2123188" y="71617"/>
                  </a:cubicBezTo>
                  <a:close/>
                  <a:moveTo>
                    <a:pt x="1803836" y="71617"/>
                  </a:moveTo>
                  <a:cubicBezTo>
                    <a:pt x="1865838" y="71617"/>
                    <a:pt x="1916100" y="121879"/>
                    <a:pt x="1916100" y="183881"/>
                  </a:cubicBezTo>
                  <a:cubicBezTo>
                    <a:pt x="1916100" y="245883"/>
                    <a:pt x="1865838" y="296145"/>
                    <a:pt x="1803836" y="296145"/>
                  </a:cubicBezTo>
                  <a:cubicBezTo>
                    <a:pt x="1741834" y="296145"/>
                    <a:pt x="1691572" y="245883"/>
                    <a:pt x="1691572" y="183881"/>
                  </a:cubicBezTo>
                  <a:cubicBezTo>
                    <a:pt x="1691572" y="121879"/>
                    <a:pt x="1741834" y="71617"/>
                    <a:pt x="1803836" y="71617"/>
                  </a:cubicBezTo>
                  <a:close/>
                  <a:moveTo>
                    <a:pt x="1484484" y="71617"/>
                  </a:moveTo>
                  <a:cubicBezTo>
                    <a:pt x="1546486" y="71617"/>
                    <a:pt x="1596748" y="121879"/>
                    <a:pt x="1596748" y="183881"/>
                  </a:cubicBezTo>
                  <a:cubicBezTo>
                    <a:pt x="1596748" y="245883"/>
                    <a:pt x="1546486" y="296145"/>
                    <a:pt x="1484484" y="296145"/>
                  </a:cubicBezTo>
                  <a:cubicBezTo>
                    <a:pt x="1422482" y="296145"/>
                    <a:pt x="1372220" y="245883"/>
                    <a:pt x="1372220" y="183881"/>
                  </a:cubicBezTo>
                  <a:cubicBezTo>
                    <a:pt x="1372220" y="121879"/>
                    <a:pt x="1422482" y="71617"/>
                    <a:pt x="1484484" y="71617"/>
                  </a:cubicBezTo>
                  <a:close/>
                  <a:moveTo>
                    <a:pt x="1165131" y="71617"/>
                  </a:moveTo>
                  <a:cubicBezTo>
                    <a:pt x="1227133" y="71617"/>
                    <a:pt x="1277395" y="121879"/>
                    <a:pt x="1277395" y="183881"/>
                  </a:cubicBezTo>
                  <a:cubicBezTo>
                    <a:pt x="1277395" y="245883"/>
                    <a:pt x="1227133" y="296145"/>
                    <a:pt x="1165131" y="296145"/>
                  </a:cubicBezTo>
                  <a:cubicBezTo>
                    <a:pt x="1103129" y="296145"/>
                    <a:pt x="1052867" y="245883"/>
                    <a:pt x="1052867" y="183881"/>
                  </a:cubicBezTo>
                  <a:cubicBezTo>
                    <a:pt x="1052867" y="121879"/>
                    <a:pt x="1103129" y="71617"/>
                    <a:pt x="1165131" y="71617"/>
                  </a:cubicBezTo>
                  <a:close/>
                  <a:moveTo>
                    <a:pt x="845779" y="71617"/>
                  </a:moveTo>
                  <a:cubicBezTo>
                    <a:pt x="907781" y="71617"/>
                    <a:pt x="958043" y="121879"/>
                    <a:pt x="958043" y="183881"/>
                  </a:cubicBezTo>
                  <a:cubicBezTo>
                    <a:pt x="958043" y="245883"/>
                    <a:pt x="907781" y="296145"/>
                    <a:pt x="845779" y="296145"/>
                  </a:cubicBezTo>
                  <a:cubicBezTo>
                    <a:pt x="783777" y="296145"/>
                    <a:pt x="733515" y="245883"/>
                    <a:pt x="733515" y="183881"/>
                  </a:cubicBezTo>
                  <a:cubicBezTo>
                    <a:pt x="733515" y="121879"/>
                    <a:pt x="783777" y="71617"/>
                    <a:pt x="845779" y="71617"/>
                  </a:cubicBezTo>
                  <a:close/>
                  <a:moveTo>
                    <a:pt x="526427" y="71617"/>
                  </a:moveTo>
                  <a:cubicBezTo>
                    <a:pt x="588429" y="71617"/>
                    <a:pt x="638691" y="121879"/>
                    <a:pt x="638691" y="183881"/>
                  </a:cubicBezTo>
                  <a:cubicBezTo>
                    <a:pt x="638691" y="245883"/>
                    <a:pt x="588429" y="296145"/>
                    <a:pt x="526427" y="296145"/>
                  </a:cubicBezTo>
                  <a:cubicBezTo>
                    <a:pt x="464425" y="296145"/>
                    <a:pt x="414163" y="245883"/>
                    <a:pt x="414163" y="183881"/>
                  </a:cubicBezTo>
                  <a:cubicBezTo>
                    <a:pt x="414163" y="121879"/>
                    <a:pt x="464425" y="71617"/>
                    <a:pt x="526427" y="71617"/>
                  </a:cubicBezTo>
                  <a:close/>
                  <a:moveTo>
                    <a:pt x="207075" y="71617"/>
                  </a:moveTo>
                  <a:cubicBezTo>
                    <a:pt x="269077" y="71617"/>
                    <a:pt x="319339" y="121879"/>
                    <a:pt x="319339" y="183881"/>
                  </a:cubicBezTo>
                  <a:cubicBezTo>
                    <a:pt x="319339" y="245883"/>
                    <a:pt x="269077" y="296145"/>
                    <a:pt x="207075" y="296145"/>
                  </a:cubicBezTo>
                  <a:cubicBezTo>
                    <a:pt x="145073" y="296145"/>
                    <a:pt x="94811" y="245883"/>
                    <a:pt x="94811" y="183881"/>
                  </a:cubicBezTo>
                  <a:cubicBezTo>
                    <a:pt x="94811" y="121879"/>
                    <a:pt x="145073" y="71617"/>
                    <a:pt x="207075" y="71617"/>
                  </a:cubicBezTo>
                  <a:close/>
                  <a:moveTo>
                    <a:pt x="182844" y="45713"/>
                  </a:moveTo>
                  <a:cubicBezTo>
                    <a:pt x="107560" y="45713"/>
                    <a:pt x="46530" y="106743"/>
                    <a:pt x="46530" y="182027"/>
                  </a:cubicBezTo>
                  <a:cubicBezTo>
                    <a:pt x="46530" y="257311"/>
                    <a:pt x="107560" y="318341"/>
                    <a:pt x="182844" y="318341"/>
                  </a:cubicBezTo>
                  <a:lnTo>
                    <a:pt x="2141502" y="318341"/>
                  </a:lnTo>
                  <a:cubicBezTo>
                    <a:pt x="2216786" y="318341"/>
                    <a:pt x="2277816" y="257311"/>
                    <a:pt x="2277816" y="182027"/>
                  </a:cubicBezTo>
                  <a:cubicBezTo>
                    <a:pt x="2277816" y="106743"/>
                    <a:pt x="2216786" y="45713"/>
                    <a:pt x="2141502" y="45713"/>
                  </a:cubicBezTo>
                  <a:close/>
                  <a:moveTo>
                    <a:pt x="182027" y="0"/>
                  </a:moveTo>
                  <a:lnTo>
                    <a:pt x="2142319" y="0"/>
                  </a:lnTo>
                  <a:cubicBezTo>
                    <a:pt x="2242850" y="0"/>
                    <a:pt x="2324346" y="81496"/>
                    <a:pt x="2324346" y="182027"/>
                  </a:cubicBezTo>
                  <a:cubicBezTo>
                    <a:pt x="2324346" y="282558"/>
                    <a:pt x="2242850" y="364054"/>
                    <a:pt x="2142319" y="364054"/>
                  </a:cubicBezTo>
                  <a:lnTo>
                    <a:pt x="182027" y="364054"/>
                  </a:lnTo>
                  <a:cubicBezTo>
                    <a:pt x="81496" y="364054"/>
                    <a:pt x="0" y="282558"/>
                    <a:pt x="0" y="182027"/>
                  </a:cubicBezTo>
                  <a:cubicBezTo>
                    <a:pt x="0" y="81496"/>
                    <a:pt x="81496" y="0"/>
                    <a:pt x="1820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sp>
        <p:nvSpPr>
          <p:cNvPr id="2" name="자유형: 도형 114">
            <a:extLst>
              <a:ext uri="{FF2B5EF4-FFF2-40B4-BE49-F238E27FC236}">
                <a16:creationId xmlns:a16="http://schemas.microsoft.com/office/drawing/2014/main" id="{B805E68C-2088-BF85-FEC5-78B82E0C78C4}"/>
              </a:ext>
            </a:extLst>
          </p:cNvPr>
          <p:cNvSpPr/>
          <p:nvPr/>
        </p:nvSpPr>
        <p:spPr>
          <a:xfrm rot="8648334">
            <a:off x="4134298" y="1699889"/>
            <a:ext cx="1656000" cy="1656000"/>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cxnSp>
        <p:nvCxnSpPr>
          <p:cNvPr id="6" name="Elbow Connector 138">
            <a:extLst>
              <a:ext uri="{FF2B5EF4-FFF2-40B4-BE49-F238E27FC236}">
                <a16:creationId xmlns:a16="http://schemas.microsoft.com/office/drawing/2014/main" id="{69514BD5-6A38-4921-6306-793547A7B47D}"/>
              </a:ext>
            </a:extLst>
          </p:cNvPr>
          <p:cNvCxnSpPr>
            <a:cxnSpLocks/>
          </p:cNvCxnSpPr>
          <p:nvPr/>
        </p:nvCxnSpPr>
        <p:spPr>
          <a:xfrm>
            <a:off x="3116565" y="1739533"/>
            <a:ext cx="1150621" cy="270012"/>
          </a:xfrm>
          <a:prstGeom prst="bentConnector3">
            <a:avLst>
              <a:gd name="adj1" fmla="val 99880"/>
            </a:avLst>
          </a:prstGeom>
          <a:ln>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Rectangle 30">
            <a:extLst>
              <a:ext uri="{FF2B5EF4-FFF2-40B4-BE49-F238E27FC236}">
                <a16:creationId xmlns:a16="http://schemas.microsoft.com/office/drawing/2014/main" id="{1C623850-6018-BB9E-D22F-5832584020CF}"/>
              </a:ext>
            </a:extLst>
          </p:cNvPr>
          <p:cNvSpPr/>
          <p:nvPr/>
        </p:nvSpPr>
        <p:spPr>
          <a:xfrm>
            <a:off x="4721760" y="2280945"/>
            <a:ext cx="432000" cy="432000"/>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7" name="Group 6">
            <a:extLst>
              <a:ext uri="{FF2B5EF4-FFF2-40B4-BE49-F238E27FC236}">
                <a16:creationId xmlns:a16="http://schemas.microsoft.com/office/drawing/2014/main" id="{5A0E9DCC-16C9-1196-F99F-BCCE8F2D6E35}"/>
              </a:ext>
            </a:extLst>
          </p:cNvPr>
          <p:cNvGrpSpPr/>
          <p:nvPr/>
        </p:nvGrpSpPr>
        <p:grpSpPr>
          <a:xfrm>
            <a:off x="5085900" y="832287"/>
            <a:ext cx="1800000" cy="401534"/>
            <a:chOff x="5256762" y="832287"/>
            <a:chExt cx="1800000" cy="401534"/>
          </a:xfrm>
        </p:grpSpPr>
        <p:sp>
          <p:nvSpPr>
            <p:cNvPr id="10" name="Chevron 224">
              <a:extLst>
                <a:ext uri="{FF2B5EF4-FFF2-40B4-BE49-F238E27FC236}">
                  <a16:creationId xmlns:a16="http://schemas.microsoft.com/office/drawing/2014/main" id="{8C609E98-DEA5-D755-5531-D490E4936EA2}"/>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1" name="Rectangle 10">
              <a:extLst>
                <a:ext uri="{FF2B5EF4-FFF2-40B4-BE49-F238E27FC236}">
                  <a16:creationId xmlns:a16="http://schemas.microsoft.com/office/drawing/2014/main" id="{67815026-196A-A02A-527E-32983C2AE503}"/>
                </a:ext>
              </a:extLst>
            </p:cNvPr>
            <p:cNvSpPr/>
            <p:nvPr/>
          </p:nvSpPr>
          <p:spPr>
            <a:xfrm>
              <a:off x="5499121" y="832287"/>
              <a:ext cx="1231427"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Problématique</a:t>
              </a:r>
            </a:p>
          </p:txBody>
        </p:sp>
      </p:grpSp>
      <p:grpSp>
        <p:nvGrpSpPr>
          <p:cNvPr id="12" name="Group 11">
            <a:extLst>
              <a:ext uri="{FF2B5EF4-FFF2-40B4-BE49-F238E27FC236}">
                <a16:creationId xmlns:a16="http://schemas.microsoft.com/office/drawing/2014/main" id="{AEC61DE7-1DAE-84C7-EAFF-BC77A63417D8}"/>
              </a:ext>
            </a:extLst>
          </p:cNvPr>
          <p:cNvGrpSpPr/>
          <p:nvPr/>
        </p:nvGrpSpPr>
        <p:grpSpPr>
          <a:xfrm>
            <a:off x="670494" y="830997"/>
            <a:ext cx="2045753" cy="401534"/>
            <a:chOff x="1179783" y="830997"/>
            <a:chExt cx="2045753" cy="401534"/>
          </a:xfrm>
        </p:grpSpPr>
        <p:sp>
          <p:nvSpPr>
            <p:cNvPr id="18" name="Chevron 224">
              <a:extLst>
                <a:ext uri="{FF2B5EF4-FFF2-40B4-BE49-F238E27FC236}">
                  <a16:creationId xmlns:a16="http://schemas.microsoft.com/office/drawing/2014/main" id="{8A098837-80A4-F96B-540D-4935B1D83C57}"/>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9" name="Rectangle 18">
              <a:extLst>
                <a:ext uri="{FF2B5EF4-FFF2-40B4-BE49-F238E27FC236}">
                  <a16:creationId xmlns:a16="http://schemas.microsoft.com/office/drawing/2014/main" id="{0E309EE8-80D8-8CBE-079C-B92E86CACE0B}"/>
                </a:ext>
              </a:extLst>
            </p:cNvPr>
            <p:cNvSpPr/>
            <p:nvPr/>
          </p:nvSpPr>
          <p:spPr>
            <a:xfrm>
              <a:off x="1179783" y="830997"/>
              <a:ext cx="2045753"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Cadre générale du projet  </a:t>
              </a:r>
            </a:p>
          </p:txBody>
        </p:sp>
      </p:grpSp>
      <p:grpSp>
        <p:nvGrpSpPr>
          <p:cNvPr id="20" name="Group 19">
            <a:extLst>
              <a:ext uri="{FF2B5EF4-FFF2-40B4-BE49-F238E27FC236}">
                <a16:creationId xmlns:a16="http://schemas.microsoft.com/office/drawing/2014/main" id="{47F61186-E0BE-41AD-B32C-302725B8A29D}"/>
              </a:ext>
            </a:extLst>
          </p:cNvPr>
          <p:cNvGrpSpPr/>
          <p:nvPr/>
        </p:nvGrpSpPr>
        <p:grpSpPr>
          <a:xfrm>
            <a:off x="9326410" y="827768"/>
            <a:ext cx="1800000" cy="401534"/>
            <a:chOff x="5256762" y="832287"/>
            <a:chExt cx="1800000" cy="401534"/>
          </a:xfrm>
        </p:grpSpPr>
        <p:sp>
          <p:nvSpPr>
            <p:cNvPr id="21" name="Chevron 224">
              <a:extLst>
                <a:ext uri="{FF2B5EF4-FFF2-40B4-BE49-F238E27FC236}">
                  <a16:creationId xmlns:a16="http://schemas.microsoft.com/office/drawing/2014/main" id="{75FBE782-1F15-32B6-A365-CEF0525B1A6D}"/>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22" name="Rectangle 21">
              <a:extLst>
                <a:ext uri="{FF2B5EF4-FFF2-40B4-BE49-F238E27FC236}">
                  <a16:creationId xmlns:a16="http://schemas.microsoft.com/office/drawing/2014/main" id="{11B1E440-8F10-4D09-50BD-63C161481129}"/>
                </a:ext>
              </a:extLst>
            </p:cNvPr>
            <p:cNvSpPr/>
            <p:nvPr/>
          </p:nvSpPr>
          <p:spPr>
            <a:xfrm>
              <a:off x="5718734" y="832287"/>
              <a:ext cx="792205"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Solution</a:t>
              </a:r>
            </a:p>
          </p:txBody>
        </p:sp>
      </p:grpSp>
      <p:sp>
        <p:nvSpPr>
          <p:cNvPr id="23" name="Isosceles Triangle 225">
            <a:extLst>
              <a:ext uri="{FF2B5EF4-FFF2-40B4-BE49-F238E27FC236}">
                <a16:creationId xmlns:a16="http://schemas.microsoft.com/office/drawing/2014/main" id="{2A592E8D-548A-D04A-1A72-93C93C7DBC69}"/>
              </a:ext>
            </a:extLst>
          </p:cNvPr>
          <p:cNvSpPr/>
          <p:nvPr/>
        </p:nvSpPr>
        <p:spPr>
          <a:xfrm rot="10800000">
            <a:off x="1512483"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9C9F766-FC11-35C0-2BEE-9B28D989189A}"/>
              </a:ext>
            </a:extLst>
          </p:cNvPr>
          <p:cNvGrpSpPr/>
          <p:nvPr/>
        </p:nvGrpSpPr>
        <p:grpSpPr>
          <a:xfrm>
            <a:off x="11724627" y="6282000"/>
            <a:ext cx="467372" cy="576000"/>
            <a:chOff x="11724627" y="6282000"/>
            <a:chExt cx="467372" cy="576000"/>
          </a:xfrm>
        </p:grpSpPr>
        <p:sp>
          <p:nvSpPr>
            <p:cNvPr id="4" name="Freeform: Shape 3">
              <a:extLst>
                <a:ext uri="{FF2B5EF4-FFF2-40B4-BE49-F238E27FC236}">
                  <a16:creationId xmlns:a16="http://schemas.microsoft.com/office/drawing/2014/main" id="{EBF6C188-093D-F4C3-BCF9-CC8CDF21BD36}"/>
                </a:ext>
              </a:extLst>
            </p:cNvPr>
            <p:cNvSpPr/>
            <p:nvPr/>
          </p:nvSpPr>
          <p:spPr>
            <a:xfrm>
              <a:off x="11724627" y="6282000"/>
              <a:ext cx="467372" cy="576000"/>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5" name="Freeform: Shape 4">
              <a:extLst>
                <a:ext uri="{FF2B5EF4-FFF2-40B4-BE49-F238E27FC236}">
                  <a16:creationId xmlns:a16="http://schemas.microsoft.com/office/drawing/2014/main" id="{DA239081-96EF-F70C-51FD-9688C247F8A3}"/>
                </a:ext>
              </a:extLst>
            </p:cNvPr>
            <p:cNvSpPr/>
            <p:nvPr/>
          </p:nvSpPr>
          <p:spPr>
            <a:xfrm>
              <a:off x="11838521" y="6404032"/>
              <a:ext cx="353478" cy="453968"/>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grpSp>
      <p:sp>
        <p:nvSpPr>
          <p:cNvPr id="15" name="Slide Number Placeholder 1">
            <a:extLst>
              <a:ext uri="{FF2B5EF4-FFF2-40B4-BE49-F238E27FC236}">
                <a16:creationId xmlns:a16="http://schemas.microsoft.com/office/drawing/2014/main" id="{26A4D7FB-372C-6F98-5CDC-C144286EAEEB}"/>
              </a:ext>
            </a:extLst>
          </p:cNvPr>
          <p:cNvSpPr txBox="1">
            <a:spLocks/>
          </p:cNvSpPr>
          <p:nvPr/>
        </p:nvSpPr>
        <p:spPr>
          <a:xfrm>
            <a:off x="11909970" y="6516598"/>
            <a:ext cx="282030" cy="246481"/>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861155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Isosceles Triangle 225">
            <a:extLst>
              <a:ext uri="{FF2B5EF4-FFF2-40B4-BE49-F238E27FC236}">
                <a16:creationId xmlns:a16="http://schemas.microsoft.com/office/drawing/2014/main" id="{63C1E604-EC8B-21C7-FA91-DA1AD9B79A12}"/>
              </a:ext>
            </a:extLst>
          </p:cNvPr>
          <p:cNvSpPr/>
          <p:nvPr/>
        </p:nvSpPr>
        <p:spPr>
          <a:xfrm rot="10800000">
            <a:off x="5822613"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6897C0-B00C-6793-397E-00061FB3B823}"/>
              </a:ext>
            </a:extLst>
          </p:cNvPr>
          <p:cNvSpPr txBox="1"/>
          <p:nvPr/>
        </p:nvSpPr>
        <p:spPr>
          <a:xfrm>
            <a:off x="11948153" y="2624275"/>
            <a:ext cx="7237294" cy="400110"/>
          </a:xfrm>
          <a:prstGeom prst="rect">
            <a:avLst/>
          </a:prstGeom>
          <a:noFill/>
        </p:spPr>
        <p:txBody>
          <a:bodyPr wrap="square" rtlCol="0">
            <a:spAutoFit/>
          </a:bodyPr>
          <a:lstStyle/>
          <a:p>
            <a:pPr algn="ctr"/>
            <a:r>
              <a:rPr lang="fr-FR" sz="2000" i="0" dirty="0">
                <a:effectLst/>
                <a:latin typeface="Times New Roman" panose="02020603050405020304" pitchFamily="18" charset="0"/>
                <a:cs typeface="Times New Roman" panose="02020603050405020304" pitchFamily="18" charset="0"/>
              </a:rPr>
              <a:t>la gestio</a:t>
            </a:r>
            <a:r>
              <a:rPr lang="fr-FR" sz="2000" dirty="0">
                <a:latin typeface="Times New Roman" panose="02020603050405020304" pitchFamily="18" charset="0"/>
                <a:cs typeface="Times New Roman" panose="02020603050405020304" pitchFamily="18" charset="0"/>
              </a:rPr>
              <a:t>n des équipements </a:t>
            </a:r>
            <a:r>
              <a:rPr lang="fr-FR" sz="2000" i="0" dirty="0">
                <a:effectLst/>
                <a:latin typeface="Times New Roman" panose="02020603050405020304" pitchFamily="18" charset="0"/>
                <a:cs typeface="Times New Roman" panose="02020603050405020304" pitchFamily="18" charset="0"/>
              </a:rPr>
              <a:t>et?</a:t>
            </a:r>
            <a:endParaRPr lang="fr-FR" sz="2000" dirty="0">
              <a:latin typeface="Times New Roman" panose="02020603050405020304" pitchFamily="18" charset="0"/>
              <a:cs typeface="Times New Roman" panose="02020603050405020304" pitchFamily="18" charset="0"/>
            </a:endParaRPr>
          </a:p>
        </p:txBody>
      </p:sp>
      <p:sp>
        <p:nvSpPr>
          <p:cNvPr id="16" name="Slide Number Placeholder 1">
            <a:extLst>
              <a:ext uri="{FF2B5EF4-FFF2-40B4-BE49-F238E27FC236}">
                <a16:creationId xmlns:a16="http://schemas.microsoft.com/office/drawing/2014/main" id="{2B877C17-E133-47B4-16EC-E5BC0F677082}"/>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7</a:t>
            </a:r>
          </a:p>
        </p:txBody>
      </p:sp>
      <p:grpSp>
        <p:nvGrpSpPr>
          <p:cNvPr id="17" name="Group 16">
            <a:extLst>
              <a:ext uri="{FF2B5EF4-FFF2-40B4-BE49-F238E27FC236}">
                <a16:creationId xmlns:a16="http://schemas.microsoft.com/office/drawing/2014/main" id="{55CB4244-EC49-A5E3-89B9-35D1A65E6763}"/>
              </a:ext>
            </a:extLst>
          </p:cNvPr>
          <p:cNvGrpSpPr/>
          <p:nvPr/>
        </p:nvGrpSpPr>
        <p:grpSpPr>
          <a:xfrm>
            <a:off x="11724627" y="6292069"/>
            <a:ext cx="467373" cy="576000"/>
            <a:chOff x="11602707" y="6123456"/>
            <a:chExt cx="589294" cy="734544"/>
          </a:xfrm>
        </p:grpSpPr>
        <p:sp>
          <p:nvSpPr>
            <p:cNvPr id="25" name="Freeform: Shape 24">
              <a:extLst>
                <a:ext uri="{FF2B5EF4-FFF2-40B4-BE49-F238E27FC236}">
                  <a16:creationId xmlns:a16="http://schemas.microsoft.com/office/drawing/2014/main" id="{90EDDE89-BFE3-345A-748F-62353A228B25}"/>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6" name="Group 25">
              <a:extLst>
                <a:ext uri="{FF2B5EF4-FFF2-40B4-BE49-F238E27FC236}">
                  <a16:creationId xmlns:a16="http://schemas.microsoft.com/office/drawing/2014/main" id="{FC0383C3-5EE7-BFA0-99CE-2F1CC20074E8}"/>
                </a:ext>
              </a:extLst>
            </p:cNvPr>
            <p:cNvGrpSpPr/>
            <p:nvPr/>
          </p:nvGrpSpPr>
          <p:grpSpPr>
            <a:xfrm>
              <a:off x="11746312" y="6279077"/>
              <a:ext cx="445689" cy="578923"/>
              <a:chOff x="11746312" y="6279077"/>
              <a:chExt cx="445689" cy="578923"/>
            </a:xfrm>
          </p:grpSpPr>
          <p:sp>
            <p:nvSpPr>
              <p:cNvPr id="27" name="Freeform: Shape 26">
                <a:extLst>
                  <a:ext uri="{FF2B5EF4-FFF2-40B4-BE49-F238E27FC236}">
                    <a16:creationId xmlns:a16="http://schemas.microsoft.com/office/drawing/2014/main" id="{67186F21-0AF1-B504-C8B2-F88F2BF8956D}"/>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8" name="Slide Number Placeholder 1">
                <a:extLst>
                  <a:ext uri="{FF2B5EF4-FFF2-40B4-BE49-F238E27FC236}">
                    <a16:creationId xmlns:a16="http://schemas.microsoft.com/office/drawing/2014/main" id="{4585F6B8-E4F1-C5A6-23DA-FA6CE2ECA420}"/>
                  </a:ext>
                </a:extLst>
              </p:cNvPr>
              <p:cNvSpPr txBox="1">
                <a:spLocks/>
              </p:cNvSpPr>
              <p:nvPr/>
            </p:nvSpPr>
            <p:spPr>
              <a:xfrm>
                <a:off x="11836400" y="6409787"/>
                <a:ext cx="355601"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9</a:t>
                </a:r>
              </a:p>
            </p:txBody>
          </p:sp>
        </p:grpSp>
      </p:grpSp>
      <p:sp>
        <p:nvSpPr>
          <p:cNvPr id="3" name="TextBox 2">
            <a:extLst>
              <a:ext uri="{FF2B5EF4-FFF2-40B4-BE49-F238E27FC236}">
                <a16:creationId xmlns:a16="http://schemas.microsoft.com/office/drawing/2014/main" id="{DCEE00AE-753D-9168-A064-99A71BBD7E4D}"/>
              </a:ext>
            </a:extLst>
          </p:cNvPr>
          <p:cNvSpPr txBox="1"/>
          <p:nvPr/>
        </p:nvSpPr>
        <p:spPr>
          <a:xfrm>
            <a:off x="5009675" y="4372298"/>
            <a:ext cx="6350969" cy="400110"/>
          </a:xfrm>
          <a:prstGeom prst="rect">
            <a:avLst/>
          </a:prstGeom>
          <a:noFill/>
        </p:spPr>
        <p:txBody>
          <a:bodyPr wrap="square" rtlCol="0">
            <a:spAutoFit/>
          </a:bodyPr>
          <a:lstStyle/>
          <a:p>
            <a:pPr marL="285750" indent="-285750">
              <a:buClr>
                <a:srgbClr val="FF0000"/>
              </a:buClr>
              <a:buFont typeface="Times New Roman" panose="02020603050405020304" pitchFamily="18" charset="0"/>
              <a:buChar char="×"/>
            </a:pPr>
            <a:r>
              <a:rPr lang="fr-FR" sz="2000" dirty="0">
                <a:latin typeface="Times New Roman" panose="02020603050405020304" pitchFamily="18" charset="0"/>
                <a:cs typeface="Times New Roman" panose="02020603050405020304" pitchFamily="18" charset="0"/>
              </a:rPr>
              <a:t>Comment augmenter la fiabilité des données ?</a:t>
            </a:r>
          </a:p>
        </p:txBody>
      </p:sp>
      <p:sp>
        <p:nvSpPr>
          <p:cNvPr id="4" name="TextBox 3">
            <a:extLst>
              <a:ext uri="{FF2B5EF4-FFF2-40B4-BE49-F238E27FC236}">
                <a16:creationId xmlns:a16="http://schemas.microsoft.com/office/drawing/2014/main" id="{CE0DD7CC-2766-1C40-FFF2-6C150E4A5E65}"/>
              </a:ext>
            </a:extLst>
          </p:cNvPr>
          <p:cNvSpPr txBox="1"/>
          <p:nvPr/>
        </p:nvSpPr>
        <p:spPr>
          <a:xfrm>
            <a:off x="5009675" y="3024385"/>
            <a:ext cx="5874224" cy="400110"/>
          </a:xfrm>
          <a:prstGeom prst="rect">
            <a:avLst/>
          </a:prstGeom>
          <a:noFill/>
        </p:spPr>
        <p:txBody>
          <a:bodyPr wrap="square" rtlCol="0">
            <a:spAutoFit/>
          </a:bodyPr>
          <a:lstStyle/>
          <a:p>
            <a:pPr marL="285750" indent="-285750">
              <a:buClr>
                <a:srgbClr val="FF0000"/>
              </a:buClr>
              <a:buFont typeface="Times New Roman" panose="02020603050405020304" pitchFamily="18" charset="0"/>
              <a:buChar char="×"/>
            </a:pPr>
            <a:r>
              <a:rPr lang="fr-FR" sz="2000" dirty="0">
                <a:latin typeface="Times New Roman" panose="02020603050405020304" pitchFamily="18" charset="0"/>
                <a:cs typeface="Times New Roman" panose="02020603050405020304" pitchFamily="18" charset="0"/>
              </a:rPr>
              <a:t>Comment améliorer la traçabilité des interventions ?</a:t>
            </a:r>
            <a:endParaRPr lang="fr-FR"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BD50C0C-3414-9373-93D1-7E8037F972E5}"/>
              </a:ext>
            </a:extLst>
          </p:cNvPr>
          <p:cNvSpPr txBox="1"/>
          <p:nvPr/>
        </p:nvSpPr>
        <p:spPr>
          <a:xfrm>
            <a:off x="5009675" y="2318150"/>
            <a:ext cx="7004525" cy="400110"/>
          </a:xfrm>
          <a:prstGeom prst="rect">
            <a:avLst/>
          </a:prstGeom>
          <a:noFill/>
        </p:spPr>
        <p:txBody>
          <a:bodyPr wrap="square" rtlCol="0">
            <a:spAutoFit/>
          </a:bodyPr>
          <a:lstStyle/>
          <a:p>
            <a:pPr marL="285750" indent="-285750">
              <a:buClr>
                <a:srgbClr val="FF0000"/>
              </a:buClr>
              <a:buFont typeface="Times New Roman" panose="02020603050405020304" pitchFamily="18" charset="0"/>
              <a:buChar char="×"/>
            </a:pPr>
            <a:r>
              <a:rPr lang="fr-FR" sz="2000" dirty="0">
                <a:latin typeface="Times New Roman" panose="02020603050405020304" pitchFamily="18" charset="0"/>
                <a:cs typeface="Times New Roman" panose="02020603050405020304" pitchFamily="18" charset="0"/>
              </a:rPr>
              <a:t>Comment informatiser et digitaliser le service de maintenance ?  </a:t>
            </a:r>
            <a:endParaRPr lang="fr-FR"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Picture 5" descr="A cartoon character walking towards a question mark&#10;&#10;Description automatically generated with low confidence">
            <a:extLst>
              <a:ext uri="{FF2B5EF4-FFF2-40B4-BE49-F238E27FC236}">
                <a16:creationId xmlns:a16="http://schemas.microsoft.com/office/drawing/2014/main" id="{8E63FDA7-7953-888A-C7A8-F1DBE360E2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7920" y="2045395"/>
            <a:ext cx="3507980" cy="3686784"/>
          </a:xfrm>
          <a:prstGeom prst="rect">
            <a:avLst/>
          </a:prstGeom>
        </p:spPr>
      </p:pic>
      <p:grpSp>
        <p:nvGrpSpPr>
          <p:cNvPr id="9" name="Group 8">
            <a:extLst>
              <a:ext uri="{FF2B5EF4-FFF2-40B4-BE49-F238E27FC236}">
                <a16:creationId xmlns:a16="http://schemas.microsoft.com/office/drawing/2014/main" id="{C1731392-2351-29F6-182F-1D55349310D8}"/>
              </a:ext>
            </a:extLst>
          </p:cNvPr>
          <p:cNvGrpSpPr/>
          <p:nvPr/>
        </p:nvGrpSpPr>
        <p:grpSpPr>
          <a:xfrm>
            <a:off x="5085900" y="832287"/>
            <a:ext cx="1800000" cy="401534"/>
            <a:chOff x="5256762" y="832287"/>
            <a:chExt cx="1800000" cy="401534"/>
          </a:xfrm>
        </p:grpSpPr>
        <p:sp>
          <p:nvSpPr>
            <p:cNvPr id="10" name="Chevron 224">
              <a:extLst>
                <a:ext uri="{FF2B5EF4-FFF2-40B4-BE49-F238E27FC236}">
                  <a16:creationId xmlns:a16="http://schemas.microsoft.com/office/drawing/2014/main" id="{5A9A0CBE-253A-AF82-56CA-B9FAF2945F97}"/>
                </a:ext>
              </a:extLst>
            </p:cNvPr>
            <p:cNvSpPr/>
            <p:nvPr/>
          </p:nvSpPr>
          <p:spPr>
            <a:xfrm>
              <a:off x="5256762" y="112582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1" name="Rectangle 10">
              <a:extLst>
                <a:ext uri="{FF2B5EF4-FFF2-40B4-BE49-F238E27FC236}">
                  <a16:creationId xmlns:a16="http://schemas.microsoft.com/office/drawing/2014/main" id="{0C274C35-8102-37CA-9DDF-277D8A6B7184}"/>
                </a:ext>
              </a:extLst>
            </p:cNvPr>
            <p:cNvSpPr/>
            <p:nvPr/>
          </p:nvSpPr>
          <p:spPr>
            <a:xfrm>
              <a:off x="5499121" y="832287"/>
              <a:ext cx="1231427"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Problématique</a:t>
              </a:r>
            </a:p>
          </p:txBody>
        </p:sp>
      </p:grpSp>
      <p:grpSp>
        <p:nvGrpSpPr>
          <p:cNvPr id="12" name="Group 11">
            <a:extLst>
              <a:ext uri="{FF2B5EF4-FFF2-40B4-BE49-F238E27FC236}">
                <a16:creationId xmlns:a16="http://schemas.microsoft.com/office/drawing/2014/main" id="{7D5A9DEC-E8A5-FD8A-B602-3D03AAA5AD47}"/>
              </a:ext>
            </a:extLst>
          </p:cNvPr>
          <p:cNvGrpSpPr/>
          <p:nvPr/>
        </p:nvGrpSpPr>
        <p:grpSpPr>
          <a:xfrm>
            <a:off x="670494" y="830997"/>
            <a:ext cx="2045753" cy="401534"/>
            <a:chOff x="1179783" y="830997"/>
            <a:chExt cx="2045753" cy="401534"/>
          </a:xfrm>
        </p:grpSpPr>
        <p:sp>
          <p:nvSpPr>
            <p:cNvPr id="13" name="Chevron 224">
              <a:extLst>
                <a:ext uri="{FF2B5EF4-FFF2-40B4-BE49-F238E27FC236}">
                  <a16:creationId xmlns:a16="http://schemas.microsoft.com/office/drawing/2014/main" id="{36A36F7D-37E3-6D5E-F7C8-77EE87AA64E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4" name="Rectangle 13">
              <a:extLst>
                <a:ext uri="{FF2B5EF4-FFF2-40B4-BE49-F238E27FC236}">
                  <a16:creationId xmlns:a16="http://schemas.microsoft.com/office/drawing/2014/main" id="{EEC83E4C-32C9-12B2-81C8-8E08F36057B1}"/>
                </a:ext>
              </a:extLst>
            </p:cNvPr>
            <p:cNvSpPr/>
            <p:nvPr/>
          </p:nvSpPr>
          <p:spPr>
            <a:xfrm>
              <a:off x="1179783" y="830997"/>
              <a:ext cx="2045753"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Cadre générale du projet  </a:t>
              </a:r>
            </a:p>
          </p:txBody>
        </p:sp>
      </p:grpSp>
      <p:grpSp>
        <p:nvGrpSpPr>
          <p:cNvPr id="15" name="Group 14">
            <a:extLst>
              <a:ext uri="{FF2B5EF4-FFF2-40B4-BE49-F238E27FC236}">
                <a16:creationId xmlns:a16="http://schemas.microsoft.com/office/drawing/2014/main" id="{F974336B-81A2-96C0-A216-E0403DE8CA05}"/>
              </a:ext>
            </a:extLst>
          </p:cNvPr>
          <p:cNvGrpSpPr/>
          <p:nvPr/>
        </p:nvGrpSpPr>
        <p:grpSpPr>
          <a:xfrm>
            <a:off x="9326410" y="827768"/>
            <a:ext cx="1800000" cy="401534"/>
            <a:chOff x="5256762" y="832287"/>
            <a:chExt cx="1800000" cy="401534"/>
          </a:xfrm>
        </p:grpSpPr>
        <p:sp>
          <p:nvSpPr>
            <p:cNvPr id="29" name="Chevron 224">
              <a:extLst>
                <a:ext uri="{FF2B5EF4-FFF2-40B4-BE49-F238E27FC236}">
                  <a16:creationId xmlns:a16="http://schemas.microsoft.com/office/drawing/2014/main" id="{84BC3AC8-3435-7E8D-5896-300013F3FEC4}"/>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30" name="Rectangle 29">
              <a:extLst>
                <a:ext uri="{FF2B5EF4-FFF2-40B4-BE49-F238E27FC236}">
                  <a16:creationId xmlns:a16="http://schemas.microsoft.com/office/drawing/2014/main" id="{C27EEC26-F625-87F3-8826-C8A63B777744}"/>
                </a:ext>
              </a:extLst>
            </p:cNvPr>
            <p:cNvSpPr/>
            <p:nvPr/>
          </p:nvSpPr>
          <p:spPr>
            <a:xfrm>
              <a:off x="5718734" y="832287"/>
              <a:ext cx="792205"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Solution</a:t>
              </a:r>
            </a:p>
          </p:txBody>
        </p:sp>
      </p:grpSp>
      <p:sp>
        <p:nvSpPr>
          <p:cNvPr id="2" name="TextBox 1">
            <a:extLst>
              <a:ext uri="{FF2B5EF4-FFF2-40B4-BE49-F238E27FC236}">
                <a16:creationId xmlns:a16="http://schemas.microsoft.com/office/drawing/2014/main" id="{B2934633-A21F-09FE-8E3E-E0E4E453E2AC}"/>
              </a:ext>
            </a:extLst>
          </p:cNvPr>
          <p:cNvSpPr txBox="1"/>
          <p:nvPr/>
        </p:nvSpPr>
        <p:spPr>
          <a:xfrm>
            <a:off x="2473292" y="0"/>
            <a:ext cx="7237295" cy="646331"/>
          </a:xfrm>
          <a:prstGeom prst="rect">
            <a:avLst/>
          </a:prstGeom>
          <a:noFill/>
        </p:spPr>
        <p:txBody>
          <a:bodyPr wrap="square" rtlCol="0">
            <a:spAutoFit/>
          </a:bodyPr>
          <a:lstStyle/>
          <a:p>
            <a:pPr algn="ctr"/>
            <a:r>
              <a:rPr lang="fr-FR" altLang="ko-KR" sz="3600" b="1" dirty="0">
                <a:solidFill>
                  <a:srgbClr val="003076"/>
                </a:solidFill>
                <a:latin typeface="Times New Roman" panose="02020603050405020304" pitchFamily="18" charset="0"/>
                <a:cs typeface="Times New Roman" panose="02020603050405020304" pitchFamily="18" charset="0"/>
              </a:rPr>
              <a:t>Contexte d’étude</a:t>
            </a:r>
          </a:p>
        </p:txBody>
      </p:sp>
      <p:sp>
        <p:nvSpPr>
          <p:cNvPr id="31" name="ZoneTexte 30">
            <a:extLst>
              <a:ext uri="{FF2B5EF4-FFF2-40B4-BE49-F238E27FC236}">
                <a16:creationId xmlns:a16="http://schemas.microsoft.com/office/drawing/2014/main" id="{3655AEF8-071C-4CC8-BB2A-1E098149F228}"/>
              </a:ext>
            </a:extLst>
          </p:cNvPr>
          <p:cNvSpPr txBox="1"/>
          <p:nvPr/>
        </p:nvSpPr>
        <p:spPr>
          <a:xfrm>
            <a:off x="5009675" y="3726145"/>
            <a:ext cx="9594056" cy="400110"/>
          </a:xfrm>
          <a:prstGeom prst="rect">
            <a:avLst/>
          </a:prstGeom>
          <a:noFill/>
        </p:spPr>
        <p:txBody>
          <a:bodyPr wrap="square">
            <a:spAutoFit/>
          </a:bodyPr>
          <a:lstStyle/>
          <a:p>
            <a:pPr marL="285750" indent="-285750">
              <a:buClr>
                <a:srgbClr val="FF0000"/>
              </a:buClr>
              <a:buFont typeface="Times New Roman" panose="02020603050405020304" pitchFamily="18" charset="0"/>
              <a:buChar char="×"/>
            </a:pPr>
            <a:r>
              <a:rPr lang="fr-FR" sz="2000" dirty="0">
                <a:latin typeface="Times New Roman" panose="02020603050405020304" pitchFamily="18" charset="0"/>
                <a:cs typeface="Times New Roman" panose="02020603050405020304" pitchFamily="18" charset="0"/>
              </a:rPr>
              <a:t>Comment améliorer la gestion du stock (relatif à la maintenance)?</a:t>
            </a:r>
            <a:endParaRPr lang="fr-FR" sz="20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182106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35" presetClass="path" presetSubtype="0" accel="50000" decel="50000" fill="hold" nodeType="withEffect">
                                  <p:stCondLst>
                                    <p:cond delay="0"/>
                                  </p:stCondLst>
                                  <p:childTnLst>
                                    <p:animMotion origin="layout" path="M 2.70833E-6 1.85185E-6 L -0.15716 1.85185E-6 " pathEditMode="relative" rAng="0" ptsTypes="AA">
                                      <p:cBhvr>
                                        <p:cTn id="8" dur="2000" fill="hold"/>
                                        <p:tgtEl>
                                          <p:spTgt spid="6"/>
                                        </p:tgtEl>
                                        <p:attrNameLst>
                                          <p:attrName>ppt_x</p:attrName>
                                          <p:attrName>ppt_y</p:attrName>
                                        </p:attrNameLst>
                                      </p:cBhvr>
                                      <p:rCtr x="-7865" y="0"/>
                                    </p:animMotion>
                                  </p:childTnLst>
                                </p:cTn>
                              </p:par>
                            </p:childTnLst>
                          </p:cTn>
                        </p:par>
                        <p:par>
                          <p:cTn id="9" fill="hold">
                            <p:stCondLst>
                              <p:cond delay="20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C38F25C-8B1F-F274-2B17-07F9F1A7202C}"/>
              </a:ext>
            </a:extLst>
          </p:cNvPr>
          <p:cNvGrpSpPr/>
          <p:nvPr/>
        </p:nvGrpSpPr>
        <p:grpSpPr>
          <a:xfrm>
            <a:off x="11724572" y="6292069"/>
            <a:ext cx="539659" cy="576000"/>
            <a:chOff x="11602707" y="6123456"/>
            <a:chExt cx="680441" cy="734544"/>
          </a:xfrm>
        </p:grpSpPr>
        <p:sp>
          <p:nvSpPr>
            <p:cNvPr id="3" name="Freeform: Shape 2">
              <a:extLst>
                <a:ext uri="{FF2B5EF4-FFF2-40B4-BE49-F238E27FC236}">
                  <a16:creationId xmlns:a16="http://schemas.microsoft.com/office/drawing/2014/main" id="{3BADAF66-020B-1999-40A8-1E52E679E9A4}"/>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4" name="Group 3">
              <a:extLst>
                <a:ext uri="{FF2B5EF4-FFF2-40B4-BE49-F238E27FC236}">
                  <a16:creationId xmlns:a16="http://schemas.microsoft.com/office/drawing/2014/main" id="{3B65A8F5-AAEC-FFEF-98C9-B751423B6D9B}"/>
                </a:ext>
              </a:extLst>
            </p:cNvPr>
            <p:cNvGrpSpPr/>
            <p:nvPr/>
          </p:nvGrpSpPr>
          <p:grpSpPr>
            <a:xfrm>
              <a:off x="11738453" y="6279077"/>
              <a:ext cx="544695" cy="578923"/>
              <a:chOff x="11738453" y="6279077"/>
              <a:chExt cx="544695" cy="578923"/>
            </a:xfrm>
          </p:grpSpPr>
          <p:sp>
            <p:nvSpPr>
              <p:cNvPr id="5" name="Freeform: Shape 4">
                <a:extLst>
                  <a:ext uri="{FF2B5EF4-FFF2-40B4-BE49-F238E27FC236}">
                    <a16:creationId xmlns:a16="http://schemas.microsoft.com/office/drawing/2014/main" id="{F3DDA235-21FA-4D73-972A-0EFD9335D239}"/>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solidFill>
                <a:srgbClr val="0030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Slide Number Placeholder 1">
                <a:extLst>
                  <a:ext uri="{FF2B5EF4-FFF2-40B4-BE49-F238E27FC236}">
                    <a16:creationId xmlns:a16="http://schemas.microsoft.com/office/drawing/2014/main" id="{D82A4E30-C7C3-1DAC-5B0D-BDBE0CFDF241}"/>
                  </a:ext>
                </a:extLst>
              </p:cNvPr>
              <p:cNvSpPr txBox="1">
                <a:spLocks/>
              </p:cNvSpPr>
              <p:nvPr/>
            </p:nvSpPr>
            <p:spPr>
              <a:xfrm>
                <a:off x="11738453" y="6409786"/>
                <a:ext cx="544695" cy="3143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10</a:t>
                </a:r>
              </a:p>
            </p:txBody>
          </p:sp>
        </p:grpSp>
      </p:grpSp>
      <p:sp>
        <p:nvSpPr>
          <p:cNvPr id="7" name="TextBox 6">
            <a:extLst>
              <a:ext uri="{FF2B5EF4-FFF2-40B4-BE49-F238E27FC236}">
                <a16:creationId xmlns:a16="http://schemas.microsoft.com/office/drawing/2014/main" id="{8B149896-2E39-EDE7-0C08-46E11F081209}"/>
              </a:ext>
            </a:extLst>
          </p:cNvPr>
          <p:cNvSpPr txBox="1"/>
          <p:nvPr/>
        </p:nvSpPr>
        <p:spPr>
          <a:xfrm>
            <a:off x="4953392" y="2167116"/>
            <a:ext cx="6881121" cy="2523768"/>
          </a:xfrm>
          <a:prstGeom prst="rect">
            <a:avLst/>
          </a:prstGeom>
          <a:noFill/>
        </p:spPr>
        <p:txBody>
          <a:bodyPr wrap="square" rtlCol="0">
            <a:spAutoFit/>
          </a:bodyPr>
          <a:lstStyle/>
          <a:p>
            <a:pPr algn="just"/>
            <a:br>
              <a:rPr lang="fr-FR" dirty="0"/>
            </a:br>
            <a:r>
              <a:rPr lang="fr-FR" sz="2000" dirty="0">
                <a:latin typeface="Times New Roman" panose="02020603050405020304" pitchFamily="18" charset="0"/>
                <a:cs typeface="Times New Roman" panose="02020603050405020304" pitchFamily="18" charset="0"/>
              </a:rPr>
              <a:t>Développement d’une application web de Gestion de Maintenance Assistée par Ordinateur : face aux défis de la fiabilité des données, de la traçabilité des interventions et de l’informatisation du service de maintenance, notre solution intègre des processus automatisés, une traçabilité en temps réel et une interface conviviale pour une gestion efficace des activités de maintenance.</a:t>
            </a:r>
          </a:p>
        </p:txBody>
      </p:sp>
      <p:sp>
        <p:nvSpPr>
          <p:cNvPr id="13" name="Isosceles Triangle 225">
            <a:extLst>
              <a:ext uri="{FF2B5EF4-FFF2-40B4-BE49-F238E27FC236}">
                <a16:creationId xmlns:a16="http://schemas.microsoft.com/office/drawing/2014/main" id="{A14C5DB8-3ED1-63BE-47C1-1E954F1E2BE3}"/>
              </a:ext>
            </a:extLst>
          </p:cNvPr>
          <p:cNvSpPr/>
          <p:nvPr/>
        </p:nvSpPr>
        <p:spPr>
          <a:xfrm rot="10800000">
            <a:off x="10027250"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8745231-CA5D-1198-C462-A079EBEFA768}"/>
              </a:ext>
            </a:extLst>
          </p:cNvPr>
          <p:cNvGrpSpPr/>
          <p:nvPr/>
        </p:nvGrpSpPr>
        <p:grpSpPr>
          <a:xfrm>
            <a:off x="5085900" y="832287"/>
            <a:ext cx="1800000" cy="401534"/>
            <a:chOff x="5256762" y="832287"/>
            <a:chExt cx="1800000" cy="401534"/>
          </a:xfrm>
        </p:grpSpPr>
        <p:sp>
          <p:nvSpPr>
            <p:cNvPr id="15" name="Chevron 224">
              <a:extLst>
                <a:ext uri="{FF2B5EF4-FFF2-40B4-BE49-F238E27FC236}">
                  <a16:creationId xmlns:a16="http://schemas.microsoft.com/office/drawing/2014/main" id="{AA8771C7-5B0C-7415-56A6-9C8C6E2C300F}"/>
                </a:ext>
              </a:extLst>
            </p:cNvPr>
            <p:cNvSpPr/>
            <p:nvPr/>
          </p:nvSpPr>
          <p:spPr>
            <a:xfrm>
              <a:off x="5256762" y="112582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6" name="Rectangle 15">
              <a:extLst>
                <a:ext uri="{FF2B5EF4-FFF2-40B4-BE49-F238E27FC236}">
                  <a16:creationId xmlns:a16="http://schemas.microsoft.com/office/drawing/2014/main" id="{977B605B-F513-D048-AA2B-AB5C75691C45}"/>
                </a:ext>
              </a:extLst>
            </p:cNvPr>
            <p:cNvSpPr/>
            <p:nvPr/>
          </p:nvSpPr>
          <p:spPr>
            <a:xfrm>
              <a:off x="5499121" y="832287"/>
              <a:ext cx="1231427"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Problématique</a:t>
              </a:r>
            </a:p>
          </p:txBody>
        </p:sp>
      </p:grpSp>
      <p:grpSp>
        <p:nvGrpSpPr>
          <p:cNvPr id="17" name="Group 16">
            <a:extLst>
              <a:ext uri="{FF2B5EF4-FFF2-40B4-BE49-F238E27FC236}">
                <a16:creationId xmlns:a16="http://schemas.microsoft.com/office/drawing/2014/main" id="{79004F72-2E71-5B45-367D-C45465CE1BA4}"/>
              </a:ext>
            </a:extLst>
          </p:cNvPr>
          <p:cNvGrpSpPr/>
          <p:nvPr/>
        </p:nvGrpSpPr>
        <p:grpSpPr>
          <a:xfrm>
            <a:off x="670494" y="830997"/>
            <a:ext cx="2045753" cy="401534"/>
            <a:chOff x="1179783" y="830997"/>
            <a:chExt cx="2045753" cy="401534"/>
          </a:xfrm>
        </p:grpSpPr>
        <p:sp>
          <p:nvSpPr>
            <p:cNvPr id="18" name="Chevron 224">
              <a:extLst>
                <a:ext uri="{FF2B5EF4-FFF2-40B4-BE49-F238E27FC236}">
                  <a16:creationId xmlns:a16="http://schemas.microsoft.com/office/drawing/2014/main" id="{12629F82-A2DB-4093-8404-E5BCDFBE9BE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9" name="Rectangle 18">
              <a:extLst>
                <a:ext uri="{FF2B5EF4-FFF2-40B4-BE49-F238E27FC236}">
                  <a16:creationId xmlns:a16="http://schemas.microsoft.com/office/drawing/2014/main" id="{16945F24-85F1-F6EA-35E4-7ABB73E6B648}"/>
                </a:ext>
              </a:extLst>
            </p:cNvPr>
            <p:cNvSpPr/>
            <p:nvPr/>
          </p:nvSpPr>
          <p:spPr>
            <a:xfrm>
              <a:off x="1179783" y="830997"/>
              <a:ext cx="2045753"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Cadre générale du projet  </a:t>
              </a:r>
            </a:p>
          </p:txBody>
        </p:sp>
      </p:grpSp>
      <p:grpSp>
        <p:nvGrpSpPr>
          <p:cNvPr id="8" name="Group 7">
            <a:extLst>
              <a:ext uri="{FF2B5EF4-FFF2-40B4-BE49-F238E27FC236}">
                <a16:creationId xmlns:a16="http://schemas.microsoft.com/office/drawing/2014/main" id="{03EF3766-91BF-7B2D-C651-7FD1A5B81F65}"/>
              </a:ext>
            </a:extLst>
          </p:cNvPr>
          <p:cNvGrpSpPr/>
          <p:nvPr/>
        </p:nvGrpSpPr>
        <p:grpSpPr>
          <a:xfrm>
            <a:off x="9326410" y="827768"/>
            <a:ext cx="1800000" cy="401534"/>
            <a:chOff x="5256762" y="832287"/>
            <a:chExt cx="1800000" cy="401534"/>
          </a:xfrm>
        </p:grpSpPr>
        <p:sp>
          <p:nvSpPr>
            <p:cNvPr id="9" name="Chevron 224">
              <a:extLst>
                <a:ext uri="{FF2B5EF4-FFF2-40B4-BE49-F238E27FC236}">
                  <a16:creationId xmlns:a16="http://schemas.microsoft.com/office/drawing/2014/main" id="{51D9AAE9-E4AE-9395-74FD-BC97A4E2E22F}"/>
                </a:ext>
              </a:extLst>
            </p:cNvPr>
            <p:cNvSpPr/>
            <p:nvPr/>
          </p:nvSpPr>
          <p:spPr>
            <a:xfrm>
              <a:off x="5256762" y="112582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2">
                    <a:lumMod val="50000"/>
                  </a:schemeClr>
                </a:solidFill>
                <a:effectLst>
                  <a:outerShdw blurRad="63500" dir="3600000" algn="tl" rotWithShape="0">
                    <a:srgbClr val="000000">
                      <a:alpha val="70000"/>
                    </a:srgbClr>
                  </a:outerShdw>
                </a:effectLst>
                <a:latin typeface="Century Gothic" pitchFamily="34" charset="0"/>
              </a:endParaRPr>
            </a:p>
          </p:txBody>
        </p:sp>
        <p:sp>
          <p:nvSpPr>
            <p:cNvPr id="10" name="Rectangle 9">
              <a:extLst>
                <a:ext uri="{FF2B5EF4-FFF2-40B4-BE49-F238E27FC236}">
                  <a16:creationId xmlns:a16="http://schemas.microsoft.com/office/drawing/2014/main" id="{D9AB4D9E-4A0F-918B-9F5F-4ECDB075EF71}"/>
                </a:ext>
              </a:extLst>
            </p:cNvPr>
            <p:cNvSpPr/>
            <p:nvPr/>
          </p:nvSpPr>
          <p:spPr>
            <a:xfrm>
              <a:off x="5718734" y="832287"/>
              <a:ext cx="792205"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Solution</a:t>
              </a:r>
            </a:p>
          </p:txBody>
        </p:sp>
      </p:grpSp>
      <p:sp>
        <p:nvSpPr>
          <p:cNvPr id="11" name="TextBox 10">
            <a:extLst>
              <a:ext uri="{FF2B5EF4-FFF2-40B4-BE49-F238E27FC236}">
                <a16:creationId xmlns:a16="http://schemas.microsoft.com/office/drawing/2014/main" id="{B8B51D67-BF53-93C7-0AF1-67AEDED3FA2C}"/>
              </a:ext>
            </a:extLst>
          </p:cNvPr>
          <p:cNvSpPr txBox="1"/>
          <p:nvPr/>
        </p:nvSpPr>
        <p:spPr>
          <a:xfrm>
            <a:off x="2473292" y="0"/>
            <a:ext cx="7237295" cy="646331"/>
          </a:xfrm>
          <a:prstGeom prst="rect">
            <a:avLst/>
          </a:prstGeom>
          <a:noFill/>
        </p:spPr>
        <p:txBody>
          <a:bodyPr wrap="square" rtlCol="0">
            <a:spAutoFit/>
          </a:bodyPr>
          <a:lstStyle/>
          <a:p>
            <a:pPr algn="ctr"/>
            <a:r>
              <a:rPr lang="fr-FR" altLang="ko-KR" sz="3600" b="1" dirty="0">
                <a:solidFill>
                  <a:srgbClr val="003076"/>
                </a:solidFill>
                <a:latin typeface="Times New Roman" panose="02020603050405020304" pitchFamily="18" charset="0"/>
                <a:cs typeface="Times New Roman" panose="02020603050405020304" pitchFamily="18" charset="0"/>
              </a:rPr>
              <a:t>Contexte d’étude</a:t>
            </a:r>
          </a:p>
        </p:txBody>
      </p:sp>
      <p:grpSp>
        <p:nvGrpSpPr>
          <p:cNvPr id="29" name="Group 9">
            <a:extLst>
              <a:ext uri="{FF2B5EF4-FFF2-40B4-BE49-F238E27FC236}">
                <a16:creationId xmlns:a16="http://schemas.microsoft.com/office/drawing/2014/main" id="{3205BAE1-369C-4315-AAD3-85B1F012CA2C}"/>
              </a:ext>
            </a:extLst>
          </p:cNvPr>
          <p:cNvGrpSpPr/>
          <p:nvPr/>
        </p:nvGrpSpPr>
        <p:grpSpPr>
          <a:xfrm>
            <a:off x="-4301767" y="1446693"/>
            <a:ext cx="2916000" cy="2916000"/>
            <a:chOff x="3354429" y="3172449"/>
            <a:chExt cx="1188000" cy="1187100"/>
          </a:xfrm>
        </p:grpSpPr>
        <p:sp>
          <p:nvSpPr>
            <p:cNvPr id="30" name="TextBox 27">
              <a:extLst>
                <a:ext uri="{FF2B5EF4-FFF2-40B4-BE49-F238E27FC236}">
                  <a16:creationId xmlns:a16="http://schemas.microsoft.com/office/drawing/2014/main" id="{A60875E7-570F-4E8F-B998-6265F1DBB278}"/>
                </a:ext>
              </a:extLst>
            </p:cNvPr>
            <p:cNvSpPr txBox="1"/>
            <p:nvPr/>
          </p:nvSpPr>
          <p:spPr>
            <a:xfrm>
              <a:off x="3392958" y="3652127"/>
              <a:ext cx="1110164" cy="291312"/>
            </a:xfrm>
            <a:prstGeom prst="rect">
              <a:avLst/>
            </a:prstGeom>
            <a:noFill/>
          </p:spPr>
          <p:txBody>
            <a:bodyPr lIns="0" tIns="0" rIns="0" bIns="0" rtlCol="0" anchor="t">
              <a:spAutoFit/>
            </a:bodyPr>
            <a:lstStyle/>
            <a:p>
              <a:pPr algn="ctr">
                <a:lnSpc>
                  <a:spcPts val="4806"/>
                </a:lnSpc>
              </a:pPr>
              <a:r>
                <a:rPr lang="en-US" sz="6600" b="1" dirty="0">
                  <a:solidFill>
                    <a:srgbClr val="A9B5FF"/>
                  </a:solidFill>
                  <a:latin typeface="Nunito"/>
                </a:rPr>
                <a:t>3</a:t>
              </a:r>
            </a:p>
          </p:txBody>
        </p:sp>
        <p:grpSp>
          <p:nvGrpSpPr>
            <p:cNvPr id="31" name="Group 11">
              <a:extLst>
                <a:ext uri="{FF2B5EF4-FFF2-40B4-BE49-F238E27FC236}">
                  <a16:creationId xmlns:a16="http://schemas.microsoft.com/office/drawing/2014/main" id="{2213F324-7069-4B42-81C6-F42FED047E1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32" name="Google Shape;65;p15">
                <a:extLst>
                  <a:ext uri="{FF2B5EF4-FFF2-40B4-BE49-F238E27FC236}">
                    <a16:creationId xmlns:a16="http://schemas.microsoft.com/office/drawing/2014/main" id="{3286C7BF-B3ED-49F2-92A9-C85181C41F2B}"/>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6;p15">
                <a:extLst>
                  <a:ext uri="{FF2B5EF4-FFF2-40B4-BE49-F238E27FC236}">
                    <a16:creationId xmlns:a16="http://schemas.microsoft.com/office/drawing/2014/main" id="{F33C030F-DA6C-44CF-979E-C2A5353A9EF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4" name="ZoneTexte 33">
            <a:extLst>
              <a:ext uri="{FF2B5EF4-FFF2-40B4-BE49-F238E27FC236}">
                <a16:creationId xmlns:a16="http://schemas.microsoft.com/office/drawing/2014/main" id="{361E1278-8E75-4DA5-8932-C75E5121E6EB}"/>
              </a:ext>
            </a:extLst>
          </p:cNvPr>
          <p:cNvSpPr txBox="1"/>
          <p:nvPr/>
        </p:nvSpPr>
        <p:spPr>
          <a:xfrm>
            <a:off x="-7545416" y="4577926"/>
            <a:ext cx="9108280" cy="1754326"/>
          </a:xfrm>
          <a:prstGeom prst="rect">
            <a:avLst/>
          </a:prstGeom>
          <a:noFill/>
        </p:spPr>
        <p:txBody>
          <a:bodyPr wrap="square">
            <a:spAutoFit/>
          </a:bodyPr>
          <a:lstStyle/>
          <a:p>
            <a:pPr marL="0" algn="ctr" rtl="0" eaLnBrk="1" latinLnBrk="0" hangingPunct="1">
              <a:spcBef>
                <a:spcPts val="0"/>
              </a:spcBef>
              <a:spcAft>
                <a:spcPts val="0"/>
              </a:spcAft>
            </a:pPr>
            <a:r>
              <a:rPr lang="fr-FR" sz="5400" b="1" dirty="0">
                <a:solidFill>
                  <a:srgbClr val="A9B5FF"/>
                </a:solidFill>
                <a:latin typeface="Times New Roman" panose="02020603050405020304" pitchFamily="18" charset="0"/>
                <a:cs typeface="Times New Roman" panose="02020603050405020304" pitchFamily="18" charset="0"/>
              </a:rPr>
              <a:t>Processus</a:t>
            </a:r>
            <a:r>
              <a:rPr lang="fr-FR" sz="8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5400" b="1" dirty="0">
                <a:solidFill>
                  <a:srgbClr val="A9B5FF"/>
                </a:solidFill>
                <a:latin typeface="Times New Roman" panose="02020603050405020304" pitchFamily="18" charset="0"/>
                <a:cs typeface="Times New Roman" panose="02020603050405020304" pitchFamily="18" charset="0"/>
              </a:rPr>
              <a:t>métier</a:t>
            </a:r>
          </a:p>
          <a:p>
            <a:pPr marL="0" algn="ctr" rtl="0" eaLnBrk="1" latinLnBrk="0" hangingPunct="1">
              <a:spcBef>
                <a:spcPts val="0"/>
              </a:spcBef>
              <a:spcAft>
                <a:spcPts val="0"/>
              </a:spcAft>
            </a:pPr>
            <a:r>
              <a:rPr lang="fr-FR" sz="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5400" b="1" dirty="0">
                <a:solidFill>
                  <a:srgbClr val="A9B5FF"/>
                </a:solidFill>
                <a:latin typeface="Times New Roman" panose="02020603050405020304" pitchFamily="18" charset="0"/>
                <a:cs typeface="Times New Roman" panose="02020603050405020304" pitchFamily="18" charset="0"/>
              </a:rPr>
              <a:t>actuels</a:t>
            </a:r>
          </a:p>
        </p:txBody>
      </p:sp>
      <p:sp>
        <p:nvSpPr>
          <p:cNvPr id="26" name="ZoneTexte 25">
            <a:extLst>
              <a:ext uri="{FF2B5EF4-FFF2-40B4-BE49-F238E27FC236}">
                <a16:creationId xmlns:a16="http://schemas.microsoft.com/office/drawing/2014/main" id="{9EA96325-296C-4408-956E-26868369593C}"/>
              </a:ext>
            </a:extLst>
          </p:cNvPr>
          <p:cNvSpPr txBox="1"/>
          <p:nvPr/>
        </p:nvSpPr>
        <p:spPr>
          <a:xfrm>
            <a:off x="-2423748" y="3244334"/>
            <a:ext cx="9794080" cy="369332"/>
          </a:xfrm>
          <a:prstGeom prst="rect">
            <a:avLst/>
          </a:prstGeom>
          <a:noFill/>
        </p:spPr>
        <p:txBody>
          <a:bodyPr wrap="square">
            <a:spAutoFit/>
          </a:bodyPr>
          <a:lstStyle/>
          <a:p>
            <a:endParaRPr lang="fr-FR" dirty="0"/>
          </a:p>
        </p:txBody>
      </p:sp>
      <mc:AlternateContent xmlns:mc="http://schemas.openxmlformats.org/markup-compatibility/2006">
        <mc:Choice xmlns:am3d="http://schemas.microsoft.com/office/drawing/2017/model3d" Requires="am3d">
          <p:graphicFrame>
            <p:nvGraphicFramePr>
              <p:cNvPr id="23" name="Modèle 3D 22" descr="Écran sur un support">
                <a:extLst>
                  <a:ext uri="{FF2B5EF4-FFF2-40B4-BE49-F238E27FC236}">
                    <a16:creationId xmlns:a16="http://schemas.microsoft.com/office/drawing/2014/main" id="{DC9261A7-D56D-407D-A25C-5769917A78A8}"/>
                  </a:ext>
                </a:extLst>
              </p:cNvPr>
              <p:cNvGraphicFramePr>
                <a:graphicFrameLocks noChangeAspect="1"/>
              </p:cNvGraphicFramePr>
              <p:nvPr>
                <p:extLst>
                  <p:ext uri="{D42A27DB-BD31-4B8C-83A1-F6EECF244321}">
                    <p14:modId xmlns:p14="http://schemas.microsoft.com/office/powerpoint/2010/main" val="1463821538"/>
                  </p:ext>
                </p:extLst>
              </p:nvPr>
            </p:nvGraphicFramePr>
            <p:xfrm>
              <a:off x="423861" y="2112555"/>
              <a:ext cx="4256280" cy="2999391"/>
            </p:xfrm>
            <a:graphic>
              <a:graphicData uri="http://schemas.microsoft.com/office/drawing/2017/model3d">
                <am3d:model3d r:embed="rId3">
                  <am3d:spPr>
                    <a:xfrm>
                      <a:off x="0" y="0"/>
                      <a:ext cx="4256280" cy="2999391"/>
                    </a:xfrm>
                    <a:prstGeom prst="rect">
                      <a:avLst/>
                    </a:prstGeom>
                  </am3d:spPr>
                  <am3d:camera>
                    <am3d:pos x="0" y="0" z="58550867"/>
                    <am3d:up dx="0" dy="36000000" dz="0"/>
                    <am3d:lookAt x="0" y="0" z="0"/>
                    <am3d:perspective fov="2700000"/>
                  </am3d:camera>
                  <am3d:trans>
                    <am3d:meterPerModelUnit n="4215879" d="1000000"/>
                    <am3d:preTrans dx="40650" dy="-11996938" dz="0"/>
                    <am3d:scale>
                      <am3d:sx n="1000000" d="1000000"/>
                      <am3d:sy n="1000000" d="1000000"/>
                      <am3d:sz n="1000000" d="1000000"/>
                    </am3d:scale>
                    <am3d:rot ax="461328" ay="-48582" az="-6560"/>
                    <am3d:postTrans dx="0" dy="0" dz="0"/>
                  </am3d:trans>
                  <am3d:raster rName="Office3DRenderer" rVer="16.0.8326">
                    <am3d:blip r:embed="rId4"/>
                  </am3d:raster>
                  <am3d:objViewport viewportSz="536081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Modèle 3D 22" descr="Écran sur un support">
                <a:extLst>
                  <a:ext uri="{FF2B5EF4-FFF2-40B4-BE49-F238E27FC236}">
                    <a16:creationId xmlns:a16="http://schemas.microsoft.com/office/drawing/2014/main" id="{DC9261A7-D56D-407D-A25C-5769917A78A8}"/>
                  </a:ext>
                </a:extLst>
              </p:cNvPr>
              <p:cNvPicPr>
                <a:picLocks noGrp="1" noRot="1" noChangeAspect="1" noMove="1" noResize="1" noEditPoints="1" noAdjustHandles="1" noChangeArrowheads="1" noChangeShapeType="1" noCrop="1"/>
              </p:cNvPicPr>
              <p:nvPr/>
            </p:nvPicPr>
            <p:blipFill>
              <a:blip r:embed="rId4"/>
              <a:stretch>
                <a:fillRect/>
              </a:stretch>
            </p:blipFill>
            <p:spPr>
              <a:xfrm>
                <a:off x="423861" y="2112555"/>
                <a:ext cx="4256280" cy="2999391"/>
              </a:xfrm>
              <a:prstGeom prst="rect">
                <a:avLst/>
              </a:prstGeom>
            </p:spPr>
          </p:pic>
        </mc:Fallback>
      </mc:AlternateContent>
      <p:pic>
        <p:nvPicPr>
          <p:cNvPr id="25" name="Image 24">
            <a:extLst>
              <a:ext uri="{FF2B5EF4-FFF2-40B4-BE49-F238E27FC236}">
                <a16:creationId xmlns:a16="http://schemas.microsoft.com/office/drawing/2014/main" id="{E4AA3EDC-AB06-4E45-AD00-6DD78E72AB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112" y="2372335"/>
            <a:ext cx="3709777" cy="1970569"/>
          </a:xfrm>
          <a:prstGeom prst="rect">
            <a:avLst/>
          </a:prstGeom>
        </p:spPr>
      </p:pic>
    </p:spTree>
    <p:extLst>
      <p:ext uri="{BB962C8B-B14F-4D97-AF65-F5344CB8AC3E}">
        <p14:creationId xmlns:p14="http://schemas.microsoft.com/office/powerpoint/2010/main" val="3408038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ED3D5B5-1DF5-E05F-6A6D-C50CA685ABBB}"/>
              </a:ext>
            </a:extLst>
          </p:cNvPr>
          <p:cNvGrpSpPr/>
          <p:nvPr/>
        </p:nvGrpSpPr>
        <p:grpSpPr>
          <a:xfrm>
            <a:off x="4756509" y="1607809"/>
            <a:ext cx="2916000" cy="2916000"/>
            <a:chOff x="3354429" y="3172449"/>
            <a:chExt cx="1188000" cy="1187100"/>
          </a:xfrm>
        </p:grpSpPr>
        <p:sp>
          <p:nvSpPr>
            <p:cNvPr id="11" name="TextBox 27">
              <a:extLst>
                <a:ext uri="{FF2B5EF4-FFF2-40B4-BE49-F238E27FC236}">
                  <a16:creationId xmlns:a16="http://schemas.microsoft.com/office/drawing/2014/main" id="{187742B4-51BA-3E40-B11D-32F0172CFE19}"/>
                </a:ext>
              </a:extLst>
            </p:cNvPr>
            <p:cNvSpPr txBox="1"/>
            <p:nvPr/>
          </p:nvSpPr>
          <p:spPr>
            <a:xfrm>
              <a:off x="3392958" y="3652127"/>
              <a:ext cx="1110164" cy="291312"/>
            </a:xfrm>
            <a:prstGeom prst="rect">
              <a:avLst/>
            </a:prstGeom>
            <a:noFill/>
          </p:spPr>
          <p:txBody>
            <a:bodyPr lIns="0" tIns="0" rIns="0" bIns="0" rtlCol="0" anchor="t">
              <a:spAutoFit/>
            </a:bodyPr>
            <a:lstStyle/>
            <a:p>
              <a:pPr algn="ctr">
                <a:lnSpc>
                  <a:spcPts val="4806"/>
                </a:lnSpc>
              </a:pPr>
              <a:r>
                <a:rPr lang="en-US" sz="6600" b="1" dirty="0">
                  <a:solidFill>
                    <a:srgbClr val="A9B5FF"/>
                  </a:solidFill>
                  <a:latin typeface="Nunito"/>
                </a:rPr>
                <a:t>3</a:t>
              </a:r>
            </a:p>
          </p:txBody>
        </p:sp>
        <p:grpSp>
          <p:nvGrpSpPr>
            <p:cNvPr id="12" name="Group 11">
              <a:extLst>
                <a:ext uri="{FF2B5EF4-FFF2-40B4-BE49-F238E27FC236}">
                  <a16:creationId xmlns:a16="http://schemas.microsoft.com/office/drawing/2014/main" id="{7A1BAB13-975D-204C-709A-6103EF6ABD4E}"/>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3" name="Google Shape;65;p15">
                <a:extLst>
                  <a:ext uri="{FF2B5EF4-FFF2-40B4-BE49-F238E27FC236}">
                    <a16:creationId xmlns:a16="http://schemas.microsoft.com/office/drawing/2014/main" id="{84D719C6-FAC5-6E97-64A2-505A85F675C9}"/>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6;p15">
                <a:extLst>
                  <a:ext uri="{FF2B5EF4-FFF2-40B4-BE49-F238E27FC236}">
                    <a16:creationId xmlns:a16="http://schemas.microsoft.com/office/drawing/2014/main" id="{25F689E7-A754-2B2E-3885-351416AD04D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20" name="Group 19">
            <a:extLst>
              <a:ext uri="{FF2B5EF4-FFF2-40B4-BE49-F238E27FC236}">
                <a16:creationId xmlns:a16="http://schemas.microsoft.com/office/drawing/2014/main" id="{891370F5-11FD-18B7-0901-BA112898BA8E}"/>
              </a:ext>
            </a:extLst>
          </p:cNvPr>
          <p:cNvGrpSpPr/>
          <p:nvPr/>
        </p:nvGrpSpPr>
        <p:grpSpPr>
          <a:xfrm>
            <a:off x="835291" y="-913717"/>
            <a:ext cx="1800000" cy="401534"/>
            <a:chOff x="1344580" y="830997"/>
            <a:chExt cx="1800000" cy="401534"/>
          </a:xfrm>
        </p:grpSpPr>
        <p:sp>
          <p:nvSpPr>
            <p:cNvPr id="21" name="Chevron 224">
              <a:extLst>
                <a:ext uri="{FF2B5EF4-FFF2-40B4-BE49-F238E27FC236}">
                  <a16:creationId xmlns:a16="http://schemas.microsoft.com/office/drawing/2014/main" id="{BC4F1C63-4F6E-EA09-F9A3-0F684AD567D4}"/>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2" name="Rectangle 21">
              <a:extLst>
                <a:ext uri="{FF2B5EF4-FFF2-40B4-BE49-F238E27FC236}">
                  <a16:creationId xmlns:a16="http://schemas.microsoft.com/office/drawing/2014/main" id="{E3DC084C-9056-BEA8-15A3-6D3D81557938}"/>
                </a:ext>
              </a:extLst>
            </p:cNvPr>
            <p:cNvSpPr/>
            <p:nvPr/>
          </p:nvSpPr>
          <p:spPr>
            <a:xfrm>
              <a:off x="1808158" y="830997"/>
              <a:ext cx="788999"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Acteurs</a:t>
              </a:r>
              <a:r>
                <a:rPr lang="fr-FR" sz="1400" dirty="0">
                  <a:solidFill>
                    <a:schemeClr val="bg1">
                      <a:lumMod val="65000"/>
                    </a:schemeClr>
                  </a:solidFill>
                  <a:latin typeface="Times New Roman" panose="02020603050405020304" pitchFamily="18" charset="0"/>
                  <a:cs typeface="Times New Roman" panose="02020603050405020304" pitchFamily="18" charset="0"/>
                </a:rPr>
                <a:t> </a:t>
              </a:r>
            </a:p>
          </p:txBody>
        </p:sp>
      </p:grpSp>
      <p:grpSp>
        <p:nvGrpSpPr>
          <p:cNvPr id="23" name="Group 22">
            <a:extLst>
              <a:ext uri="{FF2B5EF4-FFF2-40B4-BE49-F238E27FC236}">
                <a16:creationId xmlns:a16="http://schemas.microsoft.com/office/drawing/2014/main" id="{5281E511-DD4F-87B7-CAE0-8ED7D7A2C574}"/>
              </a:ext>
            </a:extLst>
          </p:cNvPr>
          <p:cNvGrpSpPr/>
          <p:nvPr/>
        </p:nvGrpSpPr>
        <p:grpSpPr>
          <a:xfrm>
            <a:off x="6481083" y="-910897"/>
            <a:ext cx="1800000" cy="401534"/>
            <a:chOff x="1344580" y="830997"/>
            <a:chExt cx="1800000" cy="401534"/>
          </a:xfrm>
        </p:grpSpPr>
        <p:sp>
          <p:nvSpPr>
            <p:cNvPr id="24" name="Chevron 224">
              <a:extLst>
                <a:ext uri="{FF2B5EF4-FFF2-40B4-BE49-F238E27FC236}">
                  <a16:creationId xmlns:a16="http://schemas.microsoft.com/office/drawing/2014/main" id="{74BDE54E-BADA-5DBA-300B-402F243F0598}"/>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5" name="Rectangle 24">
              <a:extLst>
                <a:ext uri="{FF2B5EF4-FFF2-40B4-BE49-F238E27FC236}">
                  <a16:creationId xmlns:a16="http://schemas.microsoft.com/office/drawing/2014/main" id="{F8516B49-8277-131C-7FB7-B0FB17B29A2D}"/>
                </a:ext>
              </a:extLst>
            </p:cNvPr>
            <p:cNvSpPr/>
            <p:nvPr/>
          </p:nvSpPr>
          <p:spPr>
            <a:xfrm>
              <a:off x="1510005" y="830997"/>
              <a:ext cx="1385316"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Base de données</a:t>
              </a:r>
            </a:p>
          </p:txBody>
        </p:sp>
      </p:grpSp>
      <p:grpSp>
        <p:nvGrpSpPr>
          <p:cNvPr id="26" name="Group 25">
            <a:extLst>
              <a:ext uri="{FF2B5EF4-FFF2-40B4-BE49-F238E27FC236}">
                <a16:creationId xmlns:a16="http://schemas.microsoft.com/office/drawing/2014/main" id="{27DC07B0-7456-D7FE-DF91-F35ED077BD26}"/>
              </a:ext>
            </a:extLst>
          </p:cNvPr>
          <p:cNvGrpSpPr/>
          <p:nvPr/>
        </p:nvGrpSpPr>
        <p:grpSpPr>
          <a:xfrm>
            <a:off x="9274672" y="-912347"/>
            <a:ext cx="1800000" cy="401534"/>
            <a:chOff x="1344580" y="830997"/>
            <a:chExt cx="1800000" cy="401534"/>
          </a:xfrm>
        </p:grpSpPr>
        <p:sp>
          <p:nvSpPr>
            <p:cNvPr id="27" name="Chevron 224">
              <a:extLst>
                <a:ext uri="{FF2B5EF4-FFF2-40B4-BE49-F238E27FC236}">
                  <a16:creationId xmlns:a16="http://schemas.microsoft.com/office/drawing/2014/main" id="{CDEB04CA-258C-9E62-A595-0CE1A22FF0F0}"/>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8" name="Rectangle 27">
              <a:extLst>
                <a:ext uri="{FF2B5EF4-FFF2-40B4-BE49-F238E27FC236}">
                  <a16:creationId xmlns:a16="http://schemas.microsoft.com/office/drawing/2014/main" id="{EC5842D1-019A-B0E2-15A8-9DE9D97513D1}"/>
                </a:ext>
              </a:extLst>
            </p:cNvPr>
            <p:cNvSpPr/>
            <p:nvPr/>
          </p:nvSpPr>
          <p:spPr>
            <a:xfrm>
              <a:off x="1661493" y="830997"/>
              <a:ext cx="1082348"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Architecture</a:t>
              </a:r>
            </a:p>
          </p:txBody>
        </p:sp>
      </p:grpSp>
      <p:grpSp>
        <p:nvGrpSpPr>
          <p:cNvPr id="29" name="Group 28">
            <a:extLst>
              <a:ext uri="{FF2B5EF4-FFF2-40B4-BE49-F238E27FC236}">
                <a16:creationId xmlns:a16="http://schemas.microsoft.com/office/drawing/2014/main" id="{D9876650-18DB-A51A-DE00-539078804FBA}"/>
              </a:ext>
            </a:extLst>
          </p:cNvPr>
          <p:cNvGrpSpPr/>
          <p:nvPr/>
        </p:nvGrpSpPr>
        <p:grpSpPr>
          <a:xfrm>
            <a:off x="3687495" y="-908457"/>
            <a:ext cx="1800000" cy="401534"/>
            <a:chOff x="1344580" y="830997"/>
            <a:chExt cx="1800000" cy="401534"/>
          </a:xfrm>
        </p:grpSpPr>
        <p:sp>
          <p:nvSpPr>
            <p:cNvPr id="30" name="Chevron 224">
              <a:extLst>
                <a:ext uri="{FF2B5EF4-FFF2-40B4-BE49-F238E27FC236}">
                  <a16:creationId xmlns:a16="http://schemas.microsoft.com/office/drawing/2014/main" id="{E138D379-C3F4-9392-5013-3E06803DDDA9}"/>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31" name="Rectangle 30">
              <a:extLst>
                <a:ext uri="{FF2B5EF4-FFF2-40B4-BE49-F238E27FC236}">
                  <a16:creationId xmlns:a16="http://schemas.microsoft.com/office/drawing/2014/main" id="{25E18872-877F-2859-0CB9-684E952933E1}"/>
                </a:ext>
              </a:extLst>
            </p:cNvPr>
            <p:cNvSpPr/>
            <p:nvPr/>
          </p:nvSpPr>
          <p:spPr>
            <a:xfrm>
              <a:off x="1518829" y="830997"/>
              <a:ext cx="1367682"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Cas d’utilisation</a:t>
              </a:r>
            </a:p>
          </p:txBody>
        </p:sp>
      </p:grpSp>
      <p:sp>
        <p:nvSpPr>
          <p:cNvPr id="32" name="ZoneTexte 31">
            <a:extLst>
              <a:ext uri="{FF2B5EF4-FFF2-40B4-BE49-F238E27FC236}">
                <a16:creationId xmlns:a16="http://schemas.microsoft.com/office/drawing/2014/main" id="{B2E730DB-C09A-48B8-92C3-1C127D1B5E2D}"/>
              </a:ext>
            </a:extLst>
          </p:cNvPr>
          <p:cNvSpPr txBox="1"/>
          <p:nvPr/>
        </p:nvSpPr>
        <p:spPr>
          <a:xfrm>
            <a:off x="3434274" y="4633300"/>
            <a:ext cx="6093618" cy="1754326"/>
          </a:xfrm>
          <a:prstGeom prst="rect">
            <a:avLst/>
          </a:prstGeom>
          <a:noFill/>
        </p:spPr>
        <p:txBody>
          <a:bodyPr wrap="square">
            <a:spAutoFit/>
          </a:bodyPr>
          <a:lstStyle/>
          <a:p>
            <a:pPr marL="0" algn="ctr" rtl="0" eaLnBrk="1" latinLnBrk="0" hangingPunct="1">
              <a:spcBef>
                <a:spcPts val="0"/>
              </a:spcBef>
              <a:spcAft>
                <a:spcPts val="0"/>
              </a:spcAft>
            </a:pPr>
            <a:r>
              <a:rPr lang="fr-FR" sz="5400" b="1" dirty="0">
                <a:solidFill>
                  <a:srgbClr val="A9B5FF"/>
                </a:solidFill>
                <a:latin typeface="Times New Roman" panose="02020603050405020304" pitchFamily="18" charset="0"/>
                <a:cs typeface="Times New Roman" panose="02020603050405020304" pitchFamily="18" charset="0"/>
              </a:rPr>
              <a:t>Processus</a:t>
            </a:r>
            <a:r>
              <a:rPr lang="fr-FR" sz="18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5400" b="1" dirty="0">
                <a:solidFill>
                  <a:srgbClr val="A9B5FF"/>
                </a:solidFill>
                <a:latin typeface="Times New Roman" panose="02020603050405020304" pitchFamily="18" charset="0"/>
                <a:cs typeface="Times New Roman" panose="02020603050405020304" pitchFamily="18" charset="0"/>
              </a:rPr>
              <a:t>métier</a:t>
            </a:r>
          </a:p>
          <a:p>
            <a:pPr marL="0" algn="ctr" rtl="0" eaLnBrk="1" latinLnBrk="0" hangingPunct="1">
              <a:spcBef>
                <a:spcPts val="0"/>
              </a:spcBef>
              <a:spcAft>
                <a:spcPts val="0"/>
              </a:spcAft>
            </a:pP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5400" b="1" dirty="0">
                <a:solidFill>
                  <a:srgbClr val="A9B5FF"/>
                </a:solidFill>
                <a:latin typeface="Times New Roman" panose="02020603050405020304" pitchFamily="18" charset="0"/>
                <a:cs typeface="Times New Roman" panose="02020603050405020304" pitchFamily="18" charset="0"/>
              </a:rPr>
              <a:t>actuels</a:t>
            </a:r>
          </a:p>
        </p:txBody>
      </p:sp>
    </p:spTree>
    <p:extLst>
      <p:ext uri="{BB962C8B-B14F-4D97-AF65-F5344CB8AC3E}">
        <p14:creationId xmlns:p14="http://schemas.microsoft.com/office/powerpoint/2010/main" val="2773636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1">
            <a:extLst>
              <a:ext uri="{FF2B5EF4-FFF2-40B4-BE49-F238E27FC236}">
                <a16:creationId xmlns:a16="http://schemas.microsoft.com/office/drawing/2014/main" id="{59B1F901-DF05-4924-839A-D536C036238A}"/>
              </a:ext>
            </a:extLst>
          </p:cNvPr>
          <p:cNvGrpSpPr/>
          <p:nvPr/>
        </p:nvGrpSpPr>
        <p:grpSpPr>
          <a:xfrm>
            <a:off x="820520" y="830849"/>
            <a:ext cx="1820530" cy="401534"/>
            <a:chOff x="1324050" y="830997"/>
            <a:chExt cx="1820530" cy="401534"/>
          </a:xfrm>
        </p:grpSpPr>
        <p:sp>
          <p:nvSpPr>
            <p:cNvPr id="6" name="Chevron 224">
              <a:extLst>
                <a:ext uri="{FF2B5EF4-FFF2-40B4-BE49-F238E27FC236}">
                  <a16:creationId xmlns:a16="http://schemas.microsoft.com/office/drawing/2014/main" id="{45F2C934-F326-4743-A469-0BD1CAF6C56E}"/>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7" name="Rectangle 6">
              <a:extLst>
                <a:ext uri="{FF2B5EF4-FFF2-40B4-BE49-F238E27FC236}">
                  <a16:creationId xmlns:a16="http://schemas.microsoft.com/office/drawing/2014/main" id="{44A2F391-1169-43ED-BF19-E18FD00FE9B7}"/>
                </a:ext>
              </a:extLst>
            </p:cNvPr>
            <p:cNvSpPr/>
            <p:nvPr/>
          </p:nvSpPr>
          <p:spPr>
            <a:xfrm>
              <a:off x="1324050" y="830997"/>
              <a:ext cx="1757212" cy="307777"/>
            </a:xfrm>
            <a:prstGeom prst="rect">
              <a:avLst/>
            </a:prstGeom>
          </p:spPr>
          <p:txBody>
            <a:bodyPr wrap="none">
              <a:spAutoFit/>
            </a:bodyPr>
            <a:lstStyle/>
            <a:p>
              <a:pPr algn="ct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maintenance Curative</a:t>
              </a:r>
            </a:p>
          </p:txBody>
        </p:sp>
      </p:grpSp>
      <p:grpSp>
        <p:nvGrpSpPr>
          <p:cNvPr id="11" name="Group 101">
            <a:extLst>
              <a:ext uri="{FF2B5EF4-FFF2-40B4-BE49-F238E27FC236}">
                <a16:creationId xmlns:a16="http://schemas.microsoft.com/office/drawing/2014/main" id="{1C394BD1-5588-4B87-8A88-7C9BA54BFDD3}"/>
              </a:ext>
            </a:extLst>
          </p:cNvPr>
          <p:cNvGrpSpPr/>
          <p:nvPr/>
        </p:nvGrpSpPr>
        <p:grpSpPr>
          <a:xfrm>
            <a:off x="8610600" y="785779"/>
            <a:ext cx="1997262" cy="446604"/>
            <a:chOff x="1206647" y="785927"/>
            <a:chExt cx="1997262" cy="446604"/>
          </a:xfrm>
        </p:grpSpPr>
        <p:sp>
          <p:nvSpPr>
            <p:cNvPr id="12" name="Chevron 224">
              <a:extLst>
                <a:ext uri="{FF2B5EF4-FFF2-40B4-BE49-F238E27FC236}">
                  <a16:creationId xmlns:a16="http://schemas.microsoft.com/office/drawing/2014/main" id="{CDFE7B22-FEBF-4590-840E-630361C8CAF9}"/>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3" name="Rectangle 12">
              <a:extLst>
                <a:ext uri="{FF2B5EF4-FFF2-40B4-BE49-F238E27FC236}">
                  <a16:creationId xmlns:a16="http://schemas.microsoft.com/office/drawing/2014/main" id="{C9CAE947-7A78-4EA6-A36D-EA8DF0EB0EC6}"/>
                </a:ext>
              </a:extLst>
            </p:cNvPr>
            <p:cNvSpPr/>
            <p:nvPr/>
          </p:nvSpPr>
          <p:spPr>
            <a:xfrm>
              <a:off x="1206647" y="785927"/>
              <a:ext cx="1997262" cy="307777"/>
            </a:xfrm>
            <a:prstGeom prst="rect">
              <a:avLst/>
            </a:prstGeom>
          </p:spPr>
          <p:txBody>
            <a:bodyPr wrap="squar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maintenance Préventive</a:t>
              </a:r>
            </a:p>
          </p:txBody>
        </p:sp>
      </p:grpSp>
      <p:sp>
        <p:nvSpPr>
          <p:cNvPr id="15" name="ZoneTexte 14">
            <a:extLst>
              <a:ext uri="{FF2B5EF4-FFF2-40B4-BE49-F238E27FC236}">
                <a16:creationId xmlns:a16="http://schemas.microsoft.com/office/drawing/2014/main" id="{4C3B2CE3-89A6-4C01-A4F3-212E49CC6795}"/>
              </a:ext>
            </a:extLst>
          </p:cNvPr>
          <p:cNvSpPr txBox="1"/>
          <p:nvPr/>
        </p:nvSpPr>
        <p:spPr>
          <a:xfrm>
            <a:off x="2577732" y="-44671"/>
            <a:ext cx="6437682" cy="646331"/>
          </a:xfrm>
          <a:prstGeom prst="rect">
            <a:avLst/>
          </a:prstGeom>
          <a:noFill/>
        </p:spPr>
        <p:txBody>
          <a:bodyPr wrap="square">
            <a:spAutoFit/>
          </a:bodyPr>
          <a:lstStyle/>
          <a:p>
            <a:pPr marL="0" algn="ctr" rtl="0" eaLnBrk="1" latinLnBrk="0" hangingPunct="1">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Processus</a:t>
            </a:r>
            <a:r>
              <a:rPr lang="fr-FR" sz="11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métier </a:t>
            </a:r>
            <a:r>
              <a:rPr lang="fr-FR" sz="11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actuels</a:t>
            </a:r>
          </a:p>
        </p:txBody>
      </p:sp>
      <p:sp>
        <p:nvSpPr>
          <p:cNvPr id="16" name="Isosceles Triangle 225">
            <a:extLst>
              <a:ext uri="{FF2B5EF4-FFF2-40B4-BE49-F238E27FC236}">
                <a16:creationId xmlns:a16="http://schemas.microsoft.com/office/drawing/2014/main" id="{0C87DDA7-CFEC-4982-B840-7478D3732429}"/>
              </a:ext>
            </a:extLst>
          </p:cNvPr>
          <p:cNvSpPr/>
          <p:nvPr/>
        </p:nvSpPr>
        <p:spPr>
          <a:xfrm rot="10800000">
            <a:off x="1526417"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 17">
            <a:extLst>
              <a:ext uri="{FF2B5EF4-FFF2-40B4-BE49-F238E27FC236}">
                <a16:creationId xmlns:a16="http://schemas.microsoft.com/office/drawing/2014/main" id="{84FB51CD-0A3E-4C92-9F7D-003FEF24F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402" y="1600621"/>
            <a:ext cx="8801196" cy="5083951"/>
          </a:xfrm>
          <a:prstGeom prst="rect">
            <a:avLst/>
          </a:prstGeom>
        </p:spPr>
      </p:pic>
      <p:grpSp>
        <p:nvGrpSpPr>
          <p:cNvPr id="27" name="Group 30">
            <a:extLst>
              <a:ext uri="{FF2B5EF4-FFF2-40B4-BE49-F238E27FC236}">
                <a16:creationId xmlns:a16="http://schemas.microsoft.com/office/drawing/2014/main" id="{578ADCE5-F878-4732-A8BD-AAB3EABA7874}"/>
              </a:ext>
            </a:extLst>
          </p:cNvPr>
          <p:cNvGrpSpPr/>
          <p:nvPr/>
        </p:nvGrpSpPr>
        <p:grpSpPr>
          <a:xfrm>
            <a:off x="11724572" y="6292069"/>
            <a:ext cx="539659" cy="576000"/>
            <a:chOff x="11602707" y="6123456"/>
            <a:chExt cx="680441" cy="734544"/>
          </a:xfrm>
          <a:solidFill>
            <a:srgbClr val="003076"/>
          </a:solidFill>
        </p:grpSpPr>
        <p:sp>
          <p:nvSpPr>
            <p:cNvPr id="28" name="Freeform: Shape 31">
              <a:extLst>
                <a:ext uri="{FF2B5EF4-FFF2-40B4-BE49-F238E27FC236}">
                  <a16:creationId xmlns:a16="http://schemas.microsoft.com/office/drawing/2014/main" id="{B674578F-DA89-41EB-A619-6DC892F92E8B}"/>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9" name="Group 32">
              <a:extLst>
                <a:ext uri="{FF2B5EF4-FFF2-40B4-BE49-F238E27FC236}">
                  <a16:creationId xmlns:a16="http://schemas.microsoft.com/office/drawing/2014/main" id="{C5220123-5744-440D-9D1B-4A823BEB55D1}"/>
                </a:ext>
              </a:extLst>
            </p:cNvPr>
            <p:cNvGrpSpPr/>
            <p:nvPr/>
          </p:nvGrpSpPr>
          <p:grpSpPr>
            <a:xfrm>
              <a:off x="11738453" y="6279077"/>
              <a:ext cx="544695" cy="578923"/>
              <a:chOff x="11738453" y="6279077"/>
              <a:chExt cx="544695" cy="578923"/>
            </a:xfrm>
            <a:grpFill/>
          </p:grpSpPr>
          <p:sp>
            <p:nvSpPr>
              <p:cNvPr id="30" name="Freeform: Shape 33">
                <a:extLst>
                  <a:ext uri="{FF2B5EF4-FFF2-40B4-BE49-F238E27FC236}">
                    <a16:creationId xmlns:a16="http://schemas.microsoft.com/office/drawing/2014/main" id="{D65A3AD3-CDAF-4589-8FB9-2B1436CAB1C5}"/>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1" name="Slide Number Placeholder 1">
                <a:extLst>
                  <a:ext uri="{FF2B5EF4-FFF2-40B4-BE49-F238E27FC236}">
                    <a16:creationId xmlns:a16="http://schemas.microsoft.com/office/drawing/2014/main" id="{AFFF89CB-DB22-4D33-A67F-3029E88D3854}"/>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12</a:t>
                </a:r>
              </a:p>
            </p:txBody>
          </p:sp>
        </p:grpSp>
      </p:grpSp>
    </p:spTree>
    <p:extLst>
      <p:ext uri="{BB962C8B-B14F-4D97-AF65-F5344CB8AC3E}">
        <p14:creationId xmlns:p14="http://schemas.microsoft.com/office/powerpoint/2010/main" val="772281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042">
            <a:extLst>
              <a:ext uri="{FF2B5EF4-FFF2-40B4-BE49-F238E27FC236}">
                <a16:creationId xmlns:a16="http://schemas.microsoft.com/office/drawing/2014/main" id="{D1CFE860-4E2E-4C39-B56F-F0B615922B03}"/>
              </a:ext>
            </a:extLst>
          </p:cNvPr>
          <p:cNvGrpSpPr/>
          <p:nvPr/>
        </p:nvGrpSpPr>
        <p:grpSpPr>
          <a:xfrm>
            <a:off x="8667538" y="859894"/>
            <a:ext cx="1906291" cy="401534"/>
            <a:chOff x="1249528" y="830997"/>
            <a:chExt cx="1906291" cy="401534"/>
          </a:xfrm>
        </p:grpSpPr>
        <p:sp>
          <p:nvSpPr>
            <p:cNvPr id="8" name="Chevron 224">
              <a:extLst>
                <a:ext uri="{FF2B5EF4-FFF2-40B4-BE49-F238E27FC236}">
                  <a16:creationId xmlns:a16="http://schemas.microsoft.com/office/drawing/2014/main" id="{188C6649-C83B-41D5-949B-470A1E61BC2C}"/>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9" name="Rectangle 8">
              <a:extLst>
                <a:ext uri="{FF2B5EF4-FFF2-40B4-BE49-F238E27FC236}">
                  <a16:creationId xmlns:a16="http://schemas.microsoft.com/office/drawing/2014/main" id="{31B84159-E0F3-4F07-B6D6-820B282FC3DF}"/>
                </a:ext>
              </a:extLst>
            </p:cNvPr>
            <p:cNvSpPr/>
            <p:nvPr/>
          </p:nvSpPr>
          <p:spPr>
            <a:xfrm>
              <a:off x="1249528" y="830997"/>
              <a:ext cx="1906291" cy="307777"/>
            </a:xfrm>
            <a:prstGeom prst="rect">
              <a:avLst/>
            </a:prstGeom>
          </p:spPr>
          <p:txBody>
            <a:bodyPr wrap="none">
              <a:spAutoFit/>
            </a:bodyPr>
            <a:lstStyle/>
            <a:p>
              <a:pPr algn="ct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maintenance Préventive</a:t>
              </a:r>
            </a:p>
          </p:txBody>
        </p:sp>
      </p:grpSp>
      <p:sp>
        <p:nvSpPr>
          <p:cNvPr id="15" name="Chevron 224">
            <a:extLst>
              <a:ext uri="{FF2B5EF4-FFF2-40B4-BE49-F238E27FC236}">
                <a16:creationId xmlns:a16="http://schemas.microsoft.com/office/drawing/2014/main" id="{BEAB8B79-ED14-401A-A976-903D68351AC0}"/>
              </a:ext>
            </a:extLst>
          </p:cNvPr>
          <p:cNvSpPr/>
          <p:nvPr/>
        </p:nvSpPr>
        <p:spPr>
          <a:xfrm>
            <a:off x="1182904" y="1153428"/>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6" name="Rectangle 15">
            <a:extLst>
              <a:ext uri="{FF2B5EF4-FFF2-40B4-BE49-F238E27FC236}">
                <a16:creationId xmlns:a16="http://schemas.microsoft.com/office/drawing/2014/main" id="{9EFA6C77-1C60-4B80-8987-8B3406BC8F1B}"/>
              </a:ext>
            </a:extLst>
          </p:cNvPr>
          <p:cNvSpPr/>
          <p:nvPr/>
        </p:nvSpPr>
        <p:spPr>
          <a:xfrm>
            <a:off x="985642" y="845651"/>
            <a:ext cx="1997262" cy="307777"/>
          </a:xfrm>
          <a:prstGeom prst="rect">
            <a:avLst/>
          </a:prstGeom>
        </p:spPr>
        <p:txBody>
          <a:bodyPr wrap="squar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maintenance Curative</a:t>
            </a:r>
          </a:p>
        </p:txBody>
      </p:sp>
      <p:sp>
        <p:nvSpPr>
          <p:cNvPr id="17" name="Isosceles Triangle 225">
            <a:extLst>
              <a:ext uri="{FF2B5EF4-FFF2-40B4-BE49-F238E27FC236}">
                <a16:creationId xmlns:a16="http://schemas.microsoft.com/office/drawing/2014/main" id="{780DD9EE-3E71-459B-B429-EEB3E952B100}"/>
              </a:ext>
            </a:extLst>
          </p:cNvPr>
          <p:cNvSpPr/>
          <p:nvPr/>
        </p:nvSpPr>
        <p:spPr>
          <a:xfrm rot="10800000">
            <a:off x="9509742" y="1319135"/>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ZoneTexte 21">
            <a:extLst>
              <a:ext uri="{FF2B5EF4-FFF2-40B4-BE49-F238E27FC236}">
                <a16:creationId xmlns:a16="http://schemas.microsoft.com/office/drawing/2014/main" id="{056FA526-808E-43B1-B367-B23BA24502C8}"/>
              </a:ext>
            </a:extLst>
          </p:cNvPr>
          <p:cNvSpPr txBox="1"/>
          <p:nvPr/>
        </p:nvSpPr>
        <p:spPr>
          <a:xfrm>
            <a:off x="2518171" y="-61867"/>
            <a:ext cx="6437682" cy="646331"/>
          </a:xfrm>
          <a:prstGeom prst="rect">
            <a:avLst/>
          </a:prstGeom>
          <a:noFill/>
        </p:spPr>
        <p:txBody>
          <a:bodyPr wrap="square">
            <a:spAutoFit/>
          </a:bodyPr>
          <a:lstStyle/>
          <a:p>
            <a:pPr marL="0" algn="ctr" rtl="0" eaLnBrk="1" latinLnBrk="0" hangingPunct="1">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Processus</a:t>
            </a:r>
            <a:r>
              <a:rPr lang="fr-FR" sz="11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métier </a:t>
            </a:r>
            <a:r>
              <a:rPr lang="fr-FR" sz="11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actuels</a:t>
            </a:r>
          </a:p>
        </p:txBody>
      </p:sp>
      <p:grpSp>
        <p:nvGrpSpPr>
          <p:cNvPr id="20" name="Group 30">
            <a:extLst>
              <a:ext uri="{FF2B5EF4-FFF2-40B4-BE49-F238E27FC236}">
                <a16:creationId xmlns:a16="http://schemas.microsoft.com/office/drawing/2014/main" id="{46E5CB8F-DAA7-473A-860A-0E2D588EC562}"/>
              </a:ext>
            </a:extLst>
          </p:cNvPr>
          <p:cNvGrpSpPr/>
          <p:nvPr/>
        </p:nvGrpSpPr>
        <p:grpSpPr>
          <a:xfrm>
            <a:off x="11724572" y="6292069"/>
            <a:ext cx="539659" cy="576000"/>
            <a:chOff x="11602707" y="6123456"/>
            <a:chExt cx="680441" cy="734544"/>
          </a:xfrm>
          <a:solidFill>
            <a:srgbClr val="003076"/>
          </a:solidFill>
        </p:grpSpPr>
        <p:sp>
          <p:nvSpPr>
            <p:cNvPr id="21" name="Freeform: Shape 31">
              <a:extLst>
                <a:ext uri="{FF2B5EF4-FFF2-40B4-BE49-F238E27FC236}">
                  <a16:creationId xmlns:a16="http://schemas.microsoft.com/office/drawing/2014/main" id="{94170FC1-B59F-4387-B789-52097F20A0CE}"/>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3" name="Group 32">
              <a:extLst>
                <a:ext uri="{FF2B5EF4-FFF2-40B4-BE49-F238E27FC236}">
                  <a16:creationId xmlns:a16="http://schemas.microsoft.com/office/drawing/2014/main" id="{DE46F10A-6911-44A2-9833-07447B43FF79}"/>
                </a:ext>
              </a:extLst>
            </p:cNvPr>
            <p:cNvGrpSpPr/>
            <p:nvPr/>
          </p:nvGrpSpPr>
          <p:grpSpPr>
            <a:xfrm>
              <a:off x="11738453" y="6279077"/>
              <a:ext cx="544695" cy="578923"/>
              <a:chOff x="11738453" y="6279077"/>
              <a:chExt cx="544695" cy="578923"/>
            </a:xfrm>
            <a:grpFill/>
          </p:grpSpPr>
          <p:sp>
            <p:nvSpPr>
              <p:cNvPr id="24" name="Freeform: Shape 33">
                <a:extLst>
                  <a:ext uri="{FF2B5EF4-FFF2-40B4-BE49-F238E27FC236}">
                    <a16:creationId xmlns:a16="http://schemas.microsoft.com/office/drawing/2014/main" id="{5B184347-1405-4877-B46B-BAE3662A4B44}"/>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5" name="Slide Number Placeholder 1">
                <a:extLst>
                  <a:ext uri="{FF2B5EF4-FFF2-40B4-BE49-F238E27FC236}">
                    <a16:creationId xmlns:a16="http://schemas.microsoft.com/office/drawing/2014/main" id="{EF16A441-D930-4132-A102-2C238E69BD5E}"/>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13</a:t>
                </a:r>
              </a:p>
            </p:txBody>
          </p:sp>
        </p:grpSp>
      </p:grpSp>
      <p:pic>
        <p:nvPicPr>
          <p:cNvPr id="18" name="Image 17">
            <a:extLst>
              <a:ext uri="{FF2B5EF4-FFF2-40B4-BE49-F238E27FC236}">
                <a16:creationId xmlns:a16="http://schemas.microsoft.com/office/drawing/2014/main" id="{C5B56C91-6B69-4D87-AD45-5D63498011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7482" y="1391135"/>
            <a:ext cx="5460056" cy="5067307"/>
          </a:xfrm>
          <a:prstGeom prst="rect">
            <a:avLst/>
          </a:prstGeom>
        </p:spPr>
      </p:pic>
    </p:spTree>
    <p:extLst>
      <p:ext uri="{BB962C8B-B14F-4D97-AF65-F5344CB8AC3E}">
        <p14:creationId xmlns:p14="http://schemas.microsoft.com/office/powerpoint/2010/main" val="622831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3E40F0B6-41C3-4E40-A26D-7C394A82966F}"/>
              </a:ext>
            </a:extLst>
          </p:cNvPr>
          <p:cNvSpPr txBox="1"/>
          <p:nvPr/>
        </p:nvSpPr>
        <p:spPr>
          <a:xfrm>
            <a:off x="2518171" y="-76154"/>
            <a:ext cx="6437682" cy="646331"/>
          </a:xfrm>
          <a:prstGeom prst="rect">
            <a:avLst/>
          </a:prstGeom>
          <a:noFill/>
        </p:spPr>
        <p:txBody>
          <a:bodyPr wrap="square">
            <a:spAutoFit/>
          </a:bodyPr>
          <a:lstStyle/>
          <a:p>
            <a:pPr marL="0" algn="ctr" rtl="0" eaLnBrk="1" latinLnBrk="0" hangingPunct="1">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Processus</a:t>
            </a:r>
            <a:r>
              <a:rPr lang="fr-FR" sz="1100" kern="1200" dirty="0">
                <a:solidFill>
                  <a:srgbClr val="000000"/>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métier </a:t>
            </a:r>
            <a:r>
              <a:rPr lang="fr-FR" sz="11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actuels</a:t>
            </a:r>
          </a:p>
        </p:txBody>
      </p:sp>
      <p:grpSp>
        <p:nvGrpSpPr>
          <p:cNvPr id="7" name="Group 1042">
            <a:extLst>
              <a:ext uri="{FF2B5EF4-FFF2-40B4-BE49-F238E27FC236}">
                <a16:creationId xmlns:a16="http://schemas.microsoft.com/office/drawing/2014/main" id="{A704BB6B-1479-4A90-9A7D-AAFDFAA791DF}"/>
              </a:ext>
            </a:extLst>
          </p:cNvPr>
          <p:cNvGrpSpPr/>
          <p:nvPr/>
        </p:nvGrpSpPr>
        <p:grpSpPr>
          <a:xfrm>
            <a:off x="8611332" y="847537"/>
            <a:ext cx="1906291" cy="401534"/>
            <a:chOff x="1249528" y="830997"/>
            <a:chExt cx="1906291" cy="401534"/>
          </a:xfrm>
        </p:grpSpPr>
        <p:sp>
          <p:nvSpPr>
            <p:cNvPr id="8" name="Chevron 224">
              <a:extLst>
                <a:ext uri="{FF2B5EF4-FFF2-40B4-BE49-F238E27FC236}">
                  <a16:creationId xmlns:a16="http://schemas.microsoft.com/office/drawing/2014/main" id="{9EC264D0-4DC4-48B5-96A6-05A402DCB158}"/>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9" name="Rectangle 8">
              <a:extLst>
                <a:ext uri="{FF2B5EF4-FFF2-40B4-BE49-F238E27FC236}">
                  <a16:creationId xmlns:a16="http://schemas.microsoft.com/office/drawing/2014/main" id="{3B57CB64-43A8-429A-A2A0-BB1374CF88E8}"/>
                </a:ext>
              </a:extLst>
            </p:cNvPr>
            <p:cNvSpPr/>
            <p:nvPr/>
          </p:nvSpPr>
          <p:spPr>
            <a:xfrm>
              <a:off x="1249528" y="830997"/>
              <a:ext cx="1906291" cy="307777"/>
            </a:xfrm>
            <a:prstGeom prst="rect">
              <a:avLst/>
            </a:prstGeom>
          </p:spPr>
          <p:txBody>
            <a:bodyPr wrap="none">
              <a:spAutoFit/>
            </a:bodyPr>
            <a:lstStyle/>
            <a:p>
              <a:pPr algn="ct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maintenance Préventive</a:t>
              </a:r>
            </a:p>
          </p:txBody>
        </p:sp>
      </p:grpSp>
      <p:sp>
        <p:nvSpPr>
          <p:cNvPr id="10" name="Chevron 224">
            <a:extLst>
              <a:ext uri="{FF2B5EF4-FFF2-40B4-BE49-F238E27FC236}">
                <a16:creationId xmlns:a16="http://schemas.microsoft.com/office/drawing/2014/main" id="{098F961F-519F-495C-90D9-A39E06511CF0}"/>
              </a:ext>
            </a:extLst>
          </p:cNvPr>
          <p:cNvSpPr/>
          <p:nvPr/>
        </p:nvSpPr>
        <p:spPr>
          <a:xfrm>
            <a:off x="1135546" y="113914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1" name="Rectangle 10">
            <a:extLst>
              <a:ext uri="{FF2B5EF4-FFF2-40B4-BE49-F238E27FC236}">
                <a16:creationId xmlns:a16="http://schemas.microsoft.com/office/drawing/2014/main" id="{A70C49CA-84E2-4AA5-AECF-A3B2FF537AFA}"/>
              </a:ext>
            </a:extLst>
          </p:cNvPr>
          <p:cNvSpPr/>
          <p:nvPr/>
        </p:nvSpPr>
        <p:spPr>
          <a:xfrm>
            <a:off x="938284" y="831364"/>
            <a:ext cx="1997262" cy="307777"/>
          </a:xfrm>
          <a:prstGeom prst="rect">
            <a:avLst/>
          </a:prstGeom>
        </p:spPr>
        <p:txBody>
          <a:bodyPr wrap="squar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maintenance Curative</a:t>
            </a:r>
          </a:p>
        </p:txBody>
      </p:sp>
      <p:sp>
        <p:nvSpPr>
          <p:cNvPr id="12" name="Isosceles Triangle 225">
            <a:extLst>
              <a:ext uri="{FF2B5EF4-FFF2-40B4-BE49-F238E27FC236}">
                <a16:creationId xmlns:a16="http://schemas.microsoft.com/office/drawing/2014/main" id="{DC2E6665-C343-426F-8382-817DC6C0ED82}"/>
              </a:ext>
            </a:extLst>
          </p:cNvPr>
          <p:cNvSpPr/>
          <p:nvPr/>
        </p:nvSpPr>
        <p:spPr>
          <a:xfrm rot="10800000">
            <a:off x="9520037" y="1288674"/>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a:extLst>
              <a:ext uri="{FF2B5EF4-FFF2-40B4-BE49-F238E27FC236}">
                <a16:creationId xmlns:a16="http://schemas.microsoft.com/office/drawing/2014/main" id="{0AE16040-B74F-4215-800F-324226EB7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7159" y="1923383"/>
            <a:ext cx="6437681" cy="4087080"/>
          </a:xfrm>
          <a:prstGeom prst="rect">
            <a:avLst/>
          </a:prstGeom>
        </p:spPr>
      </p:pic>
      <p:grpSp>
        <p:nvGrpSpPr>
          <p:cNvPr id="25" name="Group 30">
            <a:extLst>
              <a:ext uri="{FF2B5EF4-FFF2-40B4-BE49-F238E27FC236}">
                <a16:creationId xmlns:a16="http://schemas.microsoft.com/office/drawing/2014/main" id="{56EAC665-31C7-4953-BF5C-1FB4C3A181CB}"/>
              </a:ext>
            </a:extLst>
          </p:cNvPr>
          <p:cNvGrpSpPr/>
          <p:nvPr/>
        </p:nvGrpSpPr>
        <p:grpSpPr>
          <a:xfrm>
            <a:off x="11724572" y="6292069"/>
            <a:ext cx="539659" cy="576000"/>
            <a:chOff x="11602707" y="6123456"/>
            <a:chExt cx="680441" cy="734544"/>
          </a:xfrm>
          <a:solidFill>
            <a:srgbClr val="003076"/>
          </a:solidFill>
        </p:grpSpPr>
        <p:sp>
          <p:nvSpPr>
            <p:cNvPr id="26" name="Freeform: Shape 31">
              <a:extLst>
                <a:ext uri="{FF2B5EF4-FFF2-40B4-BE49-F238E27FC236}">
                  <a16:creationId xmlns:a16="http://schemas.microsoft.com/office/drawing/2014/main" id="{ACE238EE-1E24-4234-B93A-A27359ED274F}"/>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7" name="Group 32">
              <a:extLst>
                <a:ext uri="{FF2B5EF4-FFF2-40B4-BE49-F238E27FC236}">
                  <a16:creationId xmlns:a16="http://schemas.microsoft.com/office/drawing/2014/main" id="{909600B8-44D6-4221-A384-D64CA75CE5FC}"/>
                </a:ext>
              </a:extLst>
            </p:cNvPr>
            <p:cNvGrpSpPr/>
            <p:nvPr/>
          </p:nvGrpSpPr>
          <p:grpSpPr>
            <a:xfrm>
              <a:off x="11738453" y="6279077"/>
              <a:ext cx="544695" cy="578923"/>
              <a:chOff x="11738453" y="6279077"/>
              <a:chExt cx="544695" cy="578923"/>
            </a:xfrm>
            <a:grpFill/>
          </p:grpSpPr>
          <p:sp>
            <p:nvSpPr>
              <p:cNvPr id="28" name="Freeform: Shape 33">
                <a:extLst>
                  <a:ext uri="{FF2B5EF4-FFF2-40B4-BE49-F238E27FC236}">
                    <a16:creationId xmlns:a16="http://schemas.microsoft.com/office/drawing/2014/main" id="{24577FB1-69B9-4D38-BF5E-583A03A9B064}"/>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9" name="Slide Number Placeholder 1">
                <a:extLst>
                  <a:ext uri="{FF2B5EF4-FFF2-40B4-BE49-F238E27FC236}">
                    <a16:creationId xmlns:a16="http://schemas.microsoft.com/office/drawing/2014/main" id="{4274DB9B-8B31-4486-96AD-C981B7DCC333}"/>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14</a:t>
                </a:r>
              </a:p>
            </p:txBody>
          </p:sp>
        </p:grpSp>
      </p:grpSp>
      <p:grpSp>
        <p:nvGrpSpPr>
          <p:cNvPr id="21" name="Group 4">
            <a:extLst>
              <a:ext uri="{FF2B5EF4-FFF2-40B4-BE49-F238E27FC236}">
                <a16:creationId xmlns:a16="http://schemas.microsoft.com/office/drawing/2014/main" id="{F6EE90AB-1CC8-4BAC-972B-137DEBAC167D}"/>
              </a:ext>
            </a:extLst>
          </p:cNvPr>
          <p:cNvGrpSpPr/>
          <p:nvPr/>
        </p:nvGrpSpPr>
        <p:grpSpPr>
          <a:xfrm>
            <a:off x="-5152361" y="690374"/>
            <a:ext cx="2916000" cy="2916000"/>
            <a:chOff x="3354429" y="3172449"/>
            <a:chExt cx="1188000" cy="1187100"/>
          </a:xfrm>
        </p:grpSpPr>
        <p:sp>
          <p:nvSpPr>
            <p:cNvPr id="22" name="TextBox 27">
              <a:extLst>
                <a:ext uri="{FF2B5EF4-FFF2-40B4-BE49-F238E27FC236}">
                  <a16:creationId xmlns:a16="http://schemas.microsoft.com/office/drawing/2014/main" id="{1F2A9C4E-7A2C-44DD-9FB5-F054F9CACBBB}"/>
                </a:ext>
              </a:extLst>
            </p:cNvPr>
            <p:cNvSpPr txBox="1"/>
            <p:nvPr/>
          </p:nvSpPr>
          <p:spPr>
            <a:xfrm>
              <a:off x="3392958" y="3713618"/>
              <a:ext cx="1110164" cy="291312"/>
            </a:xfrm>
            <a:prstGeom prst="rect">
              <a:avLst/>
            </a:prstGeom>
            <a:noFill/>
          </p:spPr>
          <p:txBody>
            <a:bodyPr lIns="0" tIns="0" rIns="0" bIns="0" rtlCol="0" anchor="t">
              <a:spAutoFit/>
            </a:bodyPr>
            <a:lstStyle/>
            <a:p>
              <a:pPr algn="ctr">
                <a:lnSpc>
                  <a:spcPts val="4806"/>
                </a:lnSpc>
              </a:pPr>
              <a:r>
                <a:rPr lang="en-US" sz="6600" b="1" dirty="0">
                  <a:solidFill>
                    <a:srgbClr val="FFC107"/>
                  </a:solidFill>
                  <a:latin typeface="Nunito"/>
                </a:rPr>
                <a:t>4</a:t>
              </a:r>
            </a:p>
          </p:txBody>
        </p:sp>
        <p:grpSp>
          <p:nvGrpSpPr>
            <p:cNvPr id="23" name="Group 6">
              <a:extLst>
                <a:ext uri="{FF2B5EF4-FFF2-40B4-BE49-F238E27FC236}">
                  <a16:creationId xmlns:a16="http://schemas.microsoft.com/office/drawing/2014/main" id="{5669B35B-465F-4635-AC2A-4CD2EB77E72B}"/>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24" name="Google Shape;65;p15">
                <a:extLst>
                  <a:ext uri="{FF2B5EF4-FFF2-40B4-BE49-F238E27FC236}">
                    <a16:creationId xmlns:a16="http://schemas.microsoft.com/office/drawing/2014/main" id="{EC89D08F-A3F9-4CCA-83D9-72AE5E64D64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6;p15">
                <a:extLst>
                  <a:ext uri="{FF2B5EF4-FFF2-40B4-BE49-F238E27FC236}">
                    <a16:creationId xmlns:a16="http://schemas.microsoft.com/office/drawing/2014/main" id="{37231290-0988-4F21-8914-65BD731B0E74}"/>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1" name="ZoneTexte 30">
            <a:extLst>
              <a:ext uri="{FF2B5EF4-FFF2-40B4-BE49-F238E27FC236}">
                <a16:creationId xmlns:a16="http://schemas.microsoft.com/office/drawing/2014/main" id="{54F094D9-B09C-432B-ADA9-AB4FA3BC9A48}"/>
              </a:ext>
            </a:extLst>
          </p:cNvPr>
          <p:cNvSpPr txBox="1"/>
          <p:nvPr/>
        </p:nvSpPr>
        <p:spPr>
          <a:xfrm>
            <a:off x="-6313737" y="3750023"/>
            <a:ext cx="6093618" cy="1754326"/>
          </a:xfrm>
          <a:prstGeom prst="rect">
            <a:avLst/>
          </a:prstGeom>
          <a:noFill/>
        </p:spPr>
        <p:txBody>
          <a:bodyPr wrap="square">
            <a:spAutoFit/>
          </a:bodyPr>
          <a:lstStyle/>
          <a:p>
            <a:pPr marL="0" algn="ctr" rtl="0" eaLnBrk="1" latinLnBrk="0" hangingPunct="1">
              <a:spcBef>
                <a:spcPts val="0"/>
              </a:spcBef>
              <a:spcAft>
                <a:spcPts val="0"/>
              </a:spcAft>
            </a:pPr>
            <a:r>
              <a:rPr lang="en-US" sz="5400" b="1" dirty="0">
                <a:solidFill>
                  <a:srgbClr val="FFC107"/>
                </a:solidFill>
                <a:latin typeface="Times New Roman" panose="02020603050405020304" pitchFamily="18" charset="0"/>
                <a:cs typeface="Times New Roman" panose="02020603050405020304" pitchFamily="18" charset="0"/>
              </a:rPr>
              <a:t>Fonctionnalités</a:t>
            </a:r>
            <a:r>
              <a:rPr lang="en-US"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en-US" sz="5400" b="1" dirty="0">
                <a:solidFill>
                  <a:srgbClr val="FFC107"/>
                </a:solidFill>
                <a:latin typeface="Times New Roman" panose="02020603050405020304" pitchFamily="18" charset="0"/>
                <a:cs typeface="Times New Roman" panose="02020603050405020304" pitchFamily="18" charset="0"/>
              </a:rPr>
              <a:t>de</a:t>
            </a:r>
            <a:r>
              <a:rPr lang="en-US"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en-US" sz="5400" b="1" dirty="0">
                <a:solidFill>
                  <a:srgbClr val="FFC107"/>
                </a:solidFill>
                <a:latin typeface="Times New Roman" panose="02020603050405020304" pitchFamily="18" charset="0"/>
                <a:cs typeface="Times New Roman" panose="02020603050405020304" pitchFamily="18" charset="0"/>
              </a:rPr>
              <a:t>l’application</a:t>
            </a:r>
            <a:endParaRPr lang="fr-FR" sz="5400" b="1" dirty="0">
              <a:solidFill>
                <a:srgbClr val="FFC10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8645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A59ECDD-7D3A-4D17-84D9-AE51E0B32077}"/>
              </a:ext>
            </a:extLst>
          </p:cNvPr>
          <p:cNvSpPr>
            <a:spLocks noGrp="1"/>
          </p:cNvSpPr>
          <p:nvPr>
            <p:ph type="sldNum" sz="quarter" idx="12"/>
          </p:nvPr>
        </p:nvSpPr>
        <p:spPr/>
        <p:txBody>
          <a:bodyPr/>
          <a:lstStyle/>
          <a:p>
            <a:fld id="{5328A6AC-77CA-47BC-8F06-2094F975FCE2}" type="slidenum">
              <a:rPr lang="fr-FR" smtClean="0"/>
              <a:t>23</a:t>
            </a:fld>
            <a:endParaRPr lang="fr-FR"/>
          </a:p>
        </p:txBody>
      </p:sp>
      <p:grpSp>
        <p:nvGrpSpPr>
          <p:cNvPr id="5" name="Group 4">
            <a:extLst>
              <a:ext uri="{FF2B5EF4-FFF2-40B4-BE49-F238E27FC236}">
                <a16:creationId xmlns:a16="http://schemas.microsoft.com/office/drawing/2014/main" id="{436B31C5-BAF8-44BF-89C3-552EDDF4FE21}"/>
              </a:ext>
            </a:extLst>
          </p:cNvPr>
          <p:cNvGrpSpPr/>
          <p:nvPr/>
        </p:nvGrpSpPr>
        <p:grpSpPr>
          <a:xfrm>
            <a:off x="4466550" y="1542375"/>
            <a:ext cx="2916000" cy="2916000"/>
            <a:chOff x="3354429" y="3172449"/>
            <a:chExt cx="1188000" cy="1187100"/>
          </a:xfrm>
        </p:grpSpPr>
        <p:sp>
          <p:nvSpPr>
            <p:cNvPr id="6" name="TextBox 27">
              <a:extLst>
                <a:ext uri="{FF2B5EF4-FFF2-40B4-BE49-F238E27FC236}">
                  <a16:creationId xmlns:a16="http://schemas.microsoft.com/office/drawing/2014/main" id="{248C2F31-6097-4A64-9E87-9639EDA56DC7}"/>
                </a:ext>
              </a:extLst>
            </p:cNvPr>
            <p:cNvSpPr txBox="1"/>
            <p:nvPr/>
          </p:nvSpPr>
          <p:spPr>
            <a:xfrm>
              <a:off x="3392958" y="3713618"/>
              <a:ext cx="1110164" cy="291312"/>
            </a:xfrm>
            <a:prstGeom prst="rect">
              <a:avLst/>
            </a:prstGeom>
            <a:noFill/>
          </p:spPr>
          <p:txBody>
            <a:bodyPr lIns="0" tIns="0" rIns="0" bIns="0" rtlCol="0" anchor="t">
              <a:spAutoFit/>
            </a:bodyPr>
            <a:lstStyle/>
            <a:p>
              <a:pPr algn="ctr">
                <a:lnSpc>
                  <a:spcPts val="4806"/>
                </a:lnSpc>
              </a:pPr>
              <a:r>
                <a:rPr lang="en-US" sz="6600" b="1" dirty="0">
                  <a:solidFill>
                    <a:srgbClr val="FFC107"/>
                  </a:solidFill>
                  <a:latin typeface="Nunito"/>
                </a:rPr>
                <a:t>4</a:t>
              </a:r>
            </a:p>
          </p:txBody>
        </p:sp>
        <p:grpSp>
          <p:nvGrpSpPr>
            <p:cNvPr id="7" name="Group 6">
              <a:extLst>
                <a:ext uri="{FF2B5EF4-FFF2-40B4-BE49-F238E27FC236}">
                  <a16:creationId xmlns:a16="http://schemas.microsoft.com/office/drawing/2014/main" id="{69354F09-20FD-4C07-955A-55AE72255171}"/>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 name="Google Shape;65;p15">
                <a:extLst>
                  <a:ext uri="{FF2B5EF4-FFF2-40B4-BE49-F238E27FC236}">
                    <a16:creationId xmlns:a16="http://schemas.microsoft.com/office/drawing/2014/main" id="{5B26C9AF-CD19-4E47-A981-668CD4698D61}"/>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p15">
                <a:extLst>
                  <a:ext uri="{FF2B5EF4-FFF2-40B4-BE49-F238E27FC236}">
                    <a16:creationId xmlns:a16="http://schemas.microsoft.com/office/drawing/2014/main" id="{2FCB5A73-B791-4F9B-917A-26BEBB00D7C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3" name="ZoneTexte 12">
            <a:extLst>
              <a:ext uri="{FF2B5EF4-FFF2-40B4-BE49-F238E27FC236}">
                <a16:creationId xmlns:a16="http://schemas.microsoft.com/office/drawing/2014/main" id="{7E4C48DB-B4F9-4F86-89B7-2FBEFB4725CE}"/>
              </a:ext>
            </a:extLst>
          </p:cNvPr>
          <p:cNvSpPr txBox="1"/>
          <p:nvPr/>
        </p:nvSpPr>
        <p:spPr>
          <a:xfrm>
            <a:off x="3305174" y="4602024"/>
            <a:ext cx="6093618" cy="1754326"/>
          </a:xfrm>
          <a:prstGeom prst="rect">
            <a:avLst/>
          </a:prstGeom>
          <a:noFill/>
        </p:spPr>
        <p:txBody>
          <a:bodyPr wrap="square">
            <a:spAutoFit/>
          </a:bodyPr>
          <a:lstStyle/>
          <a:p>
            <a:pPr marL="0" algn="ctr" rtl="0" eaLnBrk="1" latinLnBrk="0" hangingPunct="1">
              <a:spcBef>
                <a:spcPts val="0"/>
              </a:spcBef>
              <a:spcAft>
                <a:spcPts val="0"/>
              </a:spcAft>
            </a:pPr>
            <a:r>
              <a:rPr lang="en-US" sz="5400" b="1" dirty="0">
                <a:solidFill>
                  <a:srgbClr val="FFC107"/>
                </a:solidFill>
                <a:latin typeface="Times New Roman" panose="02020603050405020304" pitchFamily="18" charset="0"/>
                <a:cs typeface="Times New Roman" panose="02020603050405020304" pitchFamily="18" charset="0"/>
              </a:rPr>
              <a:t>Fonctionnalités</a:t>
            </a:r>
            <a:r>
              <a:rPr lang="en-US"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en-US" sz="5400" b="1" dirty="0">
                <a:solidFill>
                  <a:srgbClr val="FFC107"/>
                </a:solidFill>
                <a:latin typeface="Times New Roman" panose="02020603050405020304" pitchFamily="18" charset="0"/>
                <a:cs typeface="Times New Roman" panose="02020603050405020304" pitchFamily="18" charset="0"/>
              </a:rPr>
              <a:t>de</a:t>
            </a:r>
            <a:r>
              <a:rPr lang="en-US"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en-US" sz="5400" b="1" dirty="0">
                <a:solidFill>
                  <a:srgbClr val="FFC107"/>
                </a:solidFill>
                <a:latin typeface="Times New Roman" panose="02020603050405020304" pitchFamily="18" charset="0"/>
                <a:cs typeface="Times New Roman" panose="02020603050405020304" pitchFamily="18" charset="0"/>
              </a:rPr>
              <a:t>l’application</a:t>
            </a:r>
            <a:endParaRPr lang="fr-FR" sz="5400" b="1" dirty="0">
              <a:solidFill>
                <a:srgbClr val="FFC10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8077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CD8A0BF-58D8-3631-A1AC-69789ACE8926}"/>
              </a:ext>
            </a:extLst>
          </p:cNvPr>
          <p:cNvGrpSpPr/>
          <p:nvPr/>
        </p:nvGrpSpPr>
        <p:grpSpPr>
          <a:xfrm>
            <a:off x="11724572" y="6292069"/>
            <a:ext cx="539659" cy="576000"/>
            <a:chOff x="11602707" y="6123456"/>
            <a:chExt cx="680441" cy="734544"/>
          </a:xfrm>
          <a:solidFill>
            <a:srgbClr val="003076"/>
          </a:solidFill>
        </p:grpSpPr>
        <p:sp>
          <p:nvSpPr>
            <p:cNvPr id="32" name="Freeform: Shape 31">
              <a:extLst>
                <a:ext uri="{FF2B5EF4-FFF2-40B4-BE49-F238E27FC236}">
                  <a16:creationId xmlns:a16="http://schemas.microsoft.com/office/drawing/2014/main" id="{EFDA51DA-A4FE-E257-BC44-E3FF258E3085}"/>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3" name="Group 32">
              <a:extLst>
                <a:ext uri="{FF2B5EF4-FFF2-40B4-BE49-F238E27FC236}">
                  <a16:creationId xmlns:a16="http://schemas.microsoft.com/office/drawing/2014/main" id="{C6F8CBEE-FF6C-6365-93B3-92395E38FDCE}"/>
                </a:ext>
              </a:extLst>
            </p:cNvPr>
            <p:cNvGrpSpPr/>
            <p:nvPr/>
          </p:nvGrpSpPr>
          <p:grpSpPr>
            <a:xfrm>
              <a:off x="11738453" y="6279077"/>
              <a:ext cx="544695" cy="578923"/>
              <a:chOff x="11738453" y="6279077"/>
              <a:chExt cx="544695" cy="578923"/>
            </a:xfrm>
            <a:grpFill/>
          </p:grpSpPr>
          <p:sp>
            <p:nvSpPr>
              <p:cNvPr id="34" name="Freeform: Shape 33">
                <a:extLst>
                  <a:ext uri="{FF2B5EF4-FFF2-40B4-BE49-F238E27FC236}">
                    <a16:creationId xmlns:a16="http://schemas.microsoft.com/office/drawing/2014/main" id="{556FECAA-E8AE-F123-804C-F00B7D59498B}"/>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5" name="Slide Number Placeholder 1">
                <a:extLst>
                  <a:ext uri="{FF2B5EF4-FFF2-40B4-BE49-F238E27FC236}">
                    <a16:creationId xmlns:a16="http://schemas.microsoft.com/office/drawing/2014/main" id="{011279E2-2BFD-B263-EF40-F972FDE31D1E}"/>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16</a:t>
                </a:r>
              </a:p>
            </p:txBody>
          </p:sp>
        </p:grpSp>
      </p:grpSp>
      <p:sp>
        <p:nvSpPr>
          <p:cNvPr id="13" name="TextBox 28">
            <a:extLst>
              <a:ext uri="{FF2B5EF4-FFF2-40B4-BE49-F238E27FC236}">
                <a16:creationId xmlns:a16="http://schemas.microsoft.com/office/drawing/2014/main" id="{3C14F882-A2E1-386D-DF74-D5FE9D26DBD8}"/>
              </a:ext>
            </a:extLst>
          </p:cNvPr>
          <p:cNvSpPr txBox="1"/>
          <p:nvPr/>
        </p:nvSpPr>
        <p:spPr>
          <a:xfrm>
            <a:off x="5194559" y="3954550"/>
            <a:ext cx="2088285" cy="329386"/>
          </a:xfrm>
          <a:prstGeom prst="rect">
            <a:avLst/>
          </a:prstGeom>
          <a:solidFill>
            <a:schemeClr val="bg1"/>
          </a:solidFill>
          <a:ln>
            <a:solidFill>
              <a:schemeClr val="bg1"/>
            </a:solidFill>
          </a:ln>
        </p:spPr>
        <p:txBody>
          <a:bodyPr wrap="square" lIns="0" tIns="0" rIns="0" bIns="0" rtlCol="0" anchor="t">
            <a:spAutoFit/>
          </a:bodyPr>
          <a:lstStyle/>
          <a:p>
            <a:pPr algn="ctr">
              <a:lnSpc>
                <a:spcPts val="2800"/>
              </a:lnSpc>
            </a:pPr>
            <a:r>
              <a:rPr lang="en-US" sz="2000" b="1" dirty="0">
                <a:solidFill>
                  <a:schemeClr val="bg1"/>
                </a:solidFill>
                <a:latin typeface="Times New Roman" panose="02020603050405020304" pitchFamily="18" charset="0"/>
                <a:cs typeface="Times New Roman" panose="02020603050405020304" pitchFamily="18" charset="0"/>
              </a:rPr>
              <a:t>Étude </a:t>
            </a:r>
            <a:r>
              <a:rPr lang="en-US" sz="2000" b="1" dirty="0" err="1">
                <a:solidFill>
                  <a:schemeClr val="bg1"/>
                </a:solidFill>
                <a:latin typeface="Times New Roman" panose="02020603050405020304" pitchFamily="18" charset="0"/>
                <a:cs typeface="Times New Roman" panose="02020603050405020304" pitchFamily="18" charset="0"/>
              </a:rPr>
              <a:t>conceptuelle</a:t>
            </a:r>
            <a:endParaRPr lang="en-US" sz="2000" b="1" dirty="0">
              <a:solidFill>
                <a:schemeClr val="bg1"/>
              </a:solidFill>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6C28A97B-4215-6B83-2F42-82F6C170FF4C}"/>
              </a:ext>
            </a:extLst>
          </p:cNvPr>
          <p:cNvGrpSpPr/>
          <p:nvPr/>
        </p:nvGrpSpPr>
        <p:grpSpPr>
          <a:xfrm>
            <a:off x="5589629" y="2583169"/>
            <a:ext cx="1188000" cy="1187100"/>
            <a:chOff x="3354429" y="3172449"/>
            <a:chExt cx="1188000" cy="1187100"/>
          </a:xfrm>
          <a:solidFill>
            <a:schemeClr val="bg1"/>
          </a:solidFill>
        </p:grpSpPr>
        <p:sp>
          <p:nvSpPr>
            <p:cNvPr id="15" name="TextBox 27">
              <a:extLst>
                <a:ext uri="{FF2B5EF4-FFF2-40B4-BE49-F238E27FC236}">
                  <a16:creationId xmlns:a16="http://schemas.microsoft.com/office/drawing/2014/main" id="{06D6204F-E02D-8B7D-DC8B-7B0598A90C53}"/>
                </a:ext>
              </a:extLst>
            </p:cNvPr>
            <p:cNvSpPr txBox="1"/>
            <p:nvPr/>
          </p:nvSpPr>
          <p:spPr>
            <a:xfrm>
              <a:off x="3392958" y="3458222"/>
              <a:ext cx="1110164" cy="615553"/>
            </a:xfrm>
            <a:prstGeom prst="rect">
              <a:avLst/>
            </a:prstGeom>
            <a:grpFill/>
            <a:ln>
              <a:solidFill>
                <a:schemeClr val="bg1"/>
              </a:solidFill>
            </a:ln>
          </p:spPr>
          <p:txBody>
            <a:bodyPr lIns="0" tIns="0" rIns="0" bIns="0" rtlCol="0" anchor="t">
              <a:spAutoFit/>
            </a:bodyPr>
            <a:lstStyle/>
            <a:p>
              <a:pPr algn="ctr">
                <a:lnSpc>
                  <a:spcPts val="4806"/>
                </a:lnSpc>
              </a:pPr>
              <a:r>
                <a:rPr lang="en-US" sz="3600" b="1" dirty="0">
                  <a:solidFill>
                    <a:schemeClr val="bg1"/>
                  </a:solidFill>
                  <a:latin typeface="Nunito"/>
                </a:rPr>
                <a:t>3</a:t>
              </a:r>
            </a:p>
          </p:txBody>
        </p:sp>
        <p:grpSp>
          <p:nvGrpSpPr>
            <p:cNvPr id="16" name="Group 15">
              <a:extLst>
                <a:ext uri="{FF2B5EF4-FFF2-40B4-BE49-F238E27FC236}">
                  <a16:creationId xmlns:a16="http://schemas.microsoft.com/office/drawing/2014/main" id="{B6DA12B8-4878-1199-90FC-FE194465E060}"/>
                </a:ext>
              </a:extLst>
            </p:cNvPr>
            <p:cNvGrpSpPr/>
            <p:nvPr/>
          </p:nvGrpSpPr>
          <p:grpSpPr>
            <a:xfrm>
              <a:off x="3354429" y="3172449"/>
              <a:ext cx="1188000" cy="1187100"/>
              <a:chOff x="1419778" y="98360"/>
              <a:chExt cx="2499496" cy="2491814"/>
            </a:xfrm>
            <a:grpFill/>
            <a:effectLst>
              <a:outerShdw blurRad="76200" dir="18900000" sy="23000" kx="-1200000" algn="bl" rotWithShape="0">
                <a:prstClr val="black">
                  <a:alpha val="20000"/>
                </a:prstClr>
              </a:outerShdw>
            </a:effectLst>
          </p:grpSpPr>
          <p:sp>
            <p:nvSpPr>
              <p:cNvPr id="17" name="Google Shape;65;p15">
                <a:extLst>
                  <a:ext uri="{FF2B5EF4-FFF2-40B4-BE49-F238E27FC236}">
                    <a16:creationId xmlns:a16="http://schemas.microsoft.com/office/drawing/2014/main" id="{9EE650F4-A68F-2C0F-A590-28476386FCD3}"/>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18" name="Google Shape;66;p15">
                <a:extLst>
                  <a:ext uri="{FF2B5EF4-FFF2-40B4-BE49-F238E27FC236}">
                    <a16:creationId xmlns:a16="http://schemas.microsoft.com/office/drawing/2014/main" id="{49F55C41-9435-42F3-2DD8-0F11FDDD896F}"/>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grpFill/>
              <a:ln w="7620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1"/>
                  </a:solidFill>
                </a:endParaRPr>
              </a:p>
            </p:txBody>
          </p:sp>
        </p:grpSp>
      </p:grpSp>
      <p:sp>
        <p:nvSpPr>
          <p:cNvPr id="19" name="Rectangle 18">
            <a:extLst>
              <a:ext uri="{FF2B5EF4-FFF2-40B4-BE49-F238E27FC236}">
                <a16:creationId xmlns:a16="http://schemas.microsoft.com/office/drawing/2014/main" id="{0AECBA24-D835-A91C-89C8-689B52B4551D}"/>
              </a:ext>
            </a:extLst>
          </p:cNvPr>
          <p:cNvSpPr/>
          <p:nvPr/>
        </p:nvSpPr>
        <p:spPr>
          <a:xfrm>
            <a:off x="5166109" y="2659690"/>
            <a:ext cx="2433040" cy="17732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0" name="Group 19">
            <a:extLst>
              <a:ext uri="{FF2B5EF4-FFF2-40B4-BE49-F238E27FC236}">
                <a16:creationId xmlns:a16="http://schemas.microsoft.com/office/drawing/2014/main" id="{1885FC53-6C50-A0A1-DFD8-FF6537DD632F}"/>
              </a:ext>
            </a:extLst>
          </p:cNvPr>
          <p:cNvGrpSpPr/>
          <p:nvPr/>
        </p:nvGrpSpPr>
        <p:grpSpPr>
          <a:xfrm>
            <a:off x="4645890" y="5817281"/>
            <a:ext cx="861148" cy="1021956"/>
            <a:chOff x="3560206" y="5812306"/>
            <a:chExt cx="861148" cy="1021956"/>
          </a:xfrm>
        </p:grpSpPr>
        <p:sp>
          <p:nvSpPr>
            <p:cNvPr id="21" name="Shape">
              <a:extLst>
                <a:ext uri="{FF2B5EF4-FFF2-40B4-BE49-F238E27FC236}">
                  <a16:creationId xmlns:a16="http://schemas.microsoft.com/office/drawing/2014/main" id="{E9FCD2AD-9C0E-3A94-79C9-DA9A20C966E1}"/>
                </a:ext>
              </a:extLst>
            </p:cNvPr>
            <p:cNvSpPr/>
            <p:nvPr/>
          </p:nvSpPr>
          <p:spPr>
            <a:xfrm>
              <a:off x="3936173" y="5812306"/>
              <a:ext cx="485181" cy="597099"/>
            </a:xfrm>
            <a:custGeom>
              <a:avLst/>
              <a:gdLst/>
              <a:ahLst/>
              <a:cxnLst>
                <a:cxn ang="0">
                  <a:pos x="wd2" y="hd2"/>
                </a:cxn>
                <a:cxn ang="5400000">
                  <a:pos x="wd2" y="hd2"/>
                </a:cxn>
                <a:cxn ang="10800000">
                  <a:pos x="wd2" y="hd2"/>
                </a:cxn>
                <a:cxn ang="16200000">
                  <a:pos x="wd2" y="hd2"/>
                </a:cxn>
              </a:cxnLst>
              <a:rect l="0" t="0" r="r" b="b"/>
              <a:pathLst>
                <a:path w="21600" h="21600" extrusionOk="0">
                  <a:moveTo>
                    <a:pt x="17863" y="0"/>
                  </a:moveTo>
                  <a:cubicBezTo>
                    <a:pt x="16388" y="995"/>
                    <a:pt x="14939" y="2032"/>
                    <a:pt x="13556" y="3155"/>
                  </a:cubicBezTo>
                  <a:cubicBezTo>
                    <a:pt x="7481" y="8091"/>
                    <a:pt x="2998" y="13815"/>
                    <a:pt x="0" y="19909"/>
                  </a:cubicBezTo>
                  <a:lnTo>
                    <a:pt x="5128" y="21600"/>
                  </a:lnTo>
                  <a:cubicBezTo>
                    <a:pt x="7858" y="16049"/>
                    <a:pt x="11945" y="10839"/>
                    <a:pt x="17479" y="6342"/>
                  </a:cubicBezTo>
                  <a:cubicBezTo>
                    <a:pt x="18804" y="5265"/>
                    <a:pt x="20181" y="4264"/>
                    <a:pt x="21600" y="3316"/>
                  </a:cubicBezTo>
                  <a:lnTo>
                    <a:pt x="17863" y="0"/>
                  </a:lnTo>
                  <a:close/>
                </a:path>
              </a:pathLst>
            </a:custGeom>
            <a:solidFill>
              <a:srgbClr val="1B3E76"/>
            </a:solidFill>
            <a:ln w="12700">
              <a:miter lim="400000"/>
            </a:ln>
            <a:effectLst>
              <a:outerShdw blurRad="685800" dist="342900" dir="2338337" rotWithShape="0">
                <a:srgbClr val="000000">
                  <a:alpha val="40000"/>
                </a:srgbClr>
              </a:out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23" name="Shape">
              <a:extLst>
                <a:ext uri="{FF2B5EF4-FFF2-40B4-BE49-F238E27FC236}">
                  <a16:creationId xmlns:a16="http://schemas.microsoft.com/office/drawing/2014/main" id="{DC1EB588-A73F-2A7F-62B4-58C0F5E7FFC3}"/>
                </a:ext>
              </a:extLst>
            </p:cNvPr>
            <p:cNvSpPr/>
            <p:nvPr/>
          </p:nvSpPr>
          <p:spPr>
            <a:xfrm>
              <a:off x="3887399" y="6512495"/>
              <a:ext cx="165498" cy="321767"/>
            </a:xfrm>
            <a:custGeom>
              <a:avLst/>
              <a:gdLst/>
              <a:ahLst/>
              <a:cxnLst>
                <a:cxn ang="0">
                  <a:pos x="wd2" y="hd2"/>
                </a:cxn>
                <a:cxn ang="5400000">
                  <a:pos x="wd2" y="hd2"/>
                </a:cxn>
                <a:cxn ang="10800000">
                  <a:pos x="wd2" y="hd2"/>
                </a:cxn>
                <a:cxn ang="16200000">
                  <a:pos x="wd2" y="hd2"/>
                </a:cxn>
              </a:cxnLst>
              <a:rect l="0" t="0" r="r" b="b"/>
              <a:pathLst>
                <a:path w="21600" h="21600" extrusionOk="0">
                  <a:moveTo>
                    <a:pt x="6449" y="0"/>
                  </a:moveTo>
                  <a:cubicBezTo>
                    <a:pt x="2720" y="7075"/>
                    <a:pt x="456" y="14321"/>
                    <a:pt x="0" y="21600"/>
                  </a:cubicBezTo>
                  <a:lnTo>
                    <a:pt x="16239" y="21600"/>
                  </a:lnTo>
                  <a:cubicBezTo>
                    <a:pt x="16666" y="15394"/>
                    <a:pt x="18558" y="9225"/>
                    <a:pt x="21600" y="3177"/>
                  </a:cubicBezTo>
                  <a:lnTo>
                    <a:pt x="6449" y="0"/>
                  </a:lnTo>
                  <a:close/>
                </a:path>
              </a:pathLst>
            </a:custGeom>
            <a:solidFill>
              <a:srgbClr val="1B3E76"/>
            </a:solidFill>
            <a:ln w="12700">
              <a:miter lim="400000"/>
            </a:ln>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36" name="Line">
              <a:extLst>
                <a:ext uri="{FF2B5EF4-FFF2-40B4-BE49-F238E27FC236}">
                  <a16:creationId xmlns:a16="http://schemas.microsoft.com/office/drawing/2014/main" id="{760BA382-5AC7-ABE7-0B11-BC9C4AEE6FF4}"/>
                </a:ext>
              </a:extLst>
            </p:cNvPr>
            <p:cNvSpPr/>
            <p:nvPr/>
          </p:nvSpPr>
          <p:spPr>
            <a:xfrm flipH="1" flipV="1">
              <a:off x="3645616" y="6477661"/>
              <a:ext cx="213264" cy="1"/>
            </a:xfrm>
            <a:prstGeom prst="line">
              <a:avLst/>
            </a:prstGeom>
            <a:noFill/>
            <a:ln w="25400" cap="flat">
              <a:solidFill>
                <a:srgbClr val="1B3E76"/>
              </a:solidFill>
              <a:prstDash val="solid"/>
              <a:miter lim="800000"/>
            </a:ln>
            <a:effectLst/>
          </p:spPr>
          <p:txBody>
            <a:bodyPr wrap="square" lIns="34289" tIns="34289" rIns="34289" bIns="34289" numCol="1" anchor="t">
              <a:noAutofit/>
            </a:bodyPr>
            <a:lstStyle/>
            <a:p>
              <a:endParaRPr sz="1600">
                <a:latin typeface="Times New Roman" panose="02020603050405020304" pitchFamily="18" charset="0"/>
                <a:cs typeface="Times New Roman" panose="02020603050405020304" pitchFamily="18" charset="0"/>
              </a:endParaRPr>
            </a:p>
          </p:txBody>
        </p:sp>
        <p:sp>
          <p:nvSpPr>
            <p:cNvPr id="37" name="Circle">
              <a:extLst>
                <a:ext uri="{FF2B5EF4-FFF2-40B4-BE49-F238E27FC236}">
                  <a16:creationId xmlns:a16="http://schemas.microsoft.com/office/drawing/2014/main" id="{8F59F2B5-9351-066C-67DD-A331ADCEE74F}"/>
                </a:ext>
              </a:extLst>
            </p:cNvPr>
            <p:cNvSpPr/>
            <p:nvPr/>
          </p:nvSpPr>
          <p:spPr>
            <a:xfrm rot="16200000">
              <a:off x="3560205" y="6432004"/>
              <a:ext cx="91317" cy="91316"/>
            </a:xfrm>
            <a:prstGeom prst="ellipse">
              <a:avLst/>
            </a:prstGeom>
            <a:noFill/>
            <a:ln w="25400" cap="flat">
              <a:solidFill>
                <a:srgbClr val="1B3E76"/>
              </a:solidFill>
              <a:prstDash val="solid"/>
              <a:miter lim="800000"/>
            </a:ln>
            <a:effectLst/>
          </p:spPr>
          <p:txBody>
            <a:bodyPr wrap="square" lIns="34289" tIns="34289" rIns="34289" bIns="34289" numCol="1" anchor="ctr">
              <a:noAutofit/>
            </a:bodyPr>
            <a:lstStyle/>
            <a:p>
              <a:endParaRPr sz="1600" dirty="0">
                <a:latin typeface="Times New Roman" panose="02020603050405020304" pitchFamily="18" charset="0"/>
                <a:cs typeface="Times New Roman" panose="02020603050405020304" pitchFamily="18" charset="0"/>
              </a:endParaRPr>
            </a:p>
          </p:txBody>
        </p:sp>
        <p:sp>
          <p:nvSpPr>
            <p:cNvPr id="38" name="Circle">
              <a:extLst>
                <a:ext uri="{FF2B5EF4-FFF2-40B4-BE49-F238E27FC236}">
                  <a16:creationId xmlns:a16="http://schemas.microsoft.com/office/drawing/2014/main" id="{257EAA84-7703-058A-1F98-5FB0077D276B}"/>
                </a:ext>
              </a:extLst>
            </p:cNvPr>
            <p:cNvSpPr/>
            <p:nvPr/>
          </p:nvSpPr>
          <p:spPr>
            <a:xfrm rot="16200000">
              <a:off x="3828060" y="6343357"/>
              <a:ext cx="287657" cy="287657"/>
            </a:xfrm>
            <a:prstGeom prst="ellipse">
              <a:avLst/>
            </a:prstGeom>
            <a:solidFill>
              <a:srgbClr val="FFFFFF"/>
            </a:solidFill>
            <a:ln w="12700" cap="flat">
              <a:noFill/>
              <a:miter lim="400000"/>
            </a:ln>
            <a:effectLst>
              <a:outerShdw blurRad="241300" dist="63500" dir="8100000" rotWithShape="0">
                <a:srgbClr val="000000">
                  <a:alpha val="40000"/>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39" name="Circle">
              <a:extLst>
                <a:ext uri="{FF2B5EF4-FFF2-40B4-BE49-F238E27FC236}">
                  <a16:creationId xmlns:a16="http://schemas.microsoft.com/office/drawing/2014/main" id="{A3C788CB-D7CE-6AD0-CD48-B58EBC97947D}"/>
                </a:ext>
              </a:extLst>
            </p:cNvPr>
            <p:cNvSpPr/>
            <p:nvPr/>
          </p:nvSpPr>
          <p:spPr>
            <a:xfrm rot="16200000">
              <a:off x="3865259" y="6380555"/>
              <a:ext cx="213264" cy="213264"/>
            </a:xfrm>
            <a:prstGeom prst="ellipse">
              <a:avLst/>
            </a:prstGeom>
            <a:solidFill>
              <a:srgbClr val="1B3E76"/>
            </a:solidFill>
            <a:ln w="12700" cap="flat">
              <a:noFill/>
              <a:miter lim="400000"/>
            </a:ln>
            <a:effectLst/>
          </p:spPr>
          <p:txBody>
            <a:bodyPr wrap="square" lIns="34289" tIns="34289" rIns="34289" bIns="34289" numCol="1" anchor="ctr">
              <a:noAutofit/>
            </a:bodyPr>
            <a:lstStyle/>
            <a:p>
              <a:pPr algn="ctr" defTabSz="214532">
                <a:defRPr sz="700">
                  <a:solidFill>
                    <a:srgbClr val="FFFFFF"/>
                  </a:solidFill>
                </a:defRPr>
              </a:pPr>
              <a:endParaRPr sz="600" dirty="0">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58967F93-BB5B-FDDD-A7C2-9D5A45F1EEE3}"/>
              </a:ext>
            </a:extLst>
          </p:cNvPr>
          <p:cNvGrpSpPr/>
          <p:nvPr/>
        </p:nvGrpSpPr>
        <p:grpSpPr>
          <a:xfrm>
            <a:off x="5153221" y="5547121"/>
            <a:ext cx="1006457" cy="463719"/>
            <a:chOff x="4135961" y="5495403"/>
            <a:chExt cx="1006457" cy="463719"/>
          </a:xfrm>
        </p:grpSpPr>
        <p:sp>
          <p:nvSpPr>
            <p:cNvPr id="41" name="Shape">
              <a:extLst>
                <a:ext uri="{FF2B5EF4-FFF2-40B4-BE49-F238E27FC236}">
                  <a16:creationId xmlns:a16="http://schemas.microsoft.com/office/drawing/2014/main" id="{B6A066D5-E92A-6A69-78C0-EEA0FA43281C}"/>
                </a:ext>
              </a:extLst>
            </p:cNvPr>
            <p:cNvSpPr/>
            <p:nvPr/>
          </p:nvSpPr>
          <p:spPr>
            <a:xfrm>
              <a:off x="4466440" y="5495403"/>
              <a:ext cx="675978" cy="31402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044" y="927"/>
                    <a:pt x="6580" y="5918"/>
                    <a:pt x="0" y="15130"/>
                  </a:cubicBezTo>
                  <a:lnTo>
                    <a:pt x="2739" y="21600"/>
                  </a:lnTo>
                  <a:cubicBezTo>
                    <a:pt x="8525" y="13783"/>
                    <a:pt x="15011" y="9427"/>
                    <a:pt x="21600" y="8538"/>
                  </a:cubicBezTo>
                  <a:lnTo>
                    <a:pt x="21600" y="0"/>
                  </a:lnTo>
                  <a:close/>
                </a:path>
              </a:pathLst>
            </a:custGeom>
            <a:solidFill>
              <a:srgbClr val="FFC107"/>
            </a:solidFill>
            <a:ln w="12700">
              <a:miter lim="400000"/>
            </a:ln>
            <a:effectLst>
              <a:outerShdw blurRad="685800" dist="342900" dir="5312097" rotWithShape="0">
                <a:srgbClr val="000000">
                  <a:alpha val="40000"/>
                </a:srgbClr>
              </a:out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42" name="Line">
              <a:extLst>
                <a:ext uri="{FF2B5EF4-FFF2-40B4-BE49-F238E27FC236}">
                  <a16:creationId xmlns:a16="http://schemas.microsoft.com/office/drawing/2014/main" id="{8A8D2AB9-0DB9-56B5-5B97-18466DF8154B}"/>
                </a:ext>
              </a:extLst>
            </p:cNvPr>
            <p:cNvSpPr/>
            <p:nvPr/>
          </p:nvSpPr>
          <p:spPr>
            <a:xfrm flipH="1" flipV="1">
              <a:off x="4209192" y="5586850"/>
              <a:ext cx="147909" cy="153638"/>
            </a:xfrm>
            <a:prstGeom prst="line">
              <a:avLst/>
            </a:prstGeom>
            <a:noFill/>
            <a:ln w="25400" cap="flat">
              <a:solidFill>
                <a:srgbClr val="FFC107"/>
              </a:solidFill>
              <a:prstDash val="solid"/>
              <a:miter lim="800000"/>
            </a:ln>
            <a:effectLst/>
          </p:spPr>
          <p:txBody>
            <a:bodyPr wrap="square" lIns="34289" tIns="34289" rIns="34289" bIns="34289" numCol="1" anchor="t">
              <a:noAutofit/>
            </a:bodyPr>
            <a:lstStyle/>
            <a:p>
              <a:endParaRPr sz="1600">
                <a:latin typeface="Times New Roman" panose="02020603050405020304" pitchFamily="18" charset="0"/>
                <a:cs typeface="Times New Roman" panose="02020603050405020304" pitchFamily="18" charset="0"/>
              </a:endParaRPr>
            </a:p>
          </p:txBody>
        </p:sp>
        <p:sp>
          <p:nvSpPr>
            <p:cNvPr id="43" name="Circle">
              <a:extLst>
                <a:ext uri="{FF2B5EF4-FFF2-40B4-BE49-F238E27FC236}">
                  <a16:creationId xmlns:a16="http://schemas.microsoft.com/office/drawing/2014/main" id="{A7028920-C15D-39D2-CD9C-A7C780CAA69B}"/>
                </a:ext>
              </a:extLst>
            </p:cNvPr>
            <p:cNvSpPr/>
            <p:nvPr/>
          </p:nvSpPr>
          <p:spPr>
            <a:xfrm rot="18965314" flipH="1">
              <a:off x="4135961" y="5512550"/>
              <a:ext cx="91317" cy="91317"/>
            </a:xfrm>
            <a:prstGeom prst="ellipse">
              <a:avLst/>
            </a:prstGeom>
            <a:solidFill>
              <a:schemeClr val="bg1"/>
            </a:solidFill>
            <a:ln w="25400" cap="flat">
              <a:solidFill>
                <a:srgbClr val="FFC107"/>
              </a:solidFill>
              <a:prstDash val="solid"/>
              <a:miter lim="800000"/>
            </a:ln>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44" name="Circle">
              <a:extLst>
                <a:ext uri="{FF2B5EF4-FFF2-40B4-BE49-F238E27FC236}">
                  <a16:creationId xmlns:a16="http://schemas.microsoft.com/office/drawing/2014/main" id="{CA667EA8-9CBE-7A45-33AC-F185BEAF3FC8}"/>
                </a:ext>
              </a:extLst>
            </p:cNvPr>
            <p:cNvSpPr/>
            <p:nvPr/>
          </p:nvSpPr>
          <p:spPr>
            <a:xfrm rot="18965314" flipH="1">
              <a:off x="4298510" y="5671465"/>
              <a:ext cx="287657" cy="287657"/>
            </a:xfrm>
            <a:prstGeom prst="ellipse">
              <a:avLst/>
            </a:prstGeom>
            <a:solidFill>
              <a:srgbClr val="FFFFFF"/>
            </a:solidFill>
            <a:ln w="12700" cap="flat">
              <a:noFill/>
              <a:miter lim="400000"/>
            </a:ln>
            <a:effectLst>
              <a:outerShdw blurRad="241300" dist="63500" dir="8100000" rotWithShape="0">
                <a:srgbClr val="000000">
                  <a:alpha val="40000"/>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45" name="Circle">
              <a:extLst>
                <a:ext uri="{FF2B5EF4-FFF2-40B4-BE49-F238E27FC236}">
                  <a16:creationId xmlns:a16="http://schemas.microsoft.com/office/drawing/2014/main" id="{D57FB8C5-8C91-1030-DBE6-902EDC35C9CE}"/>
                </a:ext>
              </a:extLst>
            </p:cNvPr>
            <p:cNvSpPr/>
            <p:nvPr/>
          </p:nvSpPr>
          <p:spPr>
            <a:xfrm rot="18965314" flipH="1">
              <a:off x="4335707" y="5708662"/>
              <a:ext cx="213263" cy="213263"/>
            </a:xfrm>
            <a:prstGeom prst="ellipse">
              <a:avLst/>
            </a:prstGeom>
            <a:solidFill>
              <a:srgbClr val="FFC107"/>
            </a:solidFill>
            <a:ln w="12700" cap="flat">
              <a:noFill/>
              <a:miter lim="400000"/>
            </a:ln>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grpSp>
      <p:pic>
        <p:nvPicPr>
          <p:cNvPr id="46" name="Picture1.png" descr="Picture1.png">
            <a:extLst>
              <a:ext uri="{FF2B5EF4-FFF2-40B4-BE49-F238E27FC236}">
                <a16:creationId xmlns:a16="http://schemas.microsoft.com/office/drawing/2014/main" id="{36BEA8B4-AF2E-422A-C04A-945F88FD3759}"/>
              </a:ext>
            </a:extLst>
          </p:cNvPr>
          <p:cNvPicPr>
            <a:picLocks/>
          </p:cNvPicPr>
          <p:nvPr/>
        </p:nvPicPr>
        <p:blipFill>
          <a:blip r:embed="rId3">
            <a:alphaModFix amt="71516"/>
          </a:blip>
          <a:stretch>
            <a:fillRect/>
          </a:stretch>
        </p:blipFill>
        <p:spPr>
          <a:xfrm rot="16200000" flipH="1">
            <a:off x="6251441" y="4482836"/>
            <a:ext cx="78247" cy="4672086"/>
          </a:xfrm>
          <a:prstGeom prst="rect">
            <a:avLst/>
          </a:prstGeom>
          <a:ln w="12700">
            <a:miter lim="400000"/>
          </a:ln>
        </p:spPr>
      </p:pic>
      <p:sp>
        <p:nvSpPr>
          <p:cNvPr id="47" name="Rectangle 46">
            <a:extLst>
              <a:ext uri="{FF2B5EF4-FFF2-40B4-BE49-F238E27FC236}">
                <a16:creationId xmlns:a16="http://schemas.microsoft.com/office/drawing/2014/main" id="{F2DE86E4-17BC-8F3F-4DD4-2855A1A8F0B9}"/>
              </a:ext>
            </a:extLst>
          </p:cNvPr>
          <p:cNvSpPr/>
          <p:nvPr/>
        </p:nvSpPr>
        <p:spPr>
          <a:xfrm>
            <a:off x="2990071" y="3788838"/>
            <a:ext cx="1609356" cy="597151"/>
          </a:xfrm>
          <a:prstGeom prst="rect">
            <a:avLst/>
          </a:prstGeom>
        </p:spPr>
        <p:txBody>
          <a:bodyPr wrap="square">
            <a:spAutoFit/>
          </a:bodyPr>
          <a:lstStyle/>
          <a:p>
            <a:pPr algn="ctr">
              <a:lnSpc>
                <a:spcPct val="106000"/>
              </a:lnSpc>
              <a:spcAft>
                <a:spcPts val="600"/>
              </a:spcAft>
            </a:pPr>
            <a:r>
              <a:rPr lang="en-US" sz="1600" b="1" dirty="0">
                <a:solidFill>
                  <a:srgbClr val="A66C25"/>
                </a:solidFill>
                <a:latin typeface="Times New Roman" panose="02020603050405020304" pitchFamily="18" charset="0"/>
                <a:ea typeface="Cardo" panose="02020600000000000000" pitchFamily="18" charset="-79"/>
                <a:cs typeface="Times New Roman" panose="02020603050405020304" pitchFamily="18" charset="0"/>
              </a:rPr>
              <a:t>Gestion des stocks</a:t>
            </a:r>
          </a:p>
        </p:txBody>
      </p:sp>
      <p:grpSp>
        <p:nvGrpSpPr>
          <p:cNvPr id="48" name="Group 47">
            <a:extLst>
              <a:ext uri="{FF2B5EF4-FFF2-40B4-BE49-F238E27FC236}">
                <a16:creationId xmlns:a16="http://schemas.microsoft.com/office/drawing/2014/main" id="{0021A967-A49F-E4DA-B9B5-7CA334E9CB08}"/>
              </a:ext>
            </a:extLst>
          </p:cNvPr>
          <p:cNvGrpSpPr/>
          <p:nvPr/>
        </p:nvGrpSpPr>
        <p:grpSpPr>
          <a:xfrm>
            <a:off x="3413437" y="5126843"/>
            <a:ext cx="1053503" cy="1599608"/>
            <a:chOff x="2638241" y="4998590"/>
            <a:chExt cx="1053503" cy="1599608"/>
          </a:xfrm>
        </p:grpSpPr>
        <p:sp>
          <p:nvSpPr>
            <p:cNvPr id="49" name="Shape">
              <a:extLst>
                <a:ext uri="{FF2B5EF4-FFF2-40B4-BE49-F238E27FC236}">
                  <a16:creationId xmlns:a16="http://schemas.microsoft.com/office/drawing/2014/main" id="{6D6E4401-9E3A-2BB5-576A-E593D026E16B}"/>
                </a:ext>
              </a:extLst>
            </p:cNvPr>
            <p:cNvSpPr/>
            <p:nvPr/>
          </p:nvSpPr>
          <p:spPr>
            <a:xfrm>
              <a:off x="2638241" y="4998590"/>
              <a:ext cx="1053503" cy="1599608"/>
            </a:xfrm>
            <a:custGeom>
              <a:avLst/>
              <a:gdLst/>
              <a:ahLst/>
              <a:cxnLst>
                <a:cxn ang="0">
                  <a:pos x="wd2" y="hd2"/>
                </a:cxn>
                <a:cxn ang="5400000">
                  <a:pos x="wd2" y="hd2"/>
                </a:cxn>
                <a:cxn ang="10800000">
                  <a:pos x="wd2" y="hd2"/>
                </a:cxn>
                <a:cxn ang="16200000">
                  <a:pos x="wd2" y="hd2"/>
                </a:cxn>
              </a:cxnLst>
              <a:rect l="0" t="0" r="r" b="b"/>
              <a:pathLst>
                <a:path w="19649" h="21596" extrusionOk="0">
                  <a:moveTo>
                    <a:pt x="9770" y="0"/>
                  </a:moveTo>
                  <a:cubicBezTo>
                    <a:pt x="7245" y="-4"/>
                    <a:pt x="4715" y="687"/>
                    <a:pt x="2803" y="2090"/>
                  </a:cubicBezTo>
                  <a:cubicBezTo>
                    <a:pt x="-969" y="4859"/>
                    <a:pt x="-900" y="9311"/>
                    <a:pt x="2803" y="12177"/>
                  </a:cubicBezTo>
                  <a:cubicBezTo>
                    <a:pt x="2983" y="12315"/>
                    <a:pt x="3174" y="12446"/>
                    <a:pt x="3376" y="12568"/>
                  </a:cubicBezTo>
                  <a:cubicBezTo>
                    <a:pt x="3520" y="12654"/>
                    <a:pt x="3669" y="12736"/>
                    <a:pt x="3820" y="12815"/>
                  </a:cubicBezTo>
                  <a:cubicBezTo>
                    <a:pt x="3934" y="12875"/>
                    <a:pt x="4048" y="12934"/>
                    <a:pt x="4163" y="12992"/>
                  </a:cubicBezTo>
                  <a:cubicBezTo>
                    <a:pt x="5735" y="13971"/>
                    <a:pt x="6690" y="15390"/>
                    <a:pt x="6750" y="16914"/>
                  </a:cubicBezTo>
                  <a:cubicBezTo>
                    <a:pt x="6793" y="18007"/>
                    <a:pt x="6377" y="19141"/>
                    <a:pt x="6989" y="20149"/>
                  </a:cubicBezTo>
                  <a:cubicBezTo>
                    <a:pt x="7479" y="20957"/>
                    <a:pt x="8535" y="21511"/>
                    <a:pt x="9748" y="21596"/>
                  </a:cubicBezTo>
                  <a:cubicBezTo>
                    <a:pt x="10857" y="21489"/>
                    <a:pt x="11816" y="20973"/>
                    <a:pt x="12274" y="20234"/>
                  </a:cubicBezTo>
                  <a:cubicBezTo>
                    <a:pt x="12903" y="19219"/>
                    <a:pt x="12445" y="18073"/>
                    <a:pt x="12485" y="16971"/>
                  </a:cubicBezTo>
                  <a:cubicBezTo>
                    <a:pt x="12544" y="15356"/>
                    <a:pt x="13655" y="13878"/>
                    <a:pt x="15444" y="12960"/>
                  </a:cubicBezTo>
                  <a:cubicBezTo>
                    <a:pt x="15474" y="12945"/>
                    <a:pt x="15503" y="12928"/>
                    <a:pt x="15533" y="12912"/>
                  </a:cubicBezTo>
                  <a:cubicBezTo>
                    <a:pt x="15955" y="12687"/>
                    <a:pt x="16359" y="12444"/>
                    <a:pt x="16737" y="12177"/>
                  </a:cubicBezTo>
                  <a:cubicBezTo>
                    <a:pt x="20631" y="9422"/>
                    <a:pt x="20607" y="4885"/>
                    <a:pt x="16737" y="2090"/>
                  </a:cubicBezTo>
                  <a:cubicBezTo>
                    <a:pt x="14812" y="700"/>
                    <a:pt x="12291" y="5"/>
                    <a:pt x="9770" y="0"/>
                  </a:cubicBezTo>
                  <a:close/>
                </a:path>
              </a:pathLst>
            </a:custGeom>
            <a:solidFill>
              <a:srgbClr val="FFFFFF"/>
            </a:solidFill>
            <a:ln w="12700" cap="flat">
              <a:noFill/>
              <a:miter lim="400000"/>
            </a:ln>
            <a:effectLst>
              <a:outerShdw blurRad="127000" dist="118344" dir="2758943" rotWithShape="0">
                <a:srgbClr val="000000">
                  <a:alpha val="23041"/>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50" name="Circle">
              <a:extLst>
                <a:ext uri="{FF2B5EF4-FFF2-40B4-BE49-F238E27FC236}">
                  <a16:creationId xmlns:a16="http://schemas.microsoft.com/office/drawing/2014/main" id="{413E88C4-B5C9-56E0-4C81-C6E11E7FB739}"/>
                </a:ext>
              </a:extLst>
            </p:cNvPr>
            <p:cNvSpPr/>
            <p:nvPr/>
          </p:nvSpPr>
          <p:spPr>
            <a:xfrm>
              <a:off x="3103763" y="6404219"/>
              <a:ext cx="122459" cy="122458"/>
            </a:xfrm>
            <a:prstGeom prst="ellipse">
              <a:avLst/>
            </a:prstGeom>
            <a:solidFill>
              <a:srgbClr val="1B3E76"/>
            </a:solidFill>
            <a:ln w="12700" cap="flat">
              <a:noFill/>
              <a:miter lim="400000"/>
            </a:ln>
            <a:effectLst>
              <a:outerShdw blurRad="685800" dist="342900" dir="2338337" rotWithShape="0">
                <a:srgbClr val="000000">
                  <a:alpha val="40000"/>
                </a:srgbClr>
              </a:outerShdw>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51" name="Circle">
              <a:extLst>
                <a:ext uri="{FF2B5EF4-FFF2-40B4-BE49-F238E27FC236}">
                  <a16:creationId xmlns:a16="http://schemas.microsoft.com/office/drawing/2014/main" id="{A178159E-097E-8B9F-833F-3C47960842E0}"/>
                </a:ext>
              </a:extLst>
            </p:cNvPr>
            <p:cNvSpPr/>
            <p:nvPr/>
          </p:nvSpPr>
          <p:spPr>
            <a:xfrm>
              <a:off x="2697504" y="5069058"/>
              <a:ext cx="929331" cy="929332"/>
            </a:xfrm>
            <a:prstGeom prst="ellipse">
              <a:avLst/>
            </a:prstGeom>
            <a:solidFill>
              <a:srgbClr val="FFFFFF"/>
            </a:solidFill>
            <a:ln w="12700">
              <a:miter lim="400000"/>
            </a:ln>
            <a:effectLst>
              <a:outerShdw blurRad="63500" dist="66510" dir="3641002" rotWithShape="0">
                <a:srgbClr val="000000">
                  <a:alpha val="40000"/>
                </a:srgbClr>
              </a:outerShdw>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52" name="Circle">
              <a:extLst>
                <a:ext uri="{FF2B5EF4-FFF2-40B4-BE49-F238E27FC236}">
                  <a16:creationId xmlns:a16="http://schemas.microsoft.com/office/drawing/2014/main" id="{4A4A8F7C-F635-61E3-D26B-2071154F0FC0}"/>
                </a:ext>
              </a:extLst>
            </p:cNvPr>
            <p:cNvSpPr/>
            <p:nvPr/>
          </p:nvSpPr>
          <p:spPr>
            <a:xfrm>
              <a:off x="2735823" y="5100639"/>
              <a:ext cx="852694" cy="852694"/>
            </a:xfrm>
            <a:prstGeom prst="ellipse">
              <a:avLst/>
            </a:prstGeom>
            <a:solidFill>
              <a:srgbClr val="1B3E76"/>
            </a:solidFill>
            <a:ln w="12700">
              <a:miter lim="400000"/>
            </a:ln>
            <a:effectLst>
              <a:innerShdw blurRad="114300">
                <a:prstClr val="black">
                  <a:alpha val="47000"/>
                </a:prstClr>
              </a:inn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3A24BBE3-B4FA-A001-7D05-01C45E41B703}"/>
              </a:ext>
            </a:extLst>
          </p:cNvPr>
          <p:cNvGrpSpPr/>
          <p:nvPr/>
        </p:nvGrpSpPr>
        <p:grpSpPr>
          <a:xfrm>
            <a:off x="4578128" y="3888115"/>
            <a:ext cx="1053503" cy="1599608"/>
            <a:chOff x="3560282" y="3866626"/>
            <a:chExt cx="1053503" cy="1599608"/>
          </a:xfrm>
        </p:grpSpPr>
        <p:sp>
          <p:nvSpPr>
            <p:cNvPr id="55" name="Shape">
              <a:extLst>
                <a:ext uri="{FF2B5EF4-FFF2-40B4-BE49-F238E27FC236}">
                  <a16:creationId xmlns:a16="http://schemas.microsoft.com/office/drawing/2014/main" id="{BB83B54B-67D4-C3CD-A606-F362F0D54190}"/>
                </a:ext>
              </a:extLst>
            </p:cNvPr>
            <p:cNvSpPr/>
            <p:nvPr/>
          </p:nvSpPr>
          <p:spPr>
            <a:xfrm>
              <a:off x="3560282" y="3866626"/>
              <a:ext cx="1053503" cy="1599608"/>
            </a:xfrm>
            <a:custGeom>
              <a:avLst/>
              <a:gdLst/>
              <a:ahLst/>
              <a:cxnLst>
                <a:cxn ang="0">
                  <a:pos x="wd2" y="hd2"/>
                </a:cxn>
                <a:cxn ang="5400000">
                  <a:pos x="wd2" y="hd2"/>
                </a:cxn>
                <a:cxn ang="10800000">
                  <a:pos x="wd2" y="hd2"/>
                </a:cxn>
                <a:cxn ang="16200000">
                  <a:pos x="wd2" y="hd2"/>
                </a:cxn>
              </a:cxnLst>
              <a:rect l="0" t="0" r="r" b="b"/>
              <a:pathLst>
                <a:path w="19649" h="21596" extrusionOk="0">
                  <a:moveTo>
                    <a:pt x="9770" y="0"/>
                  </a:moveTo>
                  <a:cubicBezTo>
                    <a:pt x="7245" y="-4"/>
                    <a:pt x="4715" y="687"/>
                    <a:pt x="2803" y="2090"/>
                  </a:cubicBezTo>
                  <a:cubicBezTo>
                    <a:pt x="-969" y="4859"/>
                    <a:pt x="-900" y="9311"/>
                    <a:pt x="2803" y="12177"/>
                  </a:cubicBezTo>
                  <a:cubicBezTo>
                    <a:pt x="2983" y="12315"/>
                    <a:pt x="3174" y="12446"/>
                    <a:pt x="3376" y="12568"/>
                  </a:cubicBezTo>
                  <a:cubicBezTo>
                    <a:pt x="3520" y="12654"/>
                    <a:pt x="3669" y="12736"/>
                    <a:pt x="3820" y="12815"/>
                  </a:cubicBezTo>
                  <a:cubicBezTo>
                    <a:pt x="3934" y="12875"/>
                    <a:pt x="4048" y="12934"/>
                    <a:pt x="4163" y="12992"/>
                  </a:cubicBezTo>
                  <a:cubicBezTo>
                    <a:pt x="5735" y="13971"/>
                    <a:pt x="6690" y="15390"/>
                    <a:pt x="6750" y="16914"/>
                  </a:cubicBezTo>
                  <a:cubicBezTo>
                    <a:pt x="6793" y="18007"/>
                    <a:pt x="6377" y="19141"/>
                    <a:pt x="6989" y="20149"/>
                  </a:cubicBezTo>
                  <a:cubicBezTo>
                    <a:pt x="7479" y="20957"/>
                    <a:pt x="8535" y="21511"/>
                    <a:pt x="9748" y="21596"/>
                  </a:cubicBezTo>
                  <a:cubicBezTo>
                    <a:pt x="10857" y="21489"/>
                    <a:pt x="11816" y="20973"/>
                    <a:pt x="12274" y="20234"/>
                  </a:cubicBezTo>
                  <a:cubicBezTo>
                    <a:pt x="12903" y="19219"/>
                    <a:pt x="12445" y="18073"/>
                    <a:pt x="12485" y="16971"/>
                  </a:cubicBezTo>
                  <a:cubicBezTo>
                    <a:pt x="12544" y="15356"/>
                    <a:pt x="13655" y="13878"/>
                    <a:pt x="15444" y="12960"/>
                  </a:cubicBezTo>
                  <a:cubicBezTo>
                    <a:pt x="15474" y="12945"/>
                    <a:pt x="15503" y="12928"/>
                    <a:pt x="15533" y="12912"/>
                  </a:cubicBezTo>
                  <a:cubicBezTo>
                    <a:pt x="15955" y="12687"/>
                    <a:pt x="16359" y="12444"/>
                    <a:pt x="16737" y="12177"/>
                  </a:cubicBezTo>
                  <a:cubicBezTo>
                    <a:pt x="20631" y="9422"/>
                    <a:pt x="20607" y="4885"/>
                    <a:pt x="16737" y="2090"/>
                  </a:cubicBezTo>
                  <a:cubicBezTo>
                    <a:pt x="14812" y="700"/>
                    <a:pt x="12291" y="5"/>
                    <a:pt x="9770" y="0"/>
                  </a:cubicBezTo>
                  <a:close/>
                </a:path>
              </a:pathLst>
            </a:custGeom>
            <a:solidFill>
              <a:srgbClr val="FFFFFF"/>
            </a:solidFill>
            <a:ln w="12700" cap="flat">
              <a:noFill/>
              <a:miter lim="400000"/>
            </a:ln>
            <a:effectLst>
              <a:outerShdw blurRad="127000" dist="118344" dir="2758943" rotWithShape="0">
                <a:srgbClr val="000000">
                  <a:alpha val="23041"/>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56" name="Circle">
              <a:extLst>
                <a:ext uri="{FF2B5EF4-FFF2-40B4-BE49-F238E27FC236}">
                  <a16:creationId xmlns:a16="http://schemas.microsoft.com/office/drawing/2014/main" id="{3D9D69B3-70BE-CBCB-D0B6-F5DF837A6156}"/>
                </a:ext>
              </a:extLst>
            </p:cNvPr>
            <p:cNvSpPr/>
            <p:nvPr/>
          </p:nvSpPr>
          <p:spPr>
            <a:xfrm>
              <a:off x="4025804" y="5272254"/>
              <a:ext cx="122459" cy="122459"/>
            </a:xfrm>
            <a:prstGeom prst="ellipse">
              <a:avLst/>
            </a:prstGeom>
            <a:solidFill>
              <a:srgbClr val="FFC107"/>
            </a:solidFill>
            <a:ln w="12700" cap="flat">
              <a:noFill/>
              <a:miter lim="400000"/>
            </a:ln>
            <a:effectLst>
              <a:outerShdw blurRad="685800" dist="342900" dir="5312097" rotWithShape="0">
                <a:srgbClr val="000000">
                  <a:alpha val="40000"/>
                </a:srgbClr>
              </a:outerShdw>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57" name="Circle">
              <a:extLst>
                <a:ext uri="{FF2B5EF4-FFF2-40B4-BE49-F238E27FC236}">
                  <a16:creationId xmlns:a16="http://schemas.microsoft.com/office/drawing/2014/main" id="{2AB74D15-BFAB-CA56-34EA-ED41F8C4B555}"/>
                </a:ext>
              </a:extLst>
            </p:cNvPr>
            <p:cNvSpPr/>
            <p:nvPr/>
          </p:nvSpPr>
          <p:spPr>
            <a:xfrm>
              <a:off x="3619545" y="3930357"/>
              <a:ext cx="929332" cy="929331"/>
            </a:xfrm>
            <a:prstGeom prst="ellipse">
              <a:avLst/>
            </a:prstGeom>
            <a:solidFill>
              <a:srgbClr val="FFFFFF"/>
            </a:solidFill>
            <a:ln w="12700">
              <a:miter lim="400000"/>
            </a:ln>
            <a:effectLst>
              <a:outerShdw blurRad="63500" dist="66510" dir="3641002" rotWithShape="0">
                <a:srgbClr val="000000">
                  <a:alpha val="40000"/>
                </a:srgbClr>
              </a:outerShdw>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58" name="Circle">
              <a:extLst>
                <a:ext uri="{FF2B5EF4-FFF2-40B4-BE49-F238E27FC236}">
                  <a16:creationId xmlns:a16="http://schemas.microsoft.com/office/drawing/2014/main" id="{DE1356FE-4B44-4297-E634-34FD8E4B5DB5}"/>
                </a:ext>
              </a:extLst>
            </p:cNvPr>
            <p:cNvSpPr/>
            <p:nvPr/>
          </p:nvSpPr>
          <p:spPr>
            <a:xfrm>
              <a:off x="3657865" y="3968676"/>
              <a:ext cx="852694" cy="852694"/>
            </a:xfrm>
            <a:prstGeom prst="ellipse">
              <a:avLst/>
            </a:prstGeom>
            <a:solidFill>
              <a:srgbClr val="FFC107"/>
            </a:solidFill>
            <a:ln w="12700">
              <a:miter lim="400000"/>
            </a:ln>
            <a:effectLst>
              <a:innerShdw blurRad="114300">
                <a:prstClr val="black">
                  <a:alpha val="47000"/>
                </a:prstClr>
              </a:inn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pic>
          <p:nvPicPr>
            <p:cNvPr id="59" name="Picture 101" descr="A close up of a logo&#10;&#10;Description generated with very high confidence">
              <a:extLst>
                <a:ext uri="{FF2B5EF4-FFF2-40B4-BE49-F238E27FC236}">
                  <a16:creationId xmlns:a16="http://schemas.microsoft.com/office/drawing/2014/main" id="{0B69482C-078D-14B4-6E9F-A071A9A0BC0F}"/>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881711" y="4192522"/>
              <a:ext cx="405000" cy="405000"/>
            </a:xfrm>
            <a:prstGeom prst="rect">
              <a:avLst/>
            </a:prstGeom>
          </p:spPr>
        </p:pic>
      </p:grpSp>
      <p:grpSp>
        <p:nvGrpSpPr>
          <p:cNvPr id="60" name="Group 59">
            <a:extLst>
              <a:ext uri="{FF2B5EF4-FFF2-40B4-BE49-F238E27FC236}">
                <a16:creationId xmlns:a16="http://schemas.microsoft.com/office/drawing/2014/main" id="{7B65F6A9-D60D-BECD-8BB1-E756C1320700}"/>
              </a:ext>
            </a:extLst>
          </p:cNvPr>
          <p:cNvGrpSpPr/>
          <p:nvPr/>
        </p:nvGrpSpPr>
        <p:grpSpPr>
          <a:xfrm>
            <a:off x="5725424" y="3431809"/>
            <a:ext cx="1053503" cy="1599608"/>
            <a:chOff x="4707578" y="3410320"/>
            <a:chExt cx="1053503" cy="1599608"/>
          </a:xfrm>
        </p:grpSpPr>
        <p:sp>
          <p:nvSpPr>
            <p:cNvPr id="61" name="Shape">
              <a:extLst>
                <a:ext uri="{FF2B5EF4-FFF2-40B4-BE49-F238E27FC236}">
                  <a16:creationId xmlns:a16="http://schemas.microsoft.com/office/drawing/2014/main" id="{C5448FD4-38E0-9CAE-7852-B40F36A76FB4}"/>
                </a:ext>
              </a:extLst>
            </p:cNvPr>
            <p:cNvSpPr/>
            <p:nvPr/>
          </p:nvSpPr>
          <p:spPr>
            <a:xfrm>
              <a:off x="4707578" y="3410320"/>
              <a:ext cx="1053503" cy="1599608"/>
            </a:xfrm>
            <a:custGeom>
              <a:avLst/>
              <a:gdLst/>
              <a:ahLst/>
              <a:cxnLst>
                <a:cxn ang="0">
                  <a:pos x="wd2" y="hd2"/>
                </a:cxn>
                <a:cxn ang="5400000">
                  <a:pos x="wd2" y="hd2"/>
                </a:cxn>
                <a:cxn ang="10800000">
                  <a:pos x="wd2" y="hd2"/>
                </a:cxn>
                <a:cxn ang="16200000">
                  <a:pos x="wd2" y="hd2"/>
                </a:cxn>
              </a:cxnLst>
              <a:rect l="0" t="0" r="r" b="b"/>
              <a:pathLst>
                <a:path w="19649" h="21596" extrusionOk="0">
                  <a:moveTo>
                    <a:pt x="9770" y="0"/>
                  </a:moveTo>
                  <a:cubicBezTo>
                    <a:pt x="7245" y="-4"/>
                    <a:pt x="4715" y="687"/>
                    <a:pt x="2803" y="2090"/>
                  </a:cubicBezTo>
                  <a:cubicBezTo>
                    <a:pt x="-969" y="4859"/>
                    <a:pt x="-900" y="9311"/>
                    <a:pt x="2803" y="12177"/>
                  </a:cubicBezTo>
                  <a:cubicBezTo>
                    <a:pt x="2983" y="12315"/>
                    <a:pt x="3174" y="12446"/>
                    <a:pt x="3376" y="12568"/>
                  </a:cubicBezTo>
                  <a:cubicBezTo>
                    <a:pt x="3520" y="12654"/>
                    <a:pt x="3669" y="12736"/>
                    <a:pt x="3820" y="12815"/>
                  </a:cubicBezTo>
                  <a:cubicBezTo>
                    <a:pt x="3934" y="12875"/>
                    <a:pt x="4048" y="12934"/>
                    <a:pt x="4163" y="12992"/>
                  </a:cubicBezTo>
                  <a:cubicBezTo>
                    <a:pt x="5735" y="13971"/>
                    <a:pt x="6690" y="15390"/>
                    <a:pt x="6750" y="16914"/>
                  </a:cubicBezTo>
                  <a:cubicBezTo>
                    <a:pt x="6793" y="18007"/>
                    <a:pt x="6377" y="19141"/>
                    <a:pt x="6989" y="20149"/>
                  </a:cubicBezTo>
                  <a:cubicBezTo>
                    <a:pt x="7479" y="20957"/>
                    <a:pt x="8535" y="21511"/>
                    <a:pt x="9748" y="21596"/>
                  </a:cubicBezTo>
                  <a:cubicBezTo>
                    <a:pt x="10857" y="21489"/>
                    <a:pt x="11816" y="20973"/>
                    <a:pt x="12274" y="20234"/>
                  </a:cubicBezTo>
                  <a:cubicBezTo>
                    <a:pt x="12903" y="19219"/>
                    <a:pt x="12445" y="18073"/>
                    <a:pt x="12485" y="16971"/>
                  </a:cubicBezTo>
                  <a:cubicBezTo>
                    <a:pt x="12544" y="15356"/>
                    <a:pt x="13655" y="13878"/>
                    <a:pt x="15444" y="12960"/>
                  </a:cubicBezTo>
                  <a:cubicBezTo>
                    <a:pt x="15474" y="12945"/>
                    <a:pt x="15503" y="12928"/>
                    <a:pt x="15533" y="12912"/>
                  </a:cubicBezTo>
                  <a:cubicBezTo>
                    <a:pt x="15955" y="12687"/>
                    <a:pt x="16359" y="12444"/>
                    <a:pt x="16737" y="12177"/>
                  </a:cubicBezTo>
                  <a:cubicBezTo>
                    <a:pt x="20631" y="9422"/>
                    <a:pt x="20607" y="4885"/>
                    <a:pt x="16737" y="2090"/>
                  </a:cubicBezTo>
                  <a:cubicBezTo>
                    <a:pt x="14812" y="700"/>
                    <a:pt x="12291" y="5"/>
                    <a:pt x="9770" y="0"/>
                  </a:cubicBezTo>
                  <a:close/>
                </a:path>
              </a:pathLst>
            </a:custGeom>
            <a:solidFill>
              <a:srgbClr val="FFFFFF"/>
            </a:solidFill>
            <a:ln w="12700" cap="flat">
              <a:noFill/>
              <a:miter lim="400000"/>
            </a:ln>
            <a:effectLst>
              <a:outerShdw blurRad="127000" dist="118344" dir="2758943" rotWithShape="0">
                <a:srgbClr val="000000">
                  <a:alpha val="23041"/>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62" name="Circle">
              <a:extLst>
                <a:ext uri="{FF2B5EF4-FFF2-40B4-BE49-F238E27FC236}">
                  <a16:creationId xmlns:a16="http://schemas.microsoft.com/office/drawing/2014/main" id="{162E04A8-C86A-D3B1-10B6-5894BF1220D8}"/>
                </a:ext>
              </a:extLst>
            </p:cNvPr>
            <p:cNvSpPr/>
            <p:nvPr/>
          </p:nvSpPr>
          <p:spPr>
            <a:xfrm>
              <a:off x="5173100" y="4815948"/>
              <a:ext cx="122459" cy="122458"/>
            </a:xfrm>
            <a:prstGeom prst="ellipse">
              <a:avLst/>
            </a:prstGeom>
            <a:solidFill>
              <a:srgbClr val="A9B5FF"/>
            </a:solidFill>
            <a:ln w="12700" cap="flat">
              <a:noFill/>
              <a:miter lim="400000"/>
            </a:ln>
            <a:effectLst>
              <a:outerShdw blurRad="685800" dist="342900" dir="8618299" rotWithShape="0">
                <a:srgbClr val="000000">
                  <a:alpha val="40000"/>
                </a:srgbClr>
              </a:outerShdw>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63" name="Circle">
              <a:extLst>
                <a:ext uri="{FF2B5EF4-FFF2-40B4-BE49-F238E27FC236}">
                  <a16:creationId xmlns:a16="http://schemas.microsoft.com/office/drawing/2014/main" id="{000239E0-C97B-A0CA-6E24-10BFA6D57F24}"/>
                </a:ext>
              </a:extLst>
            </p:cNvPr>
            <p:cNvSpPr/>
            <p:nvPr/>
          </p:nvSpPr>
          <p:spPr>
            <a:xfrm>
              <a:off x="4766841" y="3474050"/>
              <a:ext cx="929332" cy="929332"/>
            </a:xfrm>
            <a:prstGeom prst="ellipse">
              <a:avLst/>
            </a:prstGeom>
            <a:solidFill>
              <a:srgbClr val="FFFFFF"/>
            </a:solidFill>
            <a:ln w="12700">
              <a:miter lim="400000"/>
            </a:ln>
            <a:effectLst>
              <a:outerShdw blurRad="63500" dist="66510" dir="3641002" rotWithShape="0">
                <a:srgbClr val="000000">
                  <a:alpha val="40000"/>
                </a:srgbClr>
              </a:outerShdw>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64" name="Circle">
              <a:extLst>
                <a:ext uri="{FF2B5EF4-FFF2-40B4-BE49-F238E27FC236}">
                  <a16:creationId xmlns:a16="http://schemas.microsoft.com/office/drawing/2014/main" id="{9ACDA1EE-68C4-CFC6-2B1E-DD854C29BEBC}"/>
                </a:ext>
              </a:extLst>
            </p:cNvPr>
            <p:cNvSpPr/>
            <p:nvPr/>
          </p:nvSpPr>
          <p:spPr>
            <a:xfrm>
              <a:off x="4805161" y="3512368"/>
              <a:ext cx="852694" cy="852694"/>
            </a:xfrm>
            <a:prstGeom prst="ellipse">
              <a:avLst/>
            </a:prstGeom>
            <a:solidFill>
              <a:srgbClr val="A9B5FF"/>
            </a:solidFill>
            <a:ln w="12700">
              <a:noFill/>
              <a:miter lim="400000"/>
            </a:ln>
            <a:effectLst>
              <a:innerShdw blurRad="114300">
                <a:prstClr val="black">
                  <a:alpha val="47000"/>
                </a:prstClr>
              </a:inn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pic>
          <p:nvPicPr>
            <p:cNvPr id="65" name="Picture 102" descr="A close up of a logo&#10;&#10;Description generated with very high confidence">
              <a:extLst>
                <a:ext uri="{FF2B5EF4-FFF2-40B4-BE49-F238E27FC236}">
                  <a16:creationId xmlns:a16="http://schemas.microsoft.com/office/drawing/2014/main" id="{CFCE2F7F-8FAF-4FE2-E886-5540DE6F19D2}"/>
                </a:ext>
              </a:extLst>
            </p:cNvPr>
            <p:cNvPicPr>
              <a:picLocks noChangeAspect="1"/>
            </p:cNvPicPr>
            <p:nvPr/>
          </p:nvPicPr>
          <p:blipFill>
            <a:blip r:embed="rId6"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029007" y="3736214"/>
              <a:ext cx="405000" cy="405000"/>
            </a:xfrm>
            <a:prstGeom prst="rect">
              <a:avLst/>
            </a:prstGeom>
          </p:spPr>
        </p:pic>
      </p:grpSp>
      <p:grpSp>
        <p:nvGrpSpPr>
          <p:cNvPr id="66" name="Group 65">
            <a:extLst>
              <a:ext uri="{FF2B5EF4-FFF2-40B4-BE49-F238E27FC236}">
                <a16:creationId xmlns:a16="http://schemas.microsoft.com/office/drawing/2014/main" id="{C1287F56-2C82-4802-006D-18CBCA421FA1}"/>
              </a:ext>
            </a:extLst>
          </p:cNvPr>
          <p:cNvGrpSpPr/>
          <p:nvPr/>
        </p:nvGrpSpPr>
        <p:grpSpPr>
          <a:xfrm>
            <a:off x="7726298" y="5026816"/>
            <a:ext cx="1053503" cy="1599608"/>
            <a:chOff x="6708452" y="5005327"/>
            <a:chExt cx="1053503" cy="1599608"/>
          </a:xfrm>
        </p:grpSpPr>
        <p:sp>
          <p:nvSpPr>
            <p:cNvPr id="67" name="Shape">
              <a:extLst>
                <a:ext uri="{FF2B5EF4-FFF2-40B4-BE49-F238E27FC236}">
                  <a16:creationId xmlns:a16="http://schemas.microsoft.com/office/drawing/2014/main" id="{C19B6A9B-E8E9-0FB4-3AF1-4F846C3FD216}"/>
                </a:ext>
              </a:extLst>
            </p:cNvPr>
            <p:cNvSpPr/>
            <p:nvPr/>
          </p:nvSpPr>
          <p:spPr>
            <a:xfrm>
              <a:off x="6708452" y="5005327"/>
              <a:ext cx="1053503" cy="1599608"/>
            </a:xfrm>
            <a:custGeom>
              <a:avLst/>
              <a:gdLst/>
              <a:ahLst/>
              <a:cxnLst>
                <a:cxn ang="0">
                  <a:pos x="wd2" y="hd2"/>
                </a:cxn>
                <a:cxn ang="5400000">
                  <a:pos x="wd2" y="hd2"/>
                </a:cxn>
                <a:cxn ang="10800000">
                  <a:pos x="wd2" y="hd2"/>
                </a:cxn>
                <a:cxn ang="16200000">
                  <a:pos x="wd2" y="hd2"/>
                </a:cxn>
              </a:cxnLst>
              <a:rect l="0" t="0" r="r" b="b"/>
              <a:pathLst>
                <a:path w="19649" h="21596" extrusionOk="0">
                  <a:moveTo>
                    <a:pt x="9770" y="0"/>
                  </a:moveTo>
                  <a:cubicBezTo>
                    <a:pt x="7245" y="-4"/>
                    <a:pt x="4715" y="687"/>
                    <a:pt x="2803" y="2090"/>
                  </a:cubicBezTo>
                  <a:cubicBezTo>
                    <a:pt x="-969" y="4859"/>
                    <a:pt x="-900" y="9311"/>
                    <a:pt x="2803" y="12177"/>
                  </a:cubicBezTo>
                  <a:cubicBezTo>
                    <a:pt x="2983" y="12315"/>
                    <a:pt x="3174" y="12446"/>
                    <a:pt x="3376" y="12568"/>
                  </a:cubicBezTo>
                  <a:cubicBezTo>
                    <a:pt x="3520" y="12654"/>
                    <a:pt x="3669" y="12736"/>
                    <a:pt x="3820" y="12815"/>
                  </a:cubicBezTo>
                  <a:cubicBezTo>
                    <a:pt x="3934" y="12875"/>
                    <a:pt x="4048" y="12934"/>
                    <a:pt x="4163" y="12992"/>
                  </a:cubicBezTo>
                  <a:cubicBezTo>
                    <a:pt x="5735" y="13971"/>
                    <a:pt x="6690" y="15390"/>
                    <a:pt x="6750" y="16914"/>
                  </a:cubicBezTo>
                  <a:cubicBezTo>
                    <a:pt x="6793" y="18007"/>
                    <a:pt x="6377" y="19141"/>
                    <a:pt x="6989" y="20149"/>
                  </a:cubicBezTo>
                  <a:cubicBezTo>
                    <a:pt x="7479" y="20957"/>
                    <a:pt x="8535" y="21511"/>
                    <a:pt x="9748" y="21596"/>
                  </a:cubicBezTo>
                  <a:cubicBezTo>
                    <a:pt x="10857" y="21489"/>
                    <a:pt x="11816" y="20973"/>
                    <a:pt x="12274" y="20234"/>
                  </a:cubicBezTo>
                  <a:cubicBezTo>
                    <a:pt x="12903" y="19219"/>
                    <a:pt x="12445" y="18073"/>
                    <a:pt x="12485" y="16971"/>
                  </a:cubicBezTo>
                  <a:cubicBezTo>
                    <a:pt x="12544" y="15356"/>
                    <a:pt x="13655" y="13878"/>
                    <a:pt x="15444" y="12960"/>
                  </a:cubicBezTo>
                  <a:cubicBezTo>
                    <a:pt x="15474" y="12945"/>
                    <a:pt x="15503" y="12928"/>
                    <a:pt x="15533" y="12912"/>
                  </a:cubicBezTo>
                  <a:cubicBezTo>
                    <a:pt x="15955" y="12687"/>
                    <a:pt x="16359" y="12444"/>
                    <a:pt x="16737" y="12177"/>
                  </a:cubicBezTo>
                  <a:cubicBezTo>
                    <a:pt x="20631" y="9422"/>
                    <a:pt x="20607" y="4885"/>
                    <a:pt x="16737" y="2090"/>
                  </a:cubicBezTo>
                  <a:cubicBezTo>
                    <a:pt x="14812" y="700"/>
                    <a:pt x="12291" y="5"/>
                    <a:pt x="9770" y="0"/>
                  </a:cubicBezTo>
                  <a:close/>
                </a:path>
              </a:pathLst>
            </a:custGeom>
            <a:solidFill>
              <a:srgbClr val="FFFFFF"/>
            </a:solidFill>
            <a:ln w="12700" cap="flat">
              <a:noFill/>
              <a:miter lim="400000"/>
            </a:ln>
            <a:effectLst>
              <a:outerShdw blurRad="127000" dist="118344" dir="2758943" rotWithShape="0">
                <a:srgbClr val="000000">
                  <a:alpha val="23041"/>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68" name="Circle">
              <a:extLst>
                <a:ext uri="{FF2B5EF4-FFF2-40B4-BE49-F238E27FC236}">
                  <a16:creationId xmlns:a16="http://schemas.microsoft.com/office/drawing/2014/main" id="{39E5E711-473B-CE97-5491-A4731047924B}"/>
                </a:ext>
              </a:extLst>
            </p:cNvPr>
            <p:cNvSpPr/>
            <p:nvPr/>
          </p:nvSpPr>
          <p:spPr>
            <a:xfrm>
              <a:off x="7173973" y="6410956"/>
              <a:ext cx="122459" cy="122458"/>
            </a:xfrm>
            <a:prstGeom prst="ellipse">
              <a:avLst/>
            </a:prstGeom>
            <a:solidFill>
              <a:schemeClr val="accent3">
                <a:lumMod val="75000"/>
              </a:schemeClr>
            </a:solidFill>
            <a:ln w="12700" cap="flat">
              <a:noFill/>
              <a:miter lim="400000"/>
            </a:ln>
            <a:effectLst>
              <a:outerShdw blurRad="685800" dist="342900" dir="21481504" rotWithShape="0">
                <a:srgbClr val="000000">
                  <a:alpha val="40000"/>
                </a:srgbClr>
              </a:outerShdw>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69" name="Circle">
              <a:extLst>
                <a:ext uri="{FF2B5EF4-FFF2-40B4-BE49-F238E27FC236}">
                  <a16:creationId xmlns:a16="http://schemas.microsoft.com/office/drawing/2014/main" id="{4B718B8A-1A4C-47C8-90E4-5E92DE2E76E4}"/>
                </a:ext>
              </a:extLst>
            </p:cNvPr>
            <p:cNvSpPr/>
            <p:nvPr/>
          </p:nvSpPr>
          <p:spPr>
            <a:xfrm>
              <a:off x="6767714" y="5069058"/>
              <a:ext cx="929331" cy="929332"/>
            </a:xfrm>
            <a:prstGeom prst="ellipse">
              <a:avLst/>
            </a:prstGeom>
            <a:solidFill>
              <a:srgbClr val="FFFFFF"/>
            </a:solidFill>
            <a:ln w="12700">
              <a:miter lim="400000"/>
            </a:ln>
            <a:effectLst>
              <a:outerShdw blurRad="63500" dist="66510" dir="3641002" rotWithShape="0">
                <a:srgbClr val="000000">
                  <a:alpha val="40000"/>
                </a:srgbClr>
              </a:outerShdw>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70" name="Circle">
              <a:extLst>
                <a:ext uri="{FF2B5EF4-FFF2-40B4-BE49-F238E27FC236}">
                  <a16:creationId xmlns:a16="http://schemas.microsoft.com/office/drawing/2014/main" id="{0248AFAB-4D5B-ECF2-0EC9-10EE705CD6E8}"/>
                </a:ext>
              </a:extLst>
            </p:cNvPr>
            <p:cNvSpPr/>
            <p:nvPr/>
          </p:nvSpPr>
          <p:spPr>
            <a:xfrm>
              <a:off x="6806033" y="5107375"/>
              <a:ext cx="852694" cy="852695"/>
            </a:xfrm>
            <a:prstGeom prst="ellipse">
              <a:avLst/>
            </a:prstGeom>
            <a:solidFill>
              <a:schemeClr val="accent3">
                <a:lumMod val="75000"/>
              </a:schemeClr>
            </a:solidFill>
            <a:ln w="12700">
              <a:miter lim="400000"/>
            </a:ln>
            <a:effectLst>
              <a:innerShdw blurRad="114300">
                <a:prstClr val="black">
                  <a:alpha val="47000"/>
                </a:prstClr>
              </a:inn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pic>
          <p:nvPicPr>
            <p:cNvPr id="71" name="Picture 103" descr="A close up of a logo&#10;&#10;Description generated with very high confidence">
              <a:extLst>
                <a:ext uri="{FF2B5EF4-FFF2-40B4-BE49-F238E27FC236}">
                  <a16:creationId xmlns:a16="http://schemas.microsoft.com/office/drawing/2014/main" id="{FB3D6564-46EA-42A6-8696-93068560B8BF}"/>
                </a:ext>
              </a:extLst>
            </p:cNvPr>
            <p:cNvPicPr>
              <a:picLocks noChangeAspect="1"/>
            </p:cNvPicPr>
            <p:nvPr/>
          </p:nvPicPr>
          <p:blipFill>
            <a:blip r:embed="rId7"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029879" y="5331223"/>
              <a:ext cx="405000" cy="405000"/>
            </a:xfrm>
            <a:prstGeom prst="rect">
              <a:avLst/>
            </a:prstGeom>
          </p:spPr>
        </p:pic>
      </p:grpSp>
      <p:grpSp>
        <p:nvGrpSpPr>
          <p:cNvPr id="72" name="Group 71">
            <a:extLst>
              <a:ext uri="{FF2B5EF4-FFF2-40B4-BE49-F238E27FC236}">
                <a16:creationId xmlns:a16="http://schemas.microsoft.com/office/drawing/2014/main" id="{CB391193-45E5-1BC0-B84F-C17C91761EEB}"/>
              </a:ext>
            </a:extLst>
          </p:cNvPr>
          <p:cNvGrpSpPr/>
          <p:nvPr/>
        </p:nvGrpSpPr>
        <p:grpSpPr>
          <a:xfrm>
            <a:off x="6872720" y="3831457"/>
            <a:ext cx="1053503" cy="1599608"/>
            <a:chOff x="5854874" y="3809968"/>
            <a:chExt cx="1053503" cy="1599608"/>
          </a:xfrm>
        </p:grpSpPr>
        <p:sp>
          <p:nvSpPr>
            <p:cNvPr id="73" name="Shape">
              <a:extLst>
                <a:ext uri="{FF2B5EF4-FFF2-40B4-BE49-F238E27FC236}">
                  <a16:creationId xmlns:a16="http://schemas.microsoft.com/office/drawing/2014/main" id="{66049548-46C2-F97D-0B48-4C9C1A1C4E8C}"/>
                </a:ext>
              </a:extLst>
            </p:cNvPr>
            <p:cNvSpPr/>
            <p:nvPr/>
          </p:nvSpPr>
          <p:spPr>
            <a:xfrm>
              <a:off x="5854874" y="3809968"/>
              <a:ext cx="1053503" cy="1599608"/>
            </a:xfrm>
            <a:custGeom>
              <a:avLst/>
              <a:gdLst/>
              <a:ahLst/>
              <a:cxnLst>
                <a:cxn ang="0">
                  <a:pos x="wd2" y="hd2"/>
                </a:cxn>
                <a:cxn ang="5400000">
                  <a:pos x="wd2" y="hd2"/>
                </a:cxn>
                <a:cxn ang="10800000">
                  <a:pos x="wd2" y="hd2"/>
                </a:cxn>
                <a:cxn ang="16200000">
                  <a:pos x="wd2" y="hd2"/>
                </a:cxn>
              </a:cxnLst>
              <a:rect l="0" t="0" r="r" b="b"/>
              <a:pathLst>
                <a:path w="19649" h="21596" extrusionOk="0">
                  <a:moveTo>
                    <a:pt x="9770" y="0"/>
                  </a:moveTo>
                  <a:cubicBezTo>
                    <a:pt x="7245" y="-4"/>
                    <a:pt x="4715" y="687"/>
                    <a:pt x="2803" y="2090"/>
                  </a:cubicBezTo>
                  <a:cubicBezTo>
                    <a:pt x="-969" y="4859"/>
                    <a:pt x="-900" y="9311"/>
                    <a:pt x="2803" y="12177"/>
                  </a:cubicBezTo>
                  <a:cubicBezTo>
                    <a:pt x="2983" y="12315"/>
                    <a:pt x="3174" y="12446"/>
                    <a:pt x="3376" y="12568"/>
                  </a:cubicBezTo>
                  <a:cubicBezTo>
                    <a:pt x="3520" y="12654"/>
                    <a:pt x="3669" y="12736"/>
                    <a:pt x="3820" y="12815"/>
                  </a:cubicBezTo>
                  <a:cubicBezTo>
                    <a:pt x="3934" y="12875"/>
                    <a:pt x="4048" y="12934"/>
                    <a:pt x="4163" y="12992"/>
                  </a:cubicBezTo>
                  <a:cubicBezTo>
                    <a:pt x="5735" y="13971"/>
                    <a:pt x="6690" y="15390"/>
                    <a:pt x="6750" y="16914"/>
                  </a:cubicBezTo>
                  <a:cubicBezTo>
                    <a:pt x="6793" y="18007"/>
                    <a:pt x="6377" y="19141"/>
                    <a:pt x="6989" y="20149"/>
                  </a:cubicBezTo>
                  <a:cubicBezTo>
                    <a:pt x="7479" y="20957"/>
                    <a:pt x="8535" y="21511"/>
                    <a:pt x="9748" y="21596"/>
                  </a:cubicBezTo>
                  <a:cubicBezTo>
                    <a:pt x="10857" y="21489"/>
                    <a:pt x="11816" y="20973"/>
                    <a:pt x="12274" y="20234"/>
                  </a:cubicBezTo>
                  <a:cubicBezTo>
                    <a:pt x="12903" y="19219"/>
                    <a:pt x="12445" y="18073"/>
                    <a:pt x="12485" y="16971"/>
                  </a:cubicBezTo>
                  <a:cubicBezTo>
                    <a:pt x="12544" y="15356"/>
                    <a:pt x="13655" y="13878"/>
                    <a:pt x="15444" y="12960"/>
                  </a:cubicBezTo>
                  <a:cubicBezTo>
                    <a:pt x="15474" y="12945"/>
                    <a:pt x="15503" y="12928"/>
                    <a:pt x="15533" y="12912"/>
                  </a:cubicBezTo>
                  <a:cubicBezTo>
                    <a:pt x="15955" y="12687"/>
                    <a:pt x="16359" y="12444"/>
                    <a:pt x="16737" y="12177"/>
                  </a:cubicBezTo>
                  <a:cubicBezTo>
                    <a:pt x="20631" y="9422"/>
                    <a:pt x="20607" y="4885"/>
                    <a:pt x="16737" y="2090"/>
                  </a:cubicBezTo>
                  <a:cubicBezTo>
                    <a:pt x="14812" y="700"/>
                    <a:pt x="12291" y="5"/>
                    <a:pt x="9770" y="0"/>
                  </a:cubicBezTo>
                  <a:close/>
                </a:path>
              </a:pathLst>
            </a:custGeom>
            <a:solidFill>
              <a:srgbClr val="FFFFFF"/>
            </a:solidFill>
            <a:ln w="12700" cap="flat">
              <a:noFill/>
              <a:miter lim="400000"/>
            </a:ln>
            <a:effectLst>
              <a:outerShdw blurRad="127000" dist="118344" dir="2758943" rotWithShape="0">
                <a:srgbClr val="000000">
                  <a:alpha val="23041"/>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grpSp>
          <p:nvGrpSpPr>
            <p:cNvPr id="74" name="Group 73">
              <a:extLst>
                <a:ext uri="{FF2B5EF4-FFF2-40B4-BE49-F238E27FC236}">
                  <a16:creationId xmlns:a16="http://schemas.microsoft.com/office/drawing/2014/main" id="{E5E7AAF5-B729-CEAC-9BCD-487E3DF09341}"/>
                </a:ext>
              </a:extLst>
            </p:cNvPr>
            <p:cNvGrpSpPr/>
            <p:nvPr/>
          </p:nvGrpSpPr>
          <p:grpSpPr>
            <a:xfrm>
              <a:off x="5914137" y="3873699"/>
              <a:ext cx="929332" cy="1464357"/>
              <a:chOff x="5914137" y="3873699"/>
              <a:chExt cx="929332" cy="1464357"/>
            </a:xfrm>
          </p:grpSpPr>
          <p:sp>
            <p:nvSpPr>
              <p:cNvPr id="75" name="Circle">
                <a:extLst>
                  <a:ext uri="{FF2B5EF4-FFF2-40B4-BE49-F238E27FC236}">
                    <a16:creationId xmlns:a16="http://schemas.microsoft.com/office/drawing/2014/main" id="{963B49F7-07E0-A1C8-CCA0-BB4FECA16A70}"/>
                  </a:ext>
                </a:extLst>
              </p:cNvPr>
              <p:cNvSpPr/>
              <p:nvPr/>
            </p:nvSpPr>
            <p:spPr>
              <a:xfrm>
                <a:off x="6320396" y="5215597"/>
                <a:ext cx="122459" cy="122459"/>
              </a:xfrm>
              <a:prstGeom prst="ellipse">
                <a:avLst/>
              </a:prstGeom>
              <a:solidFill>
                <a:schemeClr val="accent2">
                  <a:lumMod val="75000"/>
                </a:schemeClr>
              </a:solidFill>
              <a:ln w="12700" cap="flat">
                <a:noFill/>
                <a:miter lim="400000"/>
              </a:ln>
              <a:effectLst>
                <a:outerShdw blurRad="685800" dist="342900" dir="10448080" rotWithShape="0">
                  <a:srgbClr val="000000">
                    <a:alpha val="40000"/>
                  </a:srgbClr>
                </a:outerShdw>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76" name="Circle">
                <a:extLst>
                  <a:ext uri="{FF2B5EF4-FFF2-40B4-BE49-F238E27FC236}">
                    <a16:creationId xmlns:a16="http://schemas.microsoft.com/office/drawing/2014/main" id="{A4499D33-C69A-9BBC-6995-0F1697B421B2}"/>
                  </a:ext>
                </a:extLst>
              </p:cNvPr>
              <p:cNvSpPr/>
              <p:nvPr/>
            </p:nvSpPr>
            <p:spPr>
              <a:xfrm>
                <a:off x="5914137" y="3873699"/>
                <a:ext cx="929332" cy="929331"/>
              </a:xfrm>
              <a:prstGeom prst="ellipse">
                <a:avLst/>
              </a:prstGeom>
              <a:solidFill>
                <a:srgbClr val="FFFFFF"/>
              </a:solidFill>
              <a:ln w="12700">
                <a:miter lim="400000"/>
              </a:ln>
              <a:effectLst>
                <a:outerShdw blurRad="63500" dist="66510" dir="3641002" rotWithShape="0">
                  <a:srgbClr val="000000">
                    <a:alpha val="40000"/>
                  </a:srgbClr>
                </a:outerShdw>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77" name="Circle">
                <a:extLst>
                  <a:ext uri="{FF2B5EF4-FFF2-40B4-BE49-F238E27FC236}">
                    <a16:creationId xmlns:a16="http://schemas.microsoft.com/office/drawing/2014/main" id="{F84BD036-8373-56F2-EB79-5443BA1559C8}"/>
                  </a:ext>
                </a:extLst>
              </p:cNvPr>
              <p:cNvSpPr/>
              <p:nvPr/>
            </p:nvSpPr>
            <p:spPr>
              <a:xfrm>
                <a:off x="5952455" y="3912018"/>
                <a:ext cx="852695" cy="852694"/>
              </a:xfrm>
              <a:prstGeom prst="ellipse">
                <a:avLst/>
              </a:prstGeom>
              <a:solidFill>
                <a:schemeClr val="accent2">
                  <a:lumMod val="75000"/>
                </a:schemeClr>
              </a:solidFill>
              <a:ln w="12700">
                <a:miter lim="400000"/>
              </a:ln>
              <a:effectLst>
                <a:innerShdw blurRad="114300">
                  <a:prstClr val="black">
                    <a:alpha val="47000"/>
                  </a:prstClr>
                </a:inn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pic>
            <p:nvPicPr>
              <p:cNvPr id="78" name="Picture 104" descr="A close up of a logo&#10;&#10;Description generated with very high confidence">
                <a:extLst>
                  <a:ext uri="{FF2B5EF4-FFF2-40B4-BE49-F238E27FC236}">
                    <a16:creationId xmlns:a16="http://schemas.microsoft.com/office/drawing/2014/main" id="{8FBBF012-EB9C-50FF-99CD-FD4FD21DD98A}"/>
                  </a:ext>
                </a:extLst>
              </p:cNvPr>
              <p:cNvPicPr>
                <a:picLocks noChangeAspect="1"/>
              </p:cNvPicPr>
              <p:nvPr/>
            </p:nvPicPr>
            <p:blipFill>
              <a:blip r:embed="rId8"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176303" y="4135864"/>
                <a:ext cx="405000" cy="405000"/>
              </a:xfrm>
              <a:prstGeom prst="rect">
                <a:avLst/>
              </a:prstGeom>
            </p:spPr>
          </p:pic>
        </p:grpSp>
      </p:grpSp>
      <p:sp>
        <p:nvSpPr>
          <p:cNvPr id="79" name="Rectangle 78">
            <a:extLst>
              <a:ext uri="{FF2B5EF4-FFF2-40B4-BE49-F238E27FC236}">
                <a16:creationId xmlns:a16="http://schemas.microsoft.com/office/drawing/2014/main" id="{8AC0DFAE-C2F1-44E5-7B77-77548B0434BE}"/>
              </a:ext>
            </a:extLst>
          </p:cNvPr>
          <p:cNvSpPr/>
          <p:nvPr/>
        </p:nvSpPr>
        <p:spPr>
          <a:xfrm>
            <a:off x="5088585" y="2850983"/>
            <a:ext cx="2360182" cy="597151"/>
          </a:xfrm>
          <a:prstGeom prst="rect">
            <a:avLst/>
          </a:prstGeom>
        </p:spPr>
        <p:txBody>
          <a:bodyPr wrap="square">
            <a:spAutoFit/>
          </a:bodyPr>
          <a:lstStyle/>
          <a:p>
            <a:pPr algn="ctr">
              <a:lnSpc>
                <a:spcPct val="106000"/>
              </a:lnSpc>
              <a:spcAft>
                <a:spcPts val="600"/>
              </a:spcAft>
            </a:pPr>
            <a:r>
              <a:rPr lang="en-US" sz="1600" b="1" dirty="0">
                <a:solidFill>
                  <a:srgbClr val="2E75B6"/>
                </a:solidFill>
                <a:latin typeface="Times New Roman" panose="02020603050405020304" pitchFamily="18" charset="0"/>
                <a:ea typeface="Cardo" panose="02020600000000000000" pitchFamily="18" charset="-79"/>
                <a:cs typeface="Times New Roman" panose="02020603050405020304" pitchFamily="18" charset="0"/>
              </a:rPr>
              <a:t>Gestion de maintenance curative et </a:t>
            </a:r>
            <a:r>
              <a:rPr lang="en-US" sz="1600" b="1" dirty="0" err="1">
                <a:solidFill>
                  <a:srgbClr val="2E75B6"/>
                </a:solidFill>
                <a:latin typeface="Times New Roman" panose="02020603050405020304" pitchFamily="18" charset="0"/>
                <a:ea typeface="Cardo" panose="02020600000000000000" pitchFamily="18" charset="-79"/>
                <a:cs typeface="Times New Roman" panose="02020603050405020304" pitchFamily="18" charset="0"/>
              </a:rPr>
              <a:t>préventive</a:t>
            </a:r>
            <a:endParaRPr lang="en-US" sz="1600" b="1" dirty="0">
              <a:solidFill>
                <a:srgbClr val="2E75B6"/>
              </a:solidFill>
              <a:latin typeface="Times New Roman" panose="02020603050405020304" pitchFamily="18" charset="0"/>
              <a:ea typeface="Cardo" panose="02020600000000000000" pitchFamily="18" charset="-79"/>
              <a:cs typeface="Times New Roman" panose="02020603050405020304" pitchFamily="18" charset="0"/>
            </a:endParaRPr>
          </a:p>
        </p:txBody>
      </p:sp>
      <p:sp>
        <p:nvSpPr>
          <p:cNvPr id="80" name="Rectangle 79">
            <a:extLst>
              <a:ext uri="{FF2B5EF4-FFF2-40B4-BE49-F238E27FC236}">
                <a16:creationId xmlns:a16="http://schemas.microsoft.com/office/drawing/2014/main" id="{43444428-4988-DC93-43D2-F7BC04DE7352}"/>
              </a:ext>
            </a:extLst>
          </p:cNvPr>
          <p:cNvSpPr/>
          <p:nvPr/>
        </p:nvSpPr>
        <p:spPr>
          <a:xfrm>
            <a:off x="1940561" y="5307554"/>
            <a:ext cx="1609356" cy="597151"/>
          </a:xfrm>
          <a:prstGeom prst="rect">
            <a:avLst/>
          </a:prstGeom>
        </p:spPr>
        <p:txBody>
          <a:bodyPr wrap="square">
            <a:spAutoFit/>
          </a:bodyPr>
          <a:lstStyle/>
          <a:p>
            <a:pPr algn="ctr">
              <a:lnSpc>
                <a:spcPct val="106000"/>
              </a:lnSpc>
              <a:spcAft>
                <a:spcPts val="600"/>
              </a:spcAft>
            </a:pPr>
            <a:r>
              <a:rPr lang="en-US" sz="1600" b="1" dirty="0">
                <a:solidFill>
                  <a:srgbClr val="1B3E76"/>
                </a:solidFill>
                <a:latin typeface="Times New Roman" panose="02020603050405020304" pitchFamily="18" charset="0"/>
                <a:ea typeface="Cardo" panose="02020600000000000000" pitchFamily="18" charset="-79"/>
                <a:cs typeface="Times New Roman" panose="02020603050405020304" pitchFamily="18" charset="0"/>
              </a:rPr>
              <a:t>Gestion des </a:t>
            </a:r>
            <a:r>
              <a:rPr lang="fr-FR" sz="1600" b="1" dirty="0">
                <a:solidFill>
                  <a:srgbClr val="1B3E76"/>
                </a:solidFill>
                <a:latin typeface="Times New Roman" panose="02020603050405020304" pitchFamily="18" charset="0"/>
                <a:ea typeface="Cardo" panose="02020600000000000000" pitchFamily="18" charset="-79"/>
                <a:cs typeface="Times New Roman" panose="02020603050405020304" pitchFamily="18" charset="0"/>
              </a:rPr>
              <a:t>machines</a:t>
            </a:r>
          </a:p>
        </p:txBody>
      </p:sp>
      <p:sp>
        <p:nvSpPr>
          <p:cNvPr id="81" name="Rectangle 80">
            <a:extLst>
              <a:ext uri="{FF2B5EF4-FFF2-40B4-BE49-F238E27FC236}">
                <a16:creationId xmlns:a16="http://schemas.microsoft.com/office/drawing/2014/main" id="{4F6D89FF-8E84-D708-E685-B1624EE727B0}"/>
              </a:ext>
            </a:extLst>
          </p:cNvPr>
          <p:cNvSpPr/>
          <p:nvPr/>
        </p:nvSpPr>
        <p:spPr>
          <a:xfrm>
            <a:off x="8774153" y="5265446"/>
            <a:ext cx="2464546" cy="597151"/>
          </a:xfrm>
          <a:prstGeom prst="rect">
            <a:avLst/>
          </a:prstGeom>
        </p:spPr>
        <p:txBody>
          <a:bodyPr wrap="square">
            <a:spAutoFit/>
          </a:bodyPr>
          <a:lstStyle/>
          <a:p>
            <a:pPr algn="ctr">
              <a:lnSpc>
                <a:spcPct val="106000"/>
              </a:lnSpc>
              <a:spcAft>
                <a:spcPts val="600"/>
              </a:spcAft>
            </a:pPr>
            <a:r>
              <a:rPr lang="fr-FR" sz="1600" b="1" dirty="0">
                <a:solidFill>
                  <a:srgbClr val="7C7C7C"/>
                </a:solidFill>
                <a:latin typeface="Times New Roman" panose="02020603050405020304" pitchFamily="18" charset="0"/>
                <a:ea typeface="Cardo" panose="02020600000000000000" pitchFamily="18" charset="-79"/>
                <a:cs typeface="Times New Roman" panose="02020603050405020304" pitchFamily="18" charset="0"/>
              </a:rPr>
              <a:t>Gestion </a:t>
            </a:r>
            <a:r>
              <a:rPr lang="en-US" sz="1600" b="1" dirty="0">
                <a:solidFill>
                  <a:srgbClr val="7C7C7C"/>
                </a:solidFill>
                <a:latin typeface="Times New Roman" panose="02020603050405020304" pitchFamily="18" charset="0"/>
                <a:ea typeface="Cardo" panose="02020600000000000000" pitchFamily="18" charset="-79"/>
                <a:cs typeface="Times New Roman" panose="02020603050405020304" pitchFamily="18" charset="0"/>
              </a:rPr>
              <a:t>des </a:t>
            </a:r>
            <a:r>
              <a:rPr lang="en-US" sz="1600" b="1" dirty="0" err="1">
                <a:solidFill>
                  <a:srgbClr val="7C7C7C"/>
                </a:solidFill>
                <a:latin typeface="Times New Roman" panose="02020603050405020304" pitchFamily="18" charset="0"/>
                <a:ea typeface="Cardo" panose="02020600000000000000" pitchFamily="18" charset="-79"/>
                <a:cs typeface="Times New Roman" panose="02020603050405020304" pitchFamily="18" charset="0"/>
              </a:rPr>
              <a:t>mouvements</a:t>
            </a:r>
            <a:r>
              <a:rPr lang="en-US" sz="1600" b="1" dirty="0">
                <a:solidFill>
                  <a:srgbClr val="7C7C7C"/>
                </a:solidFill>
                <a:latin typeface="Times New Roman" panose="02020603050405020304" pitchFamily="18" charset="0"/>
                <a:ea typeface="Cardo" panose="02020600000000000000" pitchFamily="18" charset="-79"/>
                <a:cs typeface="Times New Roman" panose="02020603050405020304" pitchFamily="18" charset="0"/>
              </a:rPr>
              <a:t> de machine au parc</a:t>
            </a:r>
          </a:p>
        </p:txBody>
      </p:sp>
      <p:sp>
        <p:nvSpPr>
          <p:cNvPr id="82" name="Rectangle 81">
            <a:extLst>
              <a:ext uri="{FF2B5EF4-FFF2-40B4-BE49-F238E27FC236}">
                <a16:creationId xmlns:a16="http://schemas.microsoft.com/office/drawing/2014/main" id="{63D9455E-CBA9-6464-387D-A00EE5A1CE14}"/>
              </a:ext>
            </a:extLst>
          </p:cNvPr>
          <p:cNvSpPr/>
          <p:nvPr/>
        </p:nvSpPr>
        <p:spPr>
          <a:xfrm>
            <a:off x="7757943" y="3788838"/>
            <a:ext cx="2527779" cy="597151"/>
          </a:xfrm>
          <a:prstGeom prst="rect">
            <a:avLst/>
          </a:prstGeom>
        </p:spPr>
        <p:txBody>
          <a:bodyPr wrap="square">
            <a:spAutoFit/>
          </a:bodyPr>
          <a:lstStyle/>
          <a:p>
            <a:pPr algn="ctr">
              <a:lnSpc>
                <a:spcPct val="106000"/>
              </a:lnSpc>
              <a:spcAft>
                <a:spcPts val="600"/>
              </a:spcAft>
            </a:pPr>
            <a:r>
              <a:rPr lang="fr-FR" sz="1600" b="1" dirty="0">
                <a:solidFill>
                  <a:srgbClr val="C55A11"/>
                </a:solidFill>
                <a:latin typeface="Times New Roman" panose="02020603050405020304" pitchFamily="18" charset="0"/>
                <a:ea typeface="Cardo" panose="02020600000000000000" pitchFamily="18" charset="-79"/>
                <a:cs typeface="Times New Roman" panose="02020603050405020304" pitchFamily="18" charset="0"/>
              </a:rPr>
              <a:t>Gestion des comptes d’employés</a:t>
            </a:r>
          </a:p>
        </p:txBody>
      </p:sp>
      <p:grpSp>
        <p:nvGrpSpPr>
          <p:cNvPr id="83" name="Group 82">
            <a:extLst>
              <a:ext uri="{FF2B5EF4-FFF2-40B4-BE49-F238E27FC236}">
                <a16:creationId xmlns:a16="http://schemas.microsoft.com/office/drawing/2014/main" id="{6C31384A-2DD0-A98D-119E-42EDEB1BC0D8}"/>
              </a:ext>
            </a:extLst>
          </p:cNvPr>
          <p:cNvGrpSpPr/>
          <p:nvPr/>
        </p:nvGrpSpPr>
        <p:grpSpPr>
          <a:xfrm>
            <a:off x="6096000" y="5180033"/>
            <a:ext cx="889665" cy="652078"/>
            <a:chOff x="5078154" y="5158544"/>
            <a:chExt cx="889665" cy="652078"/>
          </a:xfrm>
        </p:grpSpPr>
        <p:sp>
          <p:nvSpPr>
            <p:cNvPr id="84" name="Shape">
              <a:extLst>
                <a:ext uri="{FF2B5EF4-FFF2-40B4-BE49-F238E27FC236}">
                  <a16:creationId xmlns:a16="http://schemas.microsoft.com/office/drawing/2014/main" id="{AB545BDD-FBC9-B5B0-8F37-19DC4AB3B245}"/>
                </a:ext>
              </a:extLst>
            </p:cNvPr>
            <p:cNvSpPr/>
            <p:nvPr/>
          </p:nvSpPr>
          <p:spPr>
            <a:xfrm>
              <a:off x="5301664" y="5495403"/>
              <a:ext cx="666155" cy="31521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8526"/>
                  </a:lnTo>
                  <a:cubicBezTo>
                    <a:pt x="6712" y="9418"/>
                    <a:pt x="13327" y="13756"/>
                    <a:pt x="19216" y="21600"/>
                  </a:cubicBezTo>
                  <a:lnTo>
                    <a:pt x="21600" y="14686"/>
                  </a:lnTo>
                  <a:cubicBezTo>
                    <a:pt x="14999" y="5778"/>
                    <a:pt x="7547" y="913"/>
                    <a:pt x="0" y="0"/>
                  </a:cubicBezTo>
                  <a:close/>
                </a:path>
              </a:pathLst>
            </a:custGeom>
            <a:solidFill>
              <a:srgbClr val="A9B5FF"/>
            </a:solidFill>
            <a:ln w="12700">
              <a:miter lim="400000"/>
            </a:ln>
            <a:effectLst>
              <a:outerShdw blurRad="685800" dist="342900" dir="8618299" rotWithShape="0">
                <a:srgbClr val="000000">
                  <a:alpha val="40000"/>
                </a:srgbClr>
              </a:out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85" name="Line">
              <a:extLst>
                <a:ext uri="{FF2B5EF4-FFF2-40B4-BE49-F238E27FC236}">
                  <a16:creationId xmlns:a16="http://schemas.microsoft.com/office/drawing/2014/main" id="{03E20085-A5AB-1282-F393-ADE2849CD081}"/>
                </a:ext>
              </a:extLst>
            </p:cNvPr>
            <p:cNvSpPr/>
            <p:nvPr/>
          </p:nvSpPr>
          <p:spPr>
            <a:xfrm flipV="1">
              <a:off x="5231507" y="5243957"/>
              <a:ext cx="1" cy="213264"/>
            </a:xfrm>
            <a:prstGeom prst="line">
              <a:avLst/>
            </a:prstGeom>
            <a:noFill/>
            <a:ln w="25400" cap="flat">
              <a:solidFill>
                <a:srgbClr val="A9B5FF"/>
              </a:solidFill>
              <a:prstDash val="solid"/>
              <a:miter lim="800000"/>
            </a:ln>
            <a:effectLst/>
          </p:spPr>
          <p:txBody>
            <a:bodyPr wrap="square" lIns="34289" tIns="34289" rIns="34289" bIns="34289" numCol="1" anchor="t">
              <a:noAutofit/>
            </a:bodyPr>
            <a:lstStyle/>
            <a:p>
              <a:endParaRPr sz="1600" dirty="0">
                <a:latin typeface="Times New Roman" panose="02020603050405020304" pitchFamily="18" charset="0"/>
                <a:cs typeface="Times New Roman" panose="02020603050405020304" pitchFamily="18" charset="0"/>
              </a:endParaRPr>
            </a:p>
          </p:txBody>
        </p:sp>
        <p:sp>
          <p:nvSpPr>
            <p:cNvPr id="86" name="Circle">
              <a:extLst>
                <a:ext uri="{FF2B5EF4-FFF2-40B4-BE49-F238E27FC236}">
                  <a16:creationId xmlns:a16="http://schemas.microsoft.com/office/drawing/2014/main" id="{8EBECFC9-A6CC-9F12-1248-11E60350DF39}"/>
                </a:ext>
              </a:extLst>
            </p:cNvPr>
            <p:cNvSpPr/>
            <p:nvPr/>
          </p:nvSpPr>
          <p:spPr>
            <a:xfrm>
              <a:off x="5185849" y="5158544"/>
              <a:ext cx="91317" cy="91316"/>
            </a:xfrm>
            <a:prstGeom prst="ellipse">
              <a:avLst/>
            </a:prstGeom>
            <a:noFill/>
            <a:ln w="25400" cap="flat">
              <a:solidFill>
                <a:srgbClr val="A9B5FF"/>
              </a:solidFill>
              <a:prstDash val="solid"/>
              <a:miter lim="800000"/>
            </a:ln>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87" name="Circle">
              <a:extLst>
                <a:ext uri="{FF2B5EF4-FFF2-40B4-BE49-F238E27FC236}">
                  <a16:creationId xmlns:a16="http://schemas.microsoft.com/office/drawing/2014/main" id="{7AC90496-EA19-B49E-F480-53BCEFF960C3}"/>
                </a:ext>
              </a:extLst>
            </p:cNvPr>
            <p:cNvSpPr/>
            <p:nvPr/>
          </p:nvSpPr>
          <p:spPr>
            <a:xfrm>
              <a:off x="5078154" y="5426401"/>
              <a:ext cx="287657" cy="287657"/>
            </a:xfrm>
            <a:prstGeom prst="ellipse">
              <a:avLst/>
            </a:prstGeom>
            <a:solidFill>
              <a:srgbClr val="FFFFFF"/>
            </a:solidFill>
            <a:ln w="12700" cap="flat">
              <a:noFill/>
              <a:miter lim="400000"/>
            </a:ln>
            <a:effectLst>
              <a:outerShdw blurRad="241300" dist="63500" dir="8100000" rotWithShape="0">
                <a:srgbClr val="000000">
                  <a:alpha val="40000"/>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88" name="Circle">
              <a:extLst>
                <a:ext uri="{FF2B5EF4-FFF2-40B4-BE49-F238E27FC236}">
                  <a16:creationId xmlns:a16="http://schemas.microsoft.com/office/drawing/2014/main" id="{BEE099F8-4BDB-9269-020A-D1DD532FD702}"/>
                </a:ext>
              </a:extLst>
            </p:cNvPr>
            <p:cNvSpPr/>
            <p:nvPr/>
          </p:nvSpPr>
          <p:spPr>
            <a:xfrm>
              <a:off x="5115351" y="5463597"/>
              <a:ext cx="213263" cy="213264"/>
            </a:xfrm>
            <a:prstGeom prst="ellipse">
              <a:avLst/>
            </a:prstGeom>
            <a:solidFill>
              <a:srgbClr val="A9B5FF"/>
            </a:solidFill>
            <a:ln w="12700" cap="flat">
              <a:noFill/>
              <a:miter lim="400000"/>
            </a:ln>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grpSp>
      <p:grpSp>
        <p:nvGrpSpPr>
          <p:cNvPr id="89" name="Group 88">
            <a:extLst>
              <a:ext uri="{FF2B5EF4-FFF2-40B4-BE49-F238E27FC236}">
                <a16:creationId xmlns:a16="http://schemas.microsoft.com/office/drawing/2014/main" id="{0154EEC7-55B5-8561-4355-C47ED1840091}"/>
              </a:ext>
            </a:extLst>
          </p:cNvPr>
          <p:cNvGrpSpPr/>
          <p:nvPr/>
        </p:nvGrpSpPr>
        <p:grpSpPr>
          <a:xfrm>
            <a:off x="6907598" y="5525293"/>
            <a:ext cx="632303" cy="936956"/>
            <a:chOff x="5889752" y="5503804"/>
            <a:chExt cx="632303" cy="936956"/>
          </a:xfrm>
        </p:grpSpPr>
        <p:sp>
          <p:nvSpPr>
            <p:cNvPr id="90" name="Shape">
              <a:extLst>
                <a:ext uri="{FF2B5EF4-FFF2-40B4-BE49-F238E27FC236}">
                  <a16:creationId xmlns:a16="http://schemas.microsoft.com/office/drawing/2014/main" id="{D665DBBA-7CDF-8C3A-146E-0F6EDB64C48E}"/>
                </a:ext>
              </a:extLst>
            </p:cNvPr>
            <p:cNvSpPr/>
            <p:nvPr/>
          </p:nvSpPr>
          <p:spPr>
            <a:xfrm>
              <a:off x="6023777" y="5802286"/>
              <a:ext cx="498278" cy="638474"/>
            </a:xfrm>
            <a:custGeom>
              <a:avLst/>
              <a:gdLst/>
              <a:ahLst/>
              <a:cxnLst>
                <a:cxn ang="0">
                  <a:pos x="wd2" y="hd2"/>
                </a:cxn>
                <a:cxn ang="5400000">
                  <a:pos x="wd2" y="hd2"/>
                </a:cxn>
                <a:cxn ang="10800000">
                  <a:pos x="wd2" y="hd2"/>
                </a:cxn>
                <a:cxn ang="16200000">
                  <a:pos x="wd2" y="hd2"/>
                </a:cxn>
              </a:cxnLst>
              <a:rect l="0" t="0" r="r" b="b"/>
              <a:pathLst>
                <a:path w="21600" h="21600" extrusionOk="0">
                  <a:moveTo>
                    <a:pt x="3200" y="0"/>
                  </a:moveTo>
                  <a:lnTo>
                    <a:pt x="0" y="3414"/>
                  </a:lnTo>
                  <a:cubicBezTo>
                    <a:pt x="1364" y="4290"/>
                    <a:pt x="2686" y="5218"/>
                    <a:pt x="3961" y="6213"/>
                  </a:cubicBezTo>
                  <a:cubicBezTo>
                    <a:pt x="9733" y="10717"/>
                    <a:pt x="13875" y="15992"/>
                    <a:pt x="16516" y="21600"/>
                  </a:cubicBezTo>
                  <a:lnTo>
                    <a:pt x="21600" y="20200"/>
                  </a:lnTo>
                  <a:cubicBezTo>
                    <a:pt x="18702" y="14014"/>
                    <a:pt x="14143" y="8198"/>
                    <a:pt x="7781" y="3232"/>
                  </a:cubicBezTo>
                  <a:cubicBezTo>
                    <a:pt x="6308" y="2083"/>
                    <a:pt x="4780" y="1005"/>
                    <a:pt x="3200" y="0"/>
                  </a:cubicBezTo>
                  <a:close/>
                </a:path>
              </a:pathLst>
            </a:custGeom>
            <a:solidFill>
              <a:schemeClr val="accent2">
                <a:lumMod val="75000"/>
              </a:schemeClr>
            </a:solidFill>
            <a:ln w="12700">
              <a:miter lim="400000"/>
            </a:ln>
            <a:effectLst>
              <a:outerShdw blurRad="685800" dist="342900" dir="10448080" rotWithShape="0">
                <a:srgbClr val="000000">
                  <a:alpha val="40000"/>
                </a:srgbClr>
              </a:outerShdw>
            </a:effectLst>
          </p:spPr>
          <p:txBody>
            <a:bodyPr lIns="34289" rIns="34289" anchor="ct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sp>
          <p:nvSpPr>
            <p:cNvPr id="91" name="Line">
              <a:extLst>
                <a:ext uri="{FF2B5EF4-FFF2-40B4-BE49-F238E27FC236}">
                  <a16:creationId xmlns:a16="http://schemas.microsoft.com/office/drawing/2014/main" id="{27747433-85C4-7935-7D4A-976D3A7B950F}"/>
                </a:ext>
              </a:extLst>
            </p:cNvPr>
            <p:cNvSpPr/>
            <p:nvPr/>
          </p:nvSpPr>
          <p:spPr>
            <a:xfrm flipV="1">
              <a:off x="6107100" y="5577461"/>
              <a:ext cx="151402" cy="150197"/>
            </a:xfrm>
            <a:prstGeom prst="line">
              <a:avLst/>
            </a:prstGeom>
            <a:noFill/>
            <a:ln w="25400" cap="flat">
              <a:solidFill>
                <a:schemeClr val="accent2">
                  <a:lumMod val="75000"/>
                </a:schemeClr>
              </a:solidFill>
              <a:prstDash val="solid"/>
              <a:miter lim="800000"/>
            </a:ln>
            <a:effectLst/>
          </p:spPr>
          <p:txBody>
            <a:bodyPr wrap="square" lIns="34289" tIns="34289" rIns="34289" bIns="34289" numCol="1" anchor="t">
              <a:noAutofit/>
            </a:bodyPr>
            <a:lstStyle/>
            <a:p>
              <a:endParaRPr sz="1600">
                <a:latin typeface="Times New Roman" panose="02020603050405020304" pitchFamily="18" charset="0"/>
                <a:cs typeface="Times New Roman" panose="02020603050405020304" pitchFamily="18" charset="0"/>
              </a:endParaRPr>
            </a:p>
          </p:txBody>
        </p:sp>
        <p:sp>
          <p:nvSpPr>
            <p:cNvPr id="92" name="Circle">
              <a:extLst>
                <a:ext uri="{FF2B5EF4-FFF2-40B4-BE49-F238E27FC236}">
                  <a16:creationId xmlns:a16="http://schemas.microsoft.com/office/drawing/2014/main" id="{519296AD-EB6E-BA1F-3242-4405E085D132}"/>
                </a:ext>
              </a:extLst>
            </p:cNvPr>
            <p:cNvSpPr/>
            <p:nvPr/>
          </p:nvSpPr>
          <p:spPr>
            <a:xfrm rot="2713724" flipH="1">
              <a:off x="6241067" y="5503804"/>
              <a:ext cx="91316" cy="91316"/>
            </a:xfrm>
            <a:prstGeom prst="ellipse">
              <a:avLst/>
            </a:prstGeom>
            <a:noFill/>
            <a:ln w="25400" cap="flat">
              <a:solidFill>
                <a:schemeClr val="accent2">
                  <a:lumMod val="75000"/>
                </a:schemeClr>
              </a:solidFill>
              <a:prstDash val="solid"/>
              <a:miter lim="800000"/>
            </a:ln>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93" name="Circle">
              <a:extLst>
                <a:ext uri="{FF2B5EF4-FFF2-40B4-BE49-F238E27FC236}">
                  <a16:creationId xmlns:a16="http://schemas.microsoft.com/office/drawing/2014/main" id="{F4C1EEB9-1CE9-7338-3DDB-81870D78D0ED}"/>
                </a:ext>
              </a:extLst>
            </p:cNvPr>
            <p:cNvSpPr/>
            <p:nvPr/>
          </p:nvSpPr>
          <p:spPr>
            <a:xfrm rot="2713724" flipH="1">
              <a:off x="5889752" y="5670180"/>
              <a:ext cx="287657" cy="287657"/>
            </a:xfrm>
            <a:prstGeom prst="ellipse">
              <a:avLst/>
            </a:prstGeom>
            <a:solidFill>
              <a:srgbClr val="FFFFFF"/>
            </a:solidFill>
            <a:ln w="12700" cap="flat">
              <a:noFill/>
              <a:miter lim="400000"/>
            </a:ln>
            <a:effectLst>
              <a:outerShdw blurRad="241300" dist="63500" dir="8100000" rotWithShape="0">
                <a:srgbClr val="000000">
                  <a:alpha val="40000"/>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94" name="Circle">
              <a:extLst>
                <a:ext uri="{FF2B5EF4-FFF2-40B4-BE49-F238E27FC236}">
                  <a16:creationId xmlns:a16="http://schemas.microsoft.com/office/drawing/2014/main" id="{F44C3459-3A22-185F-BC91-8BCF6588D84F}"/>
                </a:ext>
              </a:extLst>
            </p:cNvPr>
            <p:cNvSpPr/>
            <p:nvPr/>
          </p:nvSpPr>
          <p:spPr>
            <a:xfrm rot="2713724" flipH="1">
              <a:off x="5926949" y="5707376"/>
              <a:ext cx="213263" cy="213264"/>
            </a:xfrm>
            <a:prstGeom prst="ellipse">
              <a:avLst/>
            </a:prstGeom>
            <a:solidFill>
              <a:schemeClr val="accent2">
                <a:lumMod val="75000"/>
              </a:schemeClr>
            </a:solidFill>
            <a:ln w="12700" cap="flat">
              <a:noFill/>
              <a:miter lim="400000"/>
            </a:ln>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grpSp>
      <p:grpSp>
        <p:nvGrpSpPr>
          <p:cNvPr id="95" name="Group 94">
            <a:extLst>
              <a:ext uri="{FF2B5EF4-FFF2-40B4-BE49-F238E27FC236}">
                <a16:creationId xmlns:a16="http://schemas.microsoft.com/office/drawing/2014/main" id="{2C545DD8-7266-0D5D-5B1B-31BE67CCCF1D}"/>
              </a:ext>
            </a:extLst>
          </p:cNvPr>
          <p:cNvGrpSpPr/>
          <p:nvPr/>
        </p:nvGrpSpPr>
        <p:grpSpPr>
          <a:xfrm>
            <a:off x="7364827" y="6376427"/>
            <a:ext cx="555514" cy="479324"/>
            <a:chOff x="6346981" y="6354938"/>
            <a:chExt cx="555514" cy="479324"/>
          </a:xfrm>
        </p:grpSpPr>
        <p:grpSp>
          <p:nvGrpSpPr>
            <p:cNvPr id="96" name="Group 95">
              <a:extLst>
                <a:ext uri="{FF2B5EF4-FFF2-40B4-BE49-F238E27FC236}">
                  <a16:creationId xmlns:a16="http://schemas.microsoft.com/office/drawing/2014/main" id="{5FB8FFB9-3022-9730-41F8-72426923FFD7}"/>
                </a:ext>
              </a:extLst>
            </p:cNvPr>
            <p:cNvGrpSpPr/>
            <p:nvPr/>
          </p:nvGrpSpPr>
          <p:grpSpPr>
            <a:xfrm>
              <a:off x="6502012" y="6443582"/>
              <a:ext cx="400483" cy="390680"/>
              <a:chOff x="6502012" y="6443582"/>
              <a:chExt cx="400483" cy="390680"/>
            </a:xfrm>
          </p:grpSpPr>
          <p:sp>
            <p:nvSpPr>
              <p:cNvPr id="99" name="Shape">
                <a:extLst>
                  <a:ext uri="{FF2B5EF4-FFF2-40B4-BE49-F238E27FC236}">
                    <a16:creationId xmlns:a16="http://schemas.microsoft.com/office/drawing/2014/main" id="{17332762-3C11-67FD-E11E-2D4FA397CD06}"/>
                  </a:ext>
                </a:extLst>
              </p:cNvPr>
              <p:cNvSpPr/>
              <p:nvPr/>
            </p:nvSpPr>
            <p:spPr>
              <a:xfrm>
                <a:off x="6502012" y="6552083"/>
                <a:ext cx="156270" cy="282179"/>
              </a:xfrm>
              <a:custGeom>
                <a:avLst/>
                <a:gdLst/>
                <a:ahLst/>
                <a:cxnLst>
                  <a:cxn ang="0">
                    <a:pos x="wd2" y="hd2"/>
                  </a:cxn>
                  <a:cxn ang="5400000">
                    <a:pos x="wd2" y="hd2"/>
                  </a:cxn>
                  <a:cxn ang="10800000">
                    <a:pos x="wd2" y="hd2"/>
                  </a:cxn>
                  <a:cxn ang="16200000">
                    <a:pos x="wd2" y="hd2"/>
                  </a:cxn>
                </a:cxnLst>
                <a:rect l="0" t="0" r="r" b="b"/>
                <a:pathLst>
                  <a:path w="21600" h="21600" extrusionOk="0">
                    <a:moveTo>
                      <a:pt x="16210" y="0"/>
                    </a:moveTo>
                    <a:lnTo>
                      <a:pt x="0" y="3167"/>
                    </a:lnTo>
                    <a:cubicBezTo>
                      <a:pt x="2516" y="9235"/>
                      <a:pt x="4006" y="15408"/>
                      <a:pt x="4402" y="21600"/>
                    </a:cubicBezTo>
                    <a:lnTo>
                      <a:pt x="21600" y="21600"/>
                    </a:lnTo>
                    <a:cubicBezTo>
                      <a:pt x="21177" y="14336"/>
                      <a:pt x="19286" y="7103"/>
                      <a:pt x="16210" y="0"/>
                    </a:cubicBezTo>
                    <a:close/>
                  </a:path>
                </a:pathLst>
              </a:custGeom>
              <a:solidFill>
                <a:schemeClr val="accent3">
                  <a:lumMod val="75000"/>
                </a:schemeClr>
              </a:solidFill>
              <a:ln w="12700">
                <a:miter lim="400000"/>
              </a:ln>
              <a:effectLst/>
            </p:spPr>
            <p:txBody>
              <a:bodyPr lIns="34289" rIns="34289" anchor="ctr"/>
              <a:lstStyle/>
              <a:p>
                <a:endParaRPr sz="1600">
                  <a:latin typeface="Times New Roman" panose="02020603050405020304" pitchFamily="18" charset="0"/>
                  <a:cs typeface="Times New Roman" panose="02020603050405020304" pitchFamily="18" charset="0"/>
                </a:endParaRPr>
              </a:p>
            </p:txBody>
          </p:sp>
          <p:sp>
            <p:nvSpPr>
              <p:cNvPr id="100" name="Line">
                <a:extLst>
                  <a:ext uri="{FF2B5EF4-FFF2-40B4-BE49-F238E27FC236}">
                    <a16:creationId xmlns:a16="http://schemas.microsoft.com/office/drawing/2014/main" id="{064195E9-B89E-94ED-FD37-4D5CA6DA4EA1}"/>
                  </a:ext>
                </a:extLst>
              </p:cNvPr>
              <p:cNvSpPr/>
              <p:nvPr/>
            </p:nvSpPr>
            <p:spPr>
              <a:xfrm>
                <a:off x="6603818" y="6489241"/>
                <a:ext cx="213263" cy="1"/>
              </a:xfrm>
              <a:prstGeom prst="line">
                <a:avLst/>
              </a:prstGeom>
              <a:noFill/>
              <a:ln w="25400" cap="flat">
                <a:solidFill>
                  <a:schemeClr val="accent3">
                    <a:lumMod val="75000"/>
                  </a:schemeClr>
                </a:solidFill>
                <a:prstDash val="solid"/>
                <a:miter lim="800000"/>
              </a:ln>
              <a:effectLst/>
            </p:spPr>
            <p:txBody>
              <a:bodyPr wrap="square" lIns="34289" tIns="34289" rIns="34289" bIns="34289" numCol="1" anchor="t">
                <a:noAutofit/>
              </a:bodyPr>
              <a:lstStyle/>
              <a:p>
                <a:endParaRPr sz="1600">
                  <a:latin typeface="Times New Roman" panose="02020603050405020304" pitchFamily="18" charset="0"/>
                  <a:cs typeface="Times New Roman" panose="02020603050405020304" pitchFamily="18" charset="0"/>
                </a:endParaRPr>
              </a:p>
            </p:txBody>
          </p:sp>
          <p:sp>
            <p:nvSpPr>
              <p:cNvPr id="101" name="Circle">
                <a:extLst>
                  <a:ext uri="{FF2B5EF4-FFF2-40B4-BE49-F238E27FC236}">
                    <a16:creationId xmlns:a16="http://schemas.microsoft.com/office/drawing/2014/main" id="{BE313414-1CE7-9007-2BB4-59F1039C6117}"/>
                  </a:ext>
                </a:extLst>
              </p:cNvPr>
              <p:cNvSpPr/>
              <p:nvPr/>
            </p:nvSpPr>
            <p:spPr>
              <a:xfrm rot="5400000" flipH="1">
                <a:off x="6811178" y="6443582"/>
                <a:ext cx="91318" cy="91317"/>
              </a:xfrm>
              <a:prstGeom prst="ellipse">
                <a:avLst/>
              </a:prstGeom>
              <a:noFill/>
              <a:ln w="25400" cap="flat">
                <a:solidFill>
                  <a:schemeClr val="accent3">
                    <a:lumMod val="75000"/>
                  </a:schemeClr>
                </a:solidFill>
                <a:prstDash val="solid"/>
                <a:miter lim="800000"/>
              </a:ln>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grpSp>
        <p:sp>
          <p:nvSpPr>
            <p:cNvPr id="97" name="Circle">
              <a:extLst>
                <a:ext uri="{FF2B5EF4-FFF2-40B4-BE49-F238E27FC236}">
                  <a16:creationId xmlns:a16="http://schemas.microsoft.com/office/drawing/2014/main" id="{24786AA8-9549-61AB-77E1-5D721330F85C}"/>
                </a:ext>
              </a:extLst>
            </p:cNvPr>
            <p:cNvSpPr/>
            <p:nvPr/>
          </p:nvSpPr>
          <p:spPr>
            <a:xfrm rot="5400000" flipH="1">
              <a:off x="6346981" y="6354938"/>
              <a:ext cx="287657" cy="287657"/>
            </a:xfrm>
            <a:prstGeom prst="ellipse">
              <a:avLst/>
            </a:prstGeom>
            <a:solidFill>
              <a:srgbClr val="FFFFFF"/>
            </a:solidFill>
            <a:ln w="12700" cap="flat">
              <a:noFill/>
              <a:miter lim="400000"/>
            </a:ln>
            <a:effectLst>
              <a:outerShdw blurRad="241300" dist="63500" dir="8100000" rotWithShape="0">
                <a:srgbClr val="000000">
                  <a:alpha val="40000"/>
                </a:srgbClr>
              </a:outerShdw>
            </a:effectLst>
          </p:spPr>
          <p:txBody>
            <a:bodyPr wrap="square" lIns="34289" tIns="34289" rIns="34289" bIns="34289" numCol="1" anchor="ctr">
              <a:noAutofit/>
            </a:bodyPr>
            <a:lstStyle/>
            <a:p>
              <a:endParaRPr sz="1600">
                <a:latin typeface="Times New Roman" panose="02020603050405020304" pitchFamily="18" charset="0"/>
                <a:cs typeface="Times New Roman" panose="02020603050405020304" pitchFamily="18" charset="0"/>
              </a:endParaRPr>
            </a:p>
          </p:txBody>
        </p:sp>
        <p:sp>
          <p:nvSpPr>
            <p:cNvPr id="98" name="Circle">
              <a:extLst>
                <a:ext uri="{FF2B5EF4-FFF2-40B4-BE49-F238E27FC236}">
                  <a16:creationId xmlns:a16="http://schemas.microsoft.com/office/drawing/2014/main" id="{8C6BCA8C-7E4F-80FA-1167-03FAA7342D90}"/>
                </a:ext>
              </a:extLst>
            </p:cNvPr>
            <p:cNvSpPr/>
            <p:nvPr/>
          </p:nvSpPr>
          <p:spPr>
            <a:xfrm rot="5400000" flipH="1">
              <a:off x="6384177" y="6392135"/>
              <a:ext cx="213264" cy="213263"/>
            </a:xfrm>
            <a:prstGeom prst="ellipse">
              <a:avLst/>
            </a:prstGeom>
            <a:solidFill>
              <a:schemeClr val="accent3">
                <a:lumMod val="75000"/>
              </a:schemeClr>
            </a:solidFill>
            <a:ln w="12700" cap="flat">
              <a:noFill/>
              <a:miter lim="400000"/>
            </a:ln>
            <a:effectLst/>
          </p:spPr>
          <p:txBody>
            <a:bodyPr wrap="square" lIns="34289" tIns="34289" rIns="34289" bIns="34289" numCol="1" anchor="ctr">
              <a:noAutofit/>
            </a:bodyPr>
            <a:lstStyle/>
            <a:p>
              <a:pPr algn="ctr" defTabSz="214532">
                <a:defRPr sz="700">
                  <a:solidFill>
                    <a:srgbClr val="FFFFFF"/>
                  </a:solidFill>
                </a:defRPr>
              </a:pPr>
              <a:endParaRPr sz="600">
                <a:latin typeface="Times New Roman" panose="02020603050405020304" pitchFamily="18" charset="0"/>
                <a:cs typeface="Times New Roman" panose="02020603050405020304" pitchFamily="18" charset="0"/>
              </a:endParaRPr>
            </a:p>
          </p:txBody>
        </p:sp>
      </p:grpSp>
      <p:pic>
        <p:nvPicPr>
          <p:cNvPr id="1026" name="Picture 2" descr="Factory machine - Free industry icons">
            <a:extLst>
              <a:ext uri="{FF2B5EF4-FFF2-40B4-BE49-F238E27FC236}">
                <a16:creationId xmlns:a16="http://schemas.microsoft.com/office/drawing/2014/main" id="{0DA698C8-32F1-2541-F40E-623008C3E0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2247" y="5406596"/>
            <a:ext cx="450996" cy="450996"/>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05AA241B-3C04-A1A4-2E7F-1EB56E2CAE74}"/>
              </a:ext>
            </a:extLst>
          </p:cNvPr>
          <p:cNvGrpSpPr/>
          <p:nvPr/>
        </p:nvGrpSpPr>
        <p:grpSpPr>
          <a:xfrm>
            <a:off x="841050" y="830849"/>
            <a:ext cx="1800000" cy="401534"/>
            <a:chOff x="1344580" y="830997"/>
            <a:chExt cx="1800000" cy="401534"/>
          </a:xfrm>
        </p:grpSpPr>
        <p:sp>
          <p:nvSpPr>
            <p:cNvPr id="24" name="Chevron 224">
              <a:extLst>
                <a:ext uri="{FF2B5EF4-FFF2-40B4-BE49-F238E27FC236}">
                  <a16:creationId xmlns:a16="http://schemas.microsoft.com/office/drawing/2014/main" id="{95F0E8C1-8819-33C5-2793-A12DE56AB6AD}"/>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5" name="Rectangle 24">
              <a:extLst>
                <a:ext uri="{FF2B5EF4-FFF2-40B4-BE49-F238E27FC236}">
                  <a16:creationId xmlns:a16="http://schemas.microsoft.com/office/drawing/2014/main" id="{35C425A2-3E3A-0E38-E89E-CBEE834FD2B8}"/>
                </a:ext>
              </a:extLst>
            </p:cNvPr>
            <p:cNvSpPr/>
            <p:nvPr/>
          </p:nvSpPr>
          <p:spPr>
            <a:xfrm>
              <a:off x="1358518" y="830997"/>
              <a:ext cx="1688284"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Besoins fonctionnels</a:t>
              </a:r>
              <a:endParaRPr lang="fr-FR" sz="1400" dirty="0">
                <a:solidFill>
                  <a:schemeClr val="bg1">
                    <a:lumMod val="65000"/>
                  </a:schemeClr>
                </a:solidFill>
                <a:latin typeface="Times New Roman" panose="02020603050405020304" pitchFamily="18" charset="0"/>
                <a:cs typeface="Times New Roman" panose="02020603050405020304" pitchFamily="18" charset="0"/>
              </a:endParaRPr>
            </a:p>
          </p:txBody>
        </p:sp>
      </p:grpSp>
      <p:grpSp>
        <p:nvGrpSpPr>
          <p:cNvPr id="26" name="Group 25">
            <a:extLst>
              <a:ext uri="{FF2B5EF4-FFF2-40B4-BE49-F238E27FC236}">
                <a16:creationId xmlns:a16="http://schemas.microsoft.com/office/drawing/2014/main" id="{3E41092B-C3BB-32A0-67A3-95E958E75D5E}"/>
              </a:ext>
            </a:extLst>
          </p:cNvPr>
          <p:cNvGrpSpPr/>
          <p:nvPr/>
        </p:nvGrpSpPr>
        <p:grpSpPr>
          <a:xfrm>
            <a:off x="9714647" y="831949"/>
            <a:ext cx="1800000" cy="401534"/>
            <a:chOff x="1344580" y="830997"/>
            <a:chExt cx="1800000" cy="401534"/>
          </a:xfrm>
        </p:grpSpPr>
        <p:sp>
          <p:nvSpPr>
            <p:cNvPr id="27" name="Chevron 224">
              <a:extLst>
                <a:ext uri="{FF2B5EF4-FFF2-40B4-BE49-F238E27FC236}">
                  <a16:creationId xmlns:a16="http://schemas.microsoft.com/office/drawing/2014/main" id="{333EC6DE-C257-0844-1E02-54CC6B562B23}"/>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53" name="Rectangle 52">
              <a:extLst>
                <a:ext uri="{FF2B5EF4-FFF2-40B4-BE49-F238E27FC236}">
                  <a16:creationId xmlns:a16="http://schemas.microsoft.com/office/drawing/2014/main" id="{011058CD-D2FE-A706-28B6-B740E50E3D1D}"/>
                </a:ext>
              </a:extLst>
            </p:cNvPr>
            <p:cNvSpPr/>
            <p:nvPr/>
          </p:nvSpPr>
          <p:spPr>
            <a:xfrm>
              <a:off x="1518825" y="830997"/>
              <a:ext cx="1367682"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Cas d’utilisation</a:t>
              </a:r>
            </a:p>
          </p:txBody>
        </p:sp>
      </p:grpSp>
      <p:grpSp>
        <p:nvGrpSpPr>
          <p:cNvPr id="102" name="Group 101">
            <a:extLst>
              <a:ext uri="{FF2B5EF4-FFF2-40B4-BE49-F238E27FC236}">
                <a16:creationId xmlns:a16="http://schemas.microsoft.com/office/drawing/2014/main" id="{9592363B-EF43-37B2-CB5A-C697F393D41F}"/>
              </a:ext>
            </a:extLst>
          </p:cNvPr>
          <p:cNvGrpSpPr/>
          <p:nvPr/>
        </p:nvGrpSpPr>
        <p:grpSpPr>
          <a:xfrm>
            <a:off x="5227038" y="777103"/>
            <a:ext cx="1997262" cy="446604"/>
            <a:chOff x="1206647" y="785927"/>
            <a:chExt cx="1997262" cy="446604"/>
          </a:xfrm>
        </p:grpSpPr>
        <p:sp>
          <p:nvSpPr>
            <p:cNvPr id="103" name="Chevron 224">
              <a:extLst>
                <a:ext uri="{FF2B5EF4-FFF2-40B4-BE49-F238E27FC236}">
                  <a16:creationId xmlns:a16="http://schemas.microsoft.com/office/drawing/2014/main" id="{2EA81268-F009-C435-BDE4-6C73D8A9AAFC}"/>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04" name="Rectangle 103">
              <a:extLst>
                <a:ext uri="{FF2B5EF4-FFF2-40B4-BE49-F238E27FC236}">
                  <a16:creationId xmlns:a16="http://schemas.microsoft.com/office/drawing/2014/main" id="{1F23D4EF-EC87-A3BC-D662-B57CD4C93C06}"/>
                </a:ext>
              </a:extLst>
            </p:cNvPr>
            <p:cNvSpPr/>
            <p:nvPr/>
          </p:nvSpPr>
          <p:spPr>
            <a:xfrm>
              <a:off x="1206647" y="785927"/>
              <a:ext cx="1997262" cy="307777"/>
            </a:xfrm>
            <a:prstGeom prst="rect">
              <a:avLst/>
            </a:prstGeom>
          </p:spPr>
          <p:txBody>
            <a:bodyPr wrap="squar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Besoins non fonctionnels</a:t>
              </a:r>
            </a:p>
          </p:txBody>
        </p:sp>
      </p:grpSp>
      <p:sp>
        <p:nvSpPr>
          <p:cNvPr id="105" name="Isosceles Triangle 225">
            <a:extLst>
              <a:ext uri="{FF2B5EF4-FFF2-40B4-BE49-F238E27FC236}">
                <a16:creationId xmlns:a16="http://schemas.microsoft.com/office/drawing/2014/main" id="{1BFB116B-A43A-44B2-515C-D3ED26021B25}"/>
              </a:ext>
            </a:extLst>
          </p:cNvPr>
          <p:cNvSpPr/>
          <p:nvPr/>
        </p:nvSpPr>
        <p:spPr>
          <a:xfrm rot="10800000">
            <a:off x="1526417"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E6F3AE34-5B0E-5F49-9F58-C5E3CCB8CF61}"/>
              </a:ext>
            </a:extLst>
          </p:cNvPr>
          <p:cNvSpPr txBox="1"/>
          <p:nvPr/>
        </p:nvSpPr>
        <p:spPr>
          <a:xfrm>
            <a:off x="2477352" y="0"/>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Fonctionnalités de l’application</a:t>
            </a:r>
          </a:p>
        </p:txBody>
      </p:sp>
    </p:spTree>
    <p:extLst>
      <p:ext uri="{BB962C8B-B14F-4D97-AF65-F5344CB8AC3E}">
        <p14:creationId xmlns:p14="http://schemas.microsoft.com/office/powerpoint/2010/main" val="2434813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par>
                                <p:cTn id="12" presetID="22" presetClass="entr" presetSubtype="4" fill="hold" nodeType="with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wipe(down)">
                                      <p:cBhvr>
                                        <p:cTn id="14" dur="500"/>
                                        <p:tgtEl>
                                          <p:spTgt spid="1026"/>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80"/>
                                        </p:tgtEl>
                                        <p:attrNameLst>
                                          <p:attrName>style.visibility</p:attrName>
                                        </p:attrNameLst>
                                      </p:cBhvr>
                                      <p:to>
                                        <p:strVal val="visible"/>
                                      </p:to>
                                    </p:set>
                                    <p:animEffect transition="in" filter="wipe(right)">
                                      <p:cBhvr>
                                        <p:cTn id="18" dur="500"/>
                                        <p:tgtEl>
                                          <p:spTgt spid="80"/>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500"/>
                                        <p:tgtEl>
                                          <p:spTgt spid="40"/>
                                        </p:tgtEl>
                                      </p:cBhvr>
                                    </p:animEffect>
                                  </p:childTnLst>
                                </p:cTn>
                              </p:par>
                            </p:childTnLst>
                          </p:cTn>
                        </p:par>
                        <p:par>
                          <p:cTn id="23" fill="hold">
                            <p:stCondLst>
                              <p:cond delay="2000"/>
                            </p:stCondLst>
                            <p:childTnLst>
                              <p:par>
                                <p:cTn id="24" presetID="22" presetClass="entr" presetSubtype="4" fill="hold" nodeType="after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wipe(down)">
                                      <p:cBhvr>
                                        <p:cTn id="26" dur="500"/>
                                        <p:tgtEl>
                                          <p:spTgt spid="54"/>
                                        </p:tgtEl>
                                      </p:cBhvr>
                                    </p:animEffect>
                                  </p:childTnLst>
                                </p:cTn>
                              </p:par>
                            </p:childTnLst>
                          </p:cTn>
                        </p:par>
                        <p:par>
                          <p:cTn id="27" fill="hold">
                            <p:stCondLst>
                              <p:cond delay="2500"/>
                            </p:stCondLst>
                            <p:childTnLst>
                              <p:par>
                                <p:cTn id="28" presetID="22" presetClass="entr" presetSubtype="2"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wipe(right)">
                                      <p:cBhvr>
                                        <p:cTn id="30" dur="500"/>
                                        <p:tgtEl>
                                          <p:spTgt spid="47"/>
                                        </p:tgtEl>
                                      </p:cBhvr>
                                    </p:animEffect>
                                  </p:childTnLst>
                                </p:cTn>
                              </p:par>
                            </p:childTnLst>
                          </p:cTn>
                        </p:par>
                        <p:par>
                          <p:cTn id="31" fill="hold">
                            <p:stCondLst>
                              <p:cond delay="3000"/>
                            </p:stCondLst>
                            <p:childTnLst>
                              <p:par>
                                <p:cTn id="32" presetID="22" presetClass="entr" presetSubtype="4" fill="hold" nodeType="after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wipe(down)">
                                      <p:cBhvr>
                                        <p:cTn id="34" dur="500"/>
                                        <p:tgtEl>
                                          <p:spTgt spid="83"/>
                                        </p:tgtEl>
                                      </p:cBhvr>
                                    </p:animEffect>
                                  </p:childTnLst>
                                </p:cTn>
                              </p:par>
                            </p:childTnLst>
                          </p:cTn>
                        </p:par>
                        <p:par>
                          <p:cTn id="35" fill="hold">
                            <p:stCondLst>
                              <p:cond delay="3500"/>
                            </p:stCondLst>
                            <p:childTnLst>
                              <p:par>
                                <p:cTn id="36" presetID="22" presetClass="entr" presetSubtype="4" fill="hold" nodeType="after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wipe(down)">
                                      <p:cBhvr>
                                        <p:cTn id="38" dur="500"/>
                                        <p:tgtEl>
                                          <p:spTgt spid="60"/>
                                        </p:tgtEl>
                                      </p:cBhvr>
                                    </p:animEffect>
                                  </p:childTnLst>
                                </p:cTn>
                              </p:par>
                            </p:childTnLst>
                          </p:cTn>
                        </p:par>
                        <p:par>
                          <p:cTn id="39" fill="hold">
                            <p:stCondLst>
                              <p:cond delay="4000"/>
                            </p:stCondLst>
                            <p:childTnLst>
                              <p:par>
                                <p:cTn id="40" presetID="22" presetClass="entr" presetSubtype="4" fill="hold" grpId="0" nodeType="afterEffect">
                                  <p:stCondLst>
                                    <p:cond delay="0"/>
                                  </p:stCondLst>
                                  <p:childTnLst>
                                    <p:set>
                                      <p:cBhvr>
                                        <p:cTn id="41" dur="1" fill="hold">
                                          <p:stCondLst>
                                            <p:cond delay="0"/>
                                          </p:stCondLst>
                                        </p:cTn>
                                        <p:tgtEl>
                                          <p:spTgt spid="79"/>
                                        </p:tgtEl>
                                        <p:attrNameLst>
                                          <p:attrName>style.visibility</p:attrName>
                                        </p:attrNameLst>
                                      </p:cBhvr>
                                      <p:to>
                                        <p:strVal val="visible"/>
                                      </p:to>
                                    </p:set>
                                    <p:animEffect transition="in" filter="wipe(down)">
                                      <p:cBhvr>
                                        <p:cTn id="42" dur="500"/>
                                        <p:tgtEl>
                                          <p:spTgt spid="79"/>
                                        </p:tgtEl>
                                      </p:cBhvr>
                                    </p:animEffect>
                                  </p:childTnLst>
                                </p:cTn>
                              </p:par>
                            </p:childTnLst>
                          </p:cTn>
                        </p:par>
                        <p:par>
                          <p:cTn id="43" fill="hold">
                            <p:stCondLst>
                              <p:cond delay="4500"/>
                            </p:stCondLst>
                            <p:childTnLst>
                              <p:par>
                                <p:cTn id="44" presetID="22" presetClass="entr" presetSubtype="4" fill="hold" nodeType="afterEffect">
                                  <p:stCondLst>
                                    <p:cond delay="0"/>
                                  </p:stCondLst>
                                  <p:childTnLst>
                                    <p:set>
                                      <p:cBhvr>
                                        <p:cTn id="45" dur="1" fill="hold">
                                          <p:stCondLst>
                                            <p:cond delay="0"/>
                                          </p:stCondLst>
                                        </p:cTn>
                                        <p:tgtEl>
                                          <p:spTgt spid="89"/>
                                        </p:tgtEl>
                                        <p:attrNameLst>
                                          <p:attrName>style.visibility</p:attrName>
                                        </p:attrNameLst>
                                      </p:cBhvr>
                                      <p:to>
                                        <p:strVal val="visible"/>
                                      </p:to>
                                    </p:set>
                                    <p:animEffect transition="in" filter="wipe(down)">
                                      <p:cBhvr>
                                        <p:cTn id="46" dur="500"/>
                                        <p:tgtEl>
                                          <p:spTgt spid="89"/>
                                        </p:tgtEl>
                                      </p:cBhvr>
                                    </p:animEffect>
                                  </p:childTnLst>
                                </p:cTn>
                              </p:par>
                            </p:childTnLst>
                          </p:cTn>
                        </p:par>
                        <p:par>
                          <p:cTn id="47" fill="hold">
                            <p:stCondLst>
                              <p:cond delay="5000"/>
                            </p:stCondLst>
                            <p:childTnLst>
                              <p:par>
                                <p:cTn id="48" presetID="22" presetClass="entr" presetSubtype="4" fill="hold" nodeType="after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wipe(down)">
                                      <p:cBhvr>
                                        <p:cTn id="50" dur="500"/>
                                        <p:tgtEl>
                                          <p:spTgt spid="72"/>
                                        </p:tgtEl>
                                      </p:cBhvr>
                                    </p:animEffect>
                                  </p:childTnLst>
                                </p:cTn>
                              </p:par>
                            </p:childTnLst>
                          </p:cTn>
                        </p:par>
                        <p:par>
                          <p:cTn id="51" fill="hold">
                            <p:stCondLst>
                              <p:cond delay="5500"/>
                            </p:stCondLst>
                            <p:childTnLst>
                              <p:par>
                                <p:cTn id="52" presetID="22" presetClass="entr" presetSubtype="4" fill="hold" grpId="0" nodeType="after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wipe(down)">
                                      <p:cBhvr>
                                        <p:cTn id="54" dur="500"/>
                                        <p:tgtEl>
                                          <p:spTgt spid="82"/>
                                        </p:tgtEl>
                                      </p:cBhvr>
                                    </p:animEffect>
                                  </p:childTnLst>
                                </p:cTn>
                              </p:par>
                            </p:childTnLst>
                          </p:cTn>
                        </p:par>
                        <p:par>
                          <p:cTn id="55" fill="hold">
                            <p:stCondLst>
                              <p:cond delay="6000"/>
                            </p:stCondLst>
                            <p:childTnLst>
                              <p:par>
                                <p:cTn id="56" presetID="22" presetClass="entr" presetSubtype="8" fill="hold" nodeType="afterEffect">
                                  <p:stCondLst>
                                    <p:cond delay="0"/>
                                  </p:stCondLst>
                                  <p:childTnLst>
                                    <p:set>
                                      <p:cBhvr>
                                        <p:cTn id="57" dur="1" fill="hold">
                                          <p:stCondLst>
                                            <p:cond delay="0"/>
                                          </p:stCondLst>
                                        </p:cTn>
                                        <p:tgtEl>
                                          <p:spTgt spid="95"/>
                                        </p:tgtEl>
                                        <p:attrNameLst>
                                          <p:attrName>style.visibility</p:attrName>
                                        </p:attrNameLst>
                                      </p:cBhvr>
                                      <p:to>
                                        <p:strVal val="visible"/>
                                      </p:to>
                                    </p:set>
                                    <p:animEffect transition="in" filter="wipe(left)">
                                      <p:cBhvr>
                                        <p:cTn id="58" dur="500"/>
                                        <p:tgtEl>
                                          <p:spTgt spid="95"/>
                                        </p:tgtEl>
                                      </p:cBhvr>
                                    </p:animEffect>
                                  </p:childTnLst>
                                </p:cTn>
                              </p:par>
                            </p:childTnLst>
                          </p:cTn>
                        </p:par>
                        <p:par>
                          <p:cTn id="59" fill="hold">
                            <p:stCondLst>
                              <p:cond delay="6500"/>
                            </p:stCondLst>
                            <p:childTnLst>
                              <p:par>
                                <p:cTn id="60" presetID="22" presetClass="entr" presetSubtype="8" fill="hold" nodeType="after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wipe(left)">
                                      <p:cBhvr>
                                        <p:cTn id="62" dur="500"/>
                                        <p:tgtEl>
                                          <p:spTgt spid="66"/>
                                        </p:tgtEl>
                                      </p:cBhvr>
                                    </p:animEffect>
                                  </p:childTnLst>
                                </p:cTn>
                              </p:par>
                            </p:childTnLst>
                          </p:cTn>
                        </p:par>
                        <p:par>
                          <p:cTn id="63" fill="hold">
                            <p:stCondLst>
                              <p:cond delay="7000"/>
                            </p:stCondLst>
                            <p:childTnLst>
                              <p:par>
                                <p:cTn id="64" presetID="22" presetClass="entr" presetSubtype="8" fill="hold" grpId="0" nodeType="after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wipe(left)">
                                      <p:cBhvr>
                                        <p:cTn id="6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79" grpId="0"/>
      <p:bldP spid="80" grpId="0"/>
      <p:bldP spid="81" grpId="0"/>
      <p:bldP spid="8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9F44CB6-6B85-D0FC-309B-7881899A62C3}"/>
              </a:ext>
            </a:extLst>
          </p:cNvPr>
          <p:cNvGrpSpPr/>
          <p:nvPr/>
        </p:nvGrpSpPr>
        <p:grpSpPr>
          <a:xfrm>
            <a:off x="11724572" y="6292069"/>
            <a:ext cx="539659" cy="576000"/>
            <a:chOff x="11602707" y="6123456"/>
            <a:chExt cx="680441" cy="734544"/>
          </a:xfrm>
          <a:solidFill>
            <a:srgbClr val="003076"/>
          </a:solidFill>
        </p:grpSpPr>
        <p:sp>
          <p:nvSpPr>
            <p:cNvPr id="6" name="Freeform: Shape 5">
              <a:extLst>
                <a:ext uri="{FF2B5EF4-FFF2-40B4-BE49-F238E27FC236}">
                  <a16:creationId xmlns:a16="http://schemas.microsoft.com/office/drawing/2014/main" id="{99FACA30-31D9-3D0D-A714-1DD74F61639D}"/>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7" name="Group 6">
              <a:extLst>
                <a:ext uri="{FF2B5EF4-FFF2-40B4-BE49-F238E27FC236}">
                  <a16:creationId xmlns:a16="http://schemas.microsoft.com/office/drawing/2014/main" id="{2D66F6A3-2E18-5217-5C08-3AA790F2674E}"/>
                </a:ext>
              </a:extLst>
            </p:cNvPr>
            <p:cNvGrpSpPr/>
            <p:nvPr/>
          </p:nvGrpSpPr>
          <p:grpSpPr>
            <a:xfrm>
              <a:off x="11738453" y="6279077"/>
              <a:ext cx="544695" cy="578923"/>
              <a:chOff x="11738453" y="6279077"/>
              <a:chExt cx="544695" cy="578923"/>
            </a:xfrm>
            <a:grpFill/>
          </p:grpSpPr>
          <p:sp>
            <p:nvSpPr>
              <p:cNvPr id="8" name="Freeform: Shape 7">
                <a:extLst>
                  <a:ext uri="{FF2B5EF4-FFF2-40B4-BE49-F238E27FC236}">
                    <a16:creationId xmlns:a16="http://schemas.microsoft.com/office/drawing/2014/main" id="{972F802A-D72A-2562-4389-0B50A8B00E66}"/>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9" name="Slide Number Placeholder 1">
                <a:extLst>
                  <a:ext uri="{FF2B5EF4-FFF2-40B4-BE49-F238E27FC236}">
                    <a16:creationId xmlns:a16="http://schemas.microsoft.com/office/drawing/2014/main" id="{ED552089-F0DE-A921-F3BD-FEB4817A001D}"/>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17</a:t>
                </a:r>
              </a:p>
            </p:txBody>
          </p:sp>
        </p:grpSp>
      </p:grpSp>
      <p:sp>
        <p:nvSpPr>
          <p:cNvPr id="1024" name="Shape 243">
            <a:extLst>
              <a:ext uri="{FF2B5EF4-FFF2-40B4-BE49-F238E27FC236}">
                <a16:creationId xmlns:a16="http://schemas.microsoft.com/office/drawing/2014/main" id="{AA11F14C-87EA-ADAA-3495-29DCA181A093}"/>
              </a:ext>
            </a:extLst>
          </p:cNvPr>
          <p:cNvSpPr>
            <a:spLocks noChangeAspect="1"/>
          </p:cNvSpPr>
          <p:nvPr/>
        </p:nvSpPr>
        <p:spPr>
          <a:xfrm>
            <a:off x="2072603" y="2713953"/>
            <a:ext cx="1580647" cy="1580647"/>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1025" name="Shape 214">
            <a:extLst>
              <a:ext uri="{FF2B5EF4-FFF2-40B4-BE49-F238E27FC236}">
                <a16:creationId xmlns:a16="http://schemas.microsoft.com/office/drawing/2014/main" id="{05D72E76-2A13-B32D-7B38-8038178214EF}"/>
              </a:ext>
            </a:extLst>
          </p:cNvPr>
          <p:cNvSpPr txBox="1">
            <a:spLocks/>
          </p:cNvSpPr>
          <p:nvPr/>
        </p:nvSpPr>
        <p:spPr>
          <a:xfrm>
            <a:off x="1709308" y="4502752"/>
            <a:ext cx="2264621" cy="542532"/>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rPr>
              <a:t>Confidentialité</a:t>
            </a:r>
            <a:endParaRPr lang="en" sz="2133" dirty="0">
              <a:solidFill>
                <a:srgbClr val="003076"/>
              </a:solidFill>
            </a:endParaRPr>
          </a:p>
        </p:txBody>
      </p:sp>
      <p:pic>
        <p:nvPicPr>
          <p:cNvPr id="1027" name="Image 2">
            <a:extLst>
              <a:ext uri="{FF2B5EF4-FFF2-40B4-BE49-F238E27FC236}">
                <a16:creationId xmlns:a16="http://schemas.microsoft.com/office/drawing/2014/main" id="{6F81EA61-FC97-6909-90D3-1F7F6C9E5B70}"/>
              </a:ext>
            </a:extLst>
          </p:cNvPr>
          <p:cNvPicPr>
            <a:picLocks noChangeAspect="1"/>
          </p:cNvPicPr>
          <p:nvPr/>
        </p:nvPicPr>
        <p:blipFill>
          <a:blip r:embed="rId3"/>
          <a:stretch>
            <a:fillRect/>
          </a:stretch>
        </p:blipFill>
        <p:spPr>
          <a:xfrm>
            <a:off x="2247625" y="2795493"/>
            <a:ext cx="1329701" cy="1329701"/>
          </a:xfrm>
          <a:prstGeom prst="rect">
            <a:avLst/>
          </a:prstGeom>
        </p:spPr>
      </p:pic>
      <p:sp>
        <p:nvSpPr>
          <p:cNvPr id="1028" name="Shape 243">
            <a:extLst>
              <a:ext uri="{FF2B5EF4-FFF2-40B4-BE49-F238E27FC236}">
                <a16:creationId xmlns:a16="http://schemas.microsoft.com/office/drawing/2014/main" id="{37F191EE-E4CF-B697-1DED-39B36280EBFB}"/>
              </a:ext>
            </a:extLst>
          </p:cNvPr>
          <p:cNvSpPr>
            <a:spLocks noChangeAspect="1"/>
          </p:cNvSpPr>
          <p:nvPr/>
        </p:nvSpPr>
        <p:spPr>
          <a:xfrm>
            <a:off x="4195966" y="2714549"/>
            <a:ext cx="1554649" cy="1554649"/>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1029" name="Shape 214">
            <a:extLst>
              <a:ext uri="{FF2B5EF4-FFF2-40B4-BE49-F238E27FC236}">
                <a16:creationId xmlns:a16="http://schemas.microsoft.com/office/drawing/2014/main" id="{7358FCF5-B158-9F5D-D376-1F1C7ABFFC99}"/>
              </a:ext>
            </a:extLst>
          </p:cNvPr>
          <p:cNvSpPr txBox="1">
            <a:spLocks/>
          </p:cNvSpPr>
          <p:nvPr/>
        </p:nvSpPr>
        <p:spPr>
          <a:xfrm>
            <a:off x="3973929" y="4502752"/>
            <a:ext cx="1998716" cy="542532"/>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rPr>
              <a:t>Extensibilité</a:t>
            </a:r>
            <a:endParaRPr lang="en" sz="2133" dirty="0">
              <a:solidFill>
                <a:srgbClr val="003076"/>
              </a:solidFill>
            </a:endParaRPr>
          </a:p>
        </p:txBody>
      </p:sp>
      <p:sp>
        <p:nvSpPr>
          <p:cNvPr id="1030" name="Shape 243">
            <a:extLst>
              <a:ext uri="{FF2B5EF4-FFF2-40B4-BE49-F238E27FC236}">
                <a16:creationId xmlns:a16="http://schemas.microsoft.com/office/drawing/2014/main" id="{526C64EC-2F6E-E647-5144-52B4818D5222}"/>
              </a:ext>
            </a:extLst>
          </p:cNvPr>
          <p:cNvSpPr>
            <a:spLocks noChangeAspect="1"/>
          </p:cNvSpPr>
          <p:nvPr/>
        </p:nvSpPr>
        <p:spPr>
          <a:xfrm>
            <a:off x="6148498" y="2704514"/>
            <a:ext cx="1580647" cy="1580647"/>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1031" name="Shape 214">
            <a:extLst>
              <a:ext uri="{FF2B5EF4-FFF2-40B4-BE49-F238E27FC236}">
                <a16:creationId xmlns:a16="http://schemas.microsoft.com/office/drawing/2014/main" id="{9E0EFC25-1B60-E817-7BE6-099D1C579157}"/>
              </a:ext>
            </a:extLst>
          </p:cNvPr>
          <p:cNvSpPr txBox="1">
            <a:spLocks/>
          </p:cNvSpPr>
          <p:nvPr/>
        </p:nvSpPr>
        <p:spPr>
          <a:xfrm>
            <a:off x="6044329" y="4502752"/>
            <a:ext cx="1998716" cy="542532"/>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endParaRPr lang="fr-FR" sz="2133" b="1" dirty="0">
              <a:solidFill>
                <a:srgbClr val="003076"/>
              </a:solidFill>
            </a:endParaRPr>
          </a:p>
          <a:p>
            <a:pPr algn="ctr">
              <a:spcBef>
                <a:spcPts val="0"/>
              </a:spcBef>
              <a:spcAft>
                <a:spcPts val="0"/>
              </a:spcAft>
              <a:buNone/>
            </a:pPr>
            <a:r>
              <a:rPr lang="fr-FR" sz="2133" b="1" dirty="0">
                <a:solidFill>
                  <a:srgbClr val="003076"/>
                </a:solidFill>
              </a:rPr>
              <a:t>Performance</a:t>
            </a:r>
          </a:p>
          <a:p>
            <a:pPr algn="ctr">
              <a:spcBef>
                <a:spcPts val="0"/>
              </a:spcBef>
              <a:spcAft>
                <a:spcPts val="0"/>
              </a:spcAft>
              <a:buNone/>
            </a:pPr>
            <a:endParaRPr lang="en" sz="2133" dirty="0">
              <a:solidFill>
                <a:srgbClr val="003076"/>
              </a:solidFill>
            </a:endParaRPr>
          </a:p>
        </p:txBody>
      </p:sp>
      <p:sp>
        <p:nvSpPr>
          <p:cNvPr id="1032" name="Shape 243">
            <a:extLst>
              <a:ext uri="{FF2B5EF4-FFF2-40B4-BE49-F238E27FC236}">
                <a16:creationId xmlns:a16="http://schemas.microsoft.com/office/drawing/2014/main" id="{43E25373-5D10-9A39-49AC-B352BF1573EF}"/>
              </a:ext>
            </a:extLst>
          </p:cNvPr>
          <p:cNvSpPr>
            <a:spLocks noChangeAspect="1"/>
          </p:cNvSpPr>
          <p:nvPr/>
        </p:nvSpPr>
        <p:spPr>
          <a:xfrm>
            <a:off x="8250825" y="2688551"/>
            <a:ext cx="1580647" cy="1580647"/>
          </a:xfrm>
          <a:prstGeom prst="ellipse">
            <a:avLst/>
          </a:prstGeom>
          <a:noFill/>
          <a:ln w="9525" cap="flat" cmpd="sng">
            <a:solidFill>
              <a:srgbClr val="CFD8DC"/>
            </a:solidFill>
            <a:prstDash val="solid"/>
            <a:round/>
            <a:headEnd type="none" w="med" len="med"/>
            <a:tailEnd type="none" w="med" len="med"/>
          </a:ln>
        </p:spPr>
        <p:txBody>
          <a:bodyPr lIns="121900" tIns="121900" rIns="121900" bIns="121900" anchor="ctr" anchorCtr="0">
            <a:noAutofit/>
          </a:bodyPr>
          <a:lstStyle/>
          <a:p>
            <a:pPr algn="ctr"/>
            <a:endParaRPr lang="en" b="1" dirty="0">
              <a:solidFill>
                <a:srgbClr val="263238"/>
              </a:solidFill>
              <a:latin typeface="Source Sans Pro"/>
              <a:ea typeface="Source Sans Pro"/>
              <a:cs typeface="Source Sans Pro"/>
              <a:sym typeface="Source Sans Pro"/>
            </a:endParaRPr>
          </a:p>
        </p:txBody>
      </p:sp>
      <p:sp>
        <p:nvSpPr>
          <p:cNvPr id="1033" name="Shape 214">
            <a:extLst>
              <a:ext uri="{FF2B5EF4-FFF2-40B4-BE49-F238E27FC236}">
                <a16:creationId xmlns:a16="http://schemas.microsoft.com/office/drawing/2014/main" id="{651ED82A-BD55-63EF-C7AD-200C79D4A6E8}"/>
              </a:ext>
            </a:extLst>
          </p:cNvPr>
          <p:cNvSpPr txBox="1">
            <a:spLocks/>
          </p:cNvSpPr>
          <p:nvPr/>
        </p:nvSpPr>
        <p:spPr>
          <a:xfrm>
            <a:off x="8043045" y="4505487"/>
            <a:ext cx="1998716" cy="542532"/>
          </a:xfrm>
          <a:prstGeom prst="rect">
            <a:avLst/>
          </a:prstGeom>
          <a:noFill/>
          <a:ln>
            <a:noFill/>
          </a:ln>
        </p:spPr>
        <p:txBody>
          <a:bodyPr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60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a:lnSpc>
                <a:spcPct val="100000"/>
              </a:lnSpc>
              <a:spcBef>
                <a:spcPts val="48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a:lnSpc>
                <a:spcPct val="100000"/>
              </a:lnSpc>
              <a:spcBef>
                <a:spcPts val="36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lgn="ctr">
              <a:spcBef>
                <a:spcPts val="0"/>
              </a:spcBef>
              <a:spcAft>
                <a:spcPts val="0"/>
              </a:spcAft>
              <a:buNone/>
            </a:pPr>
            <a:r>
              <a:rPr lang="fr-FR" sz="2133" b="1" dirty="0">
                <a:solidFill>
                  <a:srgbClr val="003076"/>
                </a:solidFill>
              </a:rPr>
              <a:t>Convivialité</a:t>
            </a:r>
            <a:endParaRPr lang="en" sz="2133" dirty="0">
              <a:solidFill>
                <a:srgbClr val="003076"/>
              </a:solidFill>
            </a:endParaRPr>
          </a:p>
        </p:txBody>
      </p:sp>
      <p:pic>
        <p:nvPicPr>
          <p:cNvPr id="1034" name="Image 4">
            <a:extLst>
              <a:ext uri="{FF2B5EF4-FFF2-40B4-BE49-F238E27FC236}">
                <a16:creationId xmlns:a16="http://schemas.microsoft.com/office/drawing/2014/main" id="{85FE5D97-1C6A-6436-4A46-EAB54F6D8C60}"/>
              </a:ext>
            </a:extLst>
          </p:cNvPr>
          <p:cNvPicPr>
            <a:picLocks noChangeAspect="1"/>
          </p:cNvPicPr>
          <p:nvPr/>
        </p:nvPicPr>
        <p:blipFill>
          <a:blip r:embed="rId4"/>
          <a:stretch>
            <a:fillRect/>
          </a:stretch>
        </p:blipFill>
        <p:spPr>
          <a:xfrm>
            <a:off x="4526783" y="2982496"/>
            <a:ext cx="893008" cy="893008"/>
          </a:xfrm>
          <a:prstGeom prst="rect">
            <a:avLst/>
          </a:prstGeom>
        </p:spPr>
      </p:pic>
      <p:pic>
        <p:nvPicPr>
          <p:cNvPr id="1035" name="Image 6">
            <a:extLst>
              <a:ext uri="{FF2B5EF4-FFF2-40B4-BE49-F238E27FC236}">
                <a16:creationId xmlns:a16="http://schemas.microsoft.com/office/drawing/2014/main" id="{E7203892-D263-A5F5-320B-D9F86154B2E4}"/>
              </a:ext>
            </a:extLst>
          </p:cNvPr>
          <p:cNvPicPr>
            <a:picLocks noChangeAspect="1"/>
          </p:cNvPicPr>
          <p:nvPr/>
        </p:nvPicPr>
        <p:blipFill>
          <a:blip r:embed="rId5"/>
          <a:stretch>
            <a:fillRect/>
          </a:stretch>
        </p:blipFill>
        <p:spPr>
          <a:xfrm>
            <a:off x="6484629" y="2967120"/>
            <a:ext cx="908384" cy="908384"/>
          </a:xfrm>
          <a:prstGeom prst="rect">
            <a:avLst/>
          </a:prstGeom>
        </p:spPr>
      </p:pic>
      <p:pic>
        <p:nvPicPr>
          <p:cNvPr id="1036" name="Image 19">
            <a:extLst>
              <a:ext uri="{FF2B5EF4-FFF2-40B4-BE49-F238E27FC236}">
                <a16:creationId xmlns:a16="http://schemas.microsoft.com/office/drawing/2014/main" id="{FBBB194B-C20D-4595-70D4-9D37321E0C3C}"/>
              </a:ext>
            </a:extLst>
          </p:cNvPr>
          <p:cNvPicPr>
            <a:picLocks noChangeAspect="1"/>
          </p:cNvPicPr>
          <p:nvPr/>
        </p:nvPicPr>
        <p:blipFill>
          <a:blip r:embed="rId6"/>
          <a:stretch>
            <a:fillRect/>
          </a:stretch>
        </p:blipFill>
        <p:spPr>
          <a:xfrm>
            <a:off x="8648708" y="3036562"/>
            <a:ext cx="784879" cy="784879"/>
          </a:xfrm>
          <a:prstGeom prst="rect">
            <a:avLst/>
          </a:prstGeom>
        </p:spPr>
      </p:pic>
      <p:grpSp>
        <p:nvGrpSpPr>
          <p:cNvPr id="1040" name="Group 1039">
            <a:extLst>
              <a:ext uri="{FF2B5EF4-FFF2-40B4-BE49-F238E27FC236}">
                <a16:creationId xmlns:a16="http://schemas.microsoft.com/office/drawing/2014/main" id="{A4EB7C4E-17F5-804A-D3D8-0D87B85A9865}"/>
              </a:ext>
            </a:extLst>
          </p:cNvPr>
          <p:cNvGrpSpPr/>
          <p:nvPr/>
        </p:nvGrpSpPr>
        <p:grpSpPr>
          <a:xfrm>
            <a:off x="9041147" y="830997"/>
            <a:ext cx="1800000" cy="401534"/>
            <a:chOff x="1344580" y="830997"/>
            <a:chExt cx="1800000" cy="401534"/>
          </a:xfrm>
        </p:grpSpPr>
        <p:sp>
          <p:nvSpPr>
            <p:cNvPr id="1041" name="Chevron 224">
              <a:extLst>
                <a:ext uri="{FF2B5EF4-FFF2-40B4-BE49-F238E27FC236}">
                  <a16:creationId xmlns:a16="http://schemas.microsoft.com/office/drawing/2014/main" id="{CB9B40BA-CB1C-0054-4E86-3167B7E7363B}"/>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042" name="Rectangle 1041">
              <a:extLst>
                <a:ext uri="{FF2B5EF4-FFF2-40B4-BE49-F238E27FC236}">
                  <a16:creationId xmlns:a16="http://schemas.microsoft.com/office/drawing/2014/main" id="{16FEAA45-52C6-A73F-A954-AEF1D82412D5}"/>
                </a:ext>
              </a:extLst>
            </p:cNvPr>
            <p:cNvSpPr/>
            <p:nvPr/>
          </p:nvSpPr>
          <p:spPr>
            <a:xfrm>
              <a:off x="1518825" y="830997"/>
              <a:ext cx="1367682"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Cas d’utilisation</a:t>
              </a:r>
            </a:p>
          </p:txBody>
        </p:sp>
      </p:grpSp>
      <p:grpSp>
        <p:nvGrpSpPr>
          <p:cNvPr id="1043" name="Group 1042">
            <a:extLst>
              <a:ext uri="{FF2B5EF4-FFF2-40B4-BE49-F238E27FC236}">
                <a16:creationId xmlns:a16="http://schemas.microsoft.com/office/drawing/2014/main" id="{E945F82C-B993-A66E-3133-F706A531C020}"/>
              </a:ext>
            </a:extLst>
          </p:cNvPr>
          <p:cNvGrpSpPr/>
          <p:nvPr/>
        </p:nvGrpSpPr>
        <p:grpSpPr>
          <a:xfrm>
            <a:off x="4901347" y="830997"/>
            <a:ext cx="2002471" cy="401534"/>
            <a:chOff x="1201438" y="830997"/>
            <a:chExt cx="2002471" cy="401534"/>
          </a:xfrm>
        </p:grpSpPr>
        <p:sp>
          <p:nvSpPr>
            <p:cNvPr id="1044" name="Chevron 224">
              <a:extLst>
                <a:ext uri="{FF2B5EF4-FFF2-40B4-BE49-F238E27FC236}">
                  <a16:creationId xmlns:a16="http://schemas.microsoft.com/office/drawing/2014/main" id="{553DF980-5964-A86B-43D5-911DD17C1A46}"/>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045" name="Rectangle 1044">
              <a:extLst>
                <a:ext uri="{FF2B5EF4-FFF2-40B4-BE49-F238E27FC236}">
                  <a16:creationId xmlns:a16="http://schemas.microsoft.com/office/drawing/2014/main" id="{4CF67410-62F0-1A0F-C144-683CD97C24B7}"/>
                </a:ext>
              </a:extLst>
            </p:cNvPr>
            <p:cNvSpPr/>
            <p:nvPr/>
          </p:nvSpPr>
          <p:spPr>
            <a:xfrm>
              <a:off x="1201438" y="830997"/>
              <a:ext cx="2002471"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Besoins non fonctionnels</a:t>
              </a:r>
            </a:p>
          </p:txBody>
        </p:sp>
      </p:grpSp>
      <p:sp>
        <p:nvSpPr>
          <p:cNvPr id="1046" name="Isosceles Triangle 225">
            <a:extLst>
              <a:ext uri="{FF2B5EF4-FFF2-40B4-BE49-F238E27FC236}">
                <a16:creationId xmlns:a16="http://schemas.microsoft.com/office/drawing/2014/main" id="{2F10F56A-34D2-B187-88A7-F34CF12F4D94}"/>
              </a:ext>
            </a:extLst>
          </p:cNvPr>
          <p:cNvSpPr/>
          <p:nvPr/>
        </p:nvSpPr>
        <p:spPr>
          <a:xfrm rot="10800000">
            <a:off x="5684645" y="1276227"/>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7" name="Group 1046">
            <a:extLst>
              <a:ext uri="{FF2B5EF4-FFF2-40B4-BE49-F238E27FC236}">
                <a16:creationId xmlns:a16="http://schemas.microsoft.com/office/drawing/2014/main" id="{1E9FF25A-B351-9871-B73E-2F84861F747D}"/>
              </a:ext>
            </a:extLst>
          </p:cNvPr>
          <p:cNvGrpSpPr/>
          <p:nvPr/>
        </p:nvGrpSpPr>
        <p:grpSpPr>
          <a:xfrm>
            <a:off x="835291" y="830997"/>
            <a:ext cx="1800000" cy="401534"/>
            <a:chOff x="1344580" y="830997"/>
            <a:chExt cx="1800000" cy="401534"/>
          </a:xfrm>
        </p:grpSpPr>
        <p:sp>
          <p:nvSpPr>
            <p:cNvPr id="1048" name="Chevron 224">
              <a:extLst>
                <a:ext uri="{FF2B5EF4-FFF2-40B4-BE49-F238E27FC236}">
                  <a16:creationId xmlns:a16="http://schemas.microsoft.com/office/drawing/2014/main" id="{BC315EAD-D7A7-4888-45EA-C131AB46E51F}"/>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049" name="Rectangle 1048">
              <a:extLst>
                <a:ext uri="{FF2B5EF4-FFF2-40B4-BE49-F238E27FC236}">
                  <a16:creationId xmlns:a16="http://schemas.microsoft.com/office/drawing/2014/main" id="{F47BC219-6529-1DA2-5E73-D27FFBB8ED5E}"/>
                </a:ext>
              </a:extLst>
            </p:cNvPr>
            <p:cNvSpPr/>
            <p:nvPr/>
          </p:nvSpPr>
          <p:spPr>
            <a:xfrm>
              <a:off x="1358518" y="830997"/>
              <a:ext cx="1688284"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Besoins fonctionnels</a:t>
              </a:r>
            </a:p>
          </p:txBody>
        </p:sp>
      </p:grpSp>
      <p:sp>
        <p:nvSpPr>
          <p:cNvPr id="1053" name="TextBox 1052">
            <a:extLst>
              <a:ext uri="{FF2B5EF4-FFF2-40B4-BE49-F238E27FC236}">
                <a16:creationId xmlns:a16="http://schemas.microsoft.com/office/drawing/2014/main" id="{F0D8545C-DF9D-F361-769A-99E93CDF404F}"/>
              </a:ext>
            </a:extLst>
          </p:cNvPr>
          <p:cNvSpPr txBox="1"/>
          <p:nvPr/>
        </p:nvSpPr>
        <p:spPr>
          <a:xfrm>
            <a:off x="2477352" y="-42863"/>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Fonctionnalités de l’application</a:t>
            </a:r>
          </a:p>
        </p:txBody>
      </p:sp>
    </p:spTree>
    <p:extLst>
      <p:ext uri="{BB962C8B-B14F-4D97-AF65-F5344CB8AC3E}">
        <p14:creationId xmlns:p14="http://schemas.microsoft.com/office/powerpoint/2010/main" val="1686760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4"/>
                                        </p:tgtEl>
                                        <p:attrNameLst>
                                          <p:attrName>style.visibility</p:attrName>
                                        </p:attrNameLst>
                                      </p:cBhvr>
                                      <p:to>
                                        <p:strVal val="visible"/>
                                      </p:to>
                                    </p:set>
                                    <p:animEffect transition="in" filter="fade">
                                      <p:cBhvr>
                                        <p:cTn id="7" dur="500"/>
                                        <p:tgtEl>
                                          <p:spTgt spid="1024"/>
                                        </p:tgtEl>
                                      </p:cBhvr>
                                    </p:animEffect>
                                  </p:childTnLst>
                                </p:cTn>
                              </p:par>
                              <p:par>
                                <p:cTn id="8" presetID="10" presetClass="entr" presetSubtype="0" fill="hold" nodeType="withEffect">
                                  <p:stCondLst>
                                    <p:cond delay="0"/>
                                  </p:stCondLst>
                                  <p:childTnLst>
                                    <p:set>
                                      <p:cBhvr>
                                        <p:cTn id="9" dur="1" fill="hold">
                                          <p:stCondLst>
                                            <p:cond delay="0"/>
                                          </p:stCondLst>
                                        </p:cTn>
                                        <p:tgtEl>
                                          <p:spTgt spid="1027"/>
                                        </p:tgtEl>
                                        <p:attrNameLst>
                                          <p:attrName>style.visibility</p:attrName>
                                        </p:attrNameLst>
                                      </p:cBhvr>
                                      <p:to>
                                        <p:strVal val="visible"/>
                                      </p:to>
                                    </p:set>
                                    <p:animEffect transition="in" filter="fade">
                                      <p:cBhvr>
                                        <p:cTn id="10" dur="500"/>
                                        <p:tgtEl>
                                          <p:spTgt spid="10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5"/>
                                        </p:tgtEl>
                                        <p:attrNameLst>
                                          <p:attrName>style.visibility</p:attrName>
                                        </p:attrNameLst>
                                      </p:cBhvr>
                                      <p:to>
                                        <p:strVal val="visible"/>
                                      </p:to>
                                    </p:set>
                                    <p:animEffect transition="in" filter="fade">
                                      <p:cBhvr>
                                        <p:cTn id="13" dur="500"/>
                                        <p:tgtEl>
                                          <p:spTgt spid="1025"/>
                                        </p:tgtEl>
                                      </p:cBhvr>
                                    </p:animEffect>
                                  </p:childTnLst>
                                </p:cTn>
                              </p:par>
                              <p:par>
                                <p:cTn id="14" presetID="10" presetClass="entr" presetSubtype="0" fill="hold" nodeType="withEffect">
                                  <p:stCondLst>
                                    <p:cond delay="500"/>
                                  </p:stCondLst>
                                  <p:childTnLst>
                                    <p:set>
                                      <p:cBhvr>
                                        <p:cTn id="15" dur="1" fill="hold">
                                          <p:stCondLst>
                                            <p:cond delay="0"/>
                                          </p:stCondLst>
                                        </p:cTn>
                                        <p:tgtEl>
                                          <p:spTgt spid="1034"/>
                                        </p:tgtEl>
                                        <p:attrNameLst>
                                          <p:attrName>style.visibility</p:attrName>
                                        </p:attrNameLst>
                                      </p:cBhvr>
                                      <p:to>
                                        <p:strVal val="visible"/>
                                      </p:to>
                                    </p:set>
                                    <p:animEffect transition="in" filter="fade">
                                      <p:cBhvr>
                                        <p:cTn id="16" dur="500"/>
                                        <p:tgtEl>
                                          <p:spTgt spid="1034"/>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028"/>
                                        </p:tgtEl>
                                        <p:attrNameLst>
                                          <p:attrName>style.visibility</p:attrName>
                                        </p:attrNameLst>
                                      </p:cBhvr>
                                      <p:to>
                                        <p:strVal val="visible"/>
                                      </p:to>
                                    </p:set>
                                    <p:animEffect transition="in" filter="fade">
                                      <p:cBhvr>
                                        <p:cTn id="19" dur="500"/>
                                        <p:tgtEl>
                                          <p:spTgt spid="102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029"/>
                                        </p:tgtEl>
                                        <p:attrNameLst>
                                          <p:attrName>style.visibility</p:attrName>
                                        </p:attrNameLst>
                                      </p:cBhvr>
                                      <p:to>
                                        <p:strVal val="visible"/>
                                      </p:to>
                                    </p:set>
                                    <p:animEffect transition="in" filter="fade">
                                      <p:cBhvr>
                                        <p:cTn id="22" dur="500"/>
                                        <p:tgtEl>
                                          <p:spTgt spid="1029"/>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1030"/>
                                        </p:tgtEl>
                                        <p:attrNameLst>
                                          <p:attrName>style.visibility</p:attrName>
                                        </p:attrNameLst>
                                      </p:cBhvr>
                                      <p:to>
                                        <p:strVal val="visible"/>
                                      </p:to>
                                    </p:set>
                                    <p:animEffect transition="in" filter="fade">
                                      <p:cBhvr>
                                        <p:cTn id="26" dur="500"/>
                                        <p:tgtEl>
                                          <p:spTgt spid="1030"/>
                                        </p:tgtEl>
                                      </p:cBhvr>
                                    </p:animEffect>
                                  </p:childTnLst>
                                </p:cTn>
                              </p:par>
                              <p:par>
                                <p:cTn id="27" presetID="10" presetClass="entr" presetSubtype="0" fill="hold" nodeType="withEffect">
                                  <p:stCondLst>
                                    <p:cond delay="0"/>
                                  </p:stCondLst>
                                  <p:childTnLst>
                                    <p:set>
                                      <p:cBhvr>
                                        <p:cTn id="28" dur="1" fill="hold">
                                          <p:stCondLst>
                                            <p:cond delay="0"/>
                                          </p:stCondLst>
                                        </p:cTn>
                                        <p:tgtEl>
                                          <p:spTgt spid="1035"/>
                                        </p:tgtEl>
                                        <p:attrNameLst>
                                          <p:attrName>style.visibility</p:attrName>
                                        </p:attrNameLst>
                                      </p:cBhvr>
                                      <p:to>
                                        <p:strVal val="visible"/>
                                      </p:to>
                                    </p:set>
                                    <p:animEffect transition="in" filter="fade">
                                      <p:cBhvr>
                                        <p:cTn id="29" dur="500"/>
                                        <p:tgtEl>
                                          <p:spTgt spid="10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31"/>
                                        </p:tgtEl>
                                        <p:attrNameLst>
                                          <p:attrName>style.visibility</p:attrName>
                                        </p:attrNameLst>
                                      </p:cBhvr>
                                      <p:to>
                                        <p:strVal val="visible"/>
                                      </p:to>
                                    </p:set>
                                    <p:animEffect transition="in" filter="fade">
                                      <p:cBhvr>
                                        <p:cTn id="32" dur="500"/>
                                        <p:tgtEl>
                                          <p:spTgt spid="1031"/>
                                        </p:tgtEl>
                                      </p:cBhvr>
                                    </p:animEffect>
                                  </p:childTnLst>
                                </p:cTn>
                              </p:par>
                              <p:par>
                                <p:cTn id="33" presetID="10" presetClass="entr" presetSubtype="0" fill="hold" nodeType="withEffect">
                                  <p:stCondLst>
                                    <p:cond delay="500"/>
                                  </p:stCondLst>
                                  <p:childTnLst>
                                    <p:set>
                                      <p:cBhvr>
                                        <p:cTn id="34" dur="1" fill="hold">
                                          <p:stCondLst>
                                            <p:cond delay="0"/>
                                          </p:stCondLst>
                                        </p:cTn>
                                        <p:tgtEl>
                                          <p:spTgt spid="1036"/>
                                        </p:tgtEl>
                                        <p:attrNameLst>
                                          <p:attrName>style.visibility</p:attrName>
                                        </p:attrNameLst>
                                      </p:cBhvr>
                                      <p:to>
                                        <p:strVal val="visible"/>
                                      </p:to>
                                    </p:set>
                                    <p:animEffect transition="in" filter="fade">
                                      <p:cBhvr>
                                        <p:cTn id="35" dur="500"/>
                                        <p:tgtEl>
                                          <p:spTgt spid="1036"/>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032"/>
                                        </p:tgtEl>
                                        <p:attrNameLst>
                                          <p:attrName>style.visibility</p:attrName>
                                        </p:attrNameLst>
                                      </p:cBhvr>
                                      <p:to>
                                        <p:strVal val="visible"/>
                                      </p:to>
                                    </p:set>
                                    <p:animEffect transition="in" filter="fade">
                                      <p:cBhvr>
                                        <p:cTn id="38" dur="500"/>
                                        <p:tgtEl>
                                          <p:spTgt spid="1032"/>
                                        </p:tgtEl>
                                      </p:cBhvr>
                                    </p:animEffect>
                                  </p:childTnLst>
                                </p:cTn>
                              </p:par>
                              <p:par>
                                <p:cTn id="39" presetID="10" presetClass="entr" presetSubtype="0" fill="hold" grpId="0" nodeType="withEffect">
                                  <p:stCondLst>
                                    <p:cond delay="500"/>
                                  </p:stCondLst>
                                  <p:childTnLst>
                                    <p:set>
                                      <p:cBhvr>
                                        <p:cTn id="40" dur="1" fill="hold">
                                          <p:stCondLst>
                                            <p:cond delay="0"/>
                                          </p:stCondLst>
                                        </p:cTn>
                                        <p:tgtEl>
                                          <p:spTgt spid="1033"/>
                                        </p:tgtEl>
                                        <p:attrNameLst>
                                          <p:attrName>style.visibility</p:attrName>
                                        </p:attrNameLst>
                                      </p:cBhvr>
                                      <p:to>
                                        <p:strVal val="visible"/>
                                      </p:to>
                                    </p:set>
                                    <p:animEffect transition="in" filter="fade">
                                      <p:cBhvr>
                                        <p:cTn id="41" dur="5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 grpId="0" animBg="1"/>
      <p:bldP spid="1025" grpId="0"/>
      <p:bldP spid="1028" grpId="0" animBg="1"/>
      <p:bldP spid="1029" grpId="0"/>
      <p:bldP spid="1030" grpId="0" animBg="1"/>
      <p:bldP spid="1031" grpId="0"/>
      <p:bldP spid="1032" grpId="0" animBg="1"/>
      <p:bldP spid="10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9F44CB6-6B85-D0FC-309B-7881899A62C3}"/>
              </a:ext>
            </a:extLst>
          </p:cNvPr>
          <p:cNvGrpSpPr/>
          <p:nvPr/>
        </p:nvGrpSpPr>
        <p:grpSpPr>
          <a:xfrm>
            <a:off x="11724572" y="6292069"/>
            <a:ext cx="539659" cy="576000"/>
            <a:chOff x="11602707" y="6123456"/>
            <a:chExt cx="680441" cy="734544"/>
          </a:xfrm>
          <a:solidFill>
            <a:srgbClr val="003076"/>
          </a:solidFill>
        </p:grpSpPr>
        <p:sp>
          <p:nvSpPr>
            <p:cNvPr id="6" name="Freeform: Shape 5">
              <a:extLst>
                <a:ext uri="{FF2B5EF4-FFF2-40B4-BE49-F238E27FC236}">
                  <a16:creationId xmlns:a16="http://schemas.microsoft.com/office/drawing/2014/main" id="{99FACA30-31D9-3D0D-A714-1DD74F61639D}"/>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7" name="Group 6">
              <a:extLst>
                <a:ext uri="{FF2B5EF4-FFF2-40B4-BE49-F238E27FC236}">
                  <a16:creationId xmlns:a16="http://schemas.microsoft.com/office/drawing/2014/main" id="{2D66F6A3-2E18-5217-5C08-3AA790F2674E}"/>
                </a:ext>
              </a:extLst>
            </p:cNvPr>
            <p:cNvGrpSpPr/>
            <p:nvPr/>
          </p:nvGrpSpPr>
          <p:grpSpPr>
            <a:xfrm>
              <a:off x="11738453" y="6279077"/>
              <a:ext cx="544695" cy="578923"/>
              <a:chOff x="11738453" y="6279077"/>
              <a:chExt cx="544695" cy="578923"/>
            </a:xfrm>
            <a:grpFill/>
          </p:grpSpPr>
          <p:sp>
            <p:nvSpPr>
              <p:cNvPr id="8" name="Freeform: Shape 7">
                <a:extLst>
                  <a:ext uri="{FF2B5EF4-FFF2-40B4-BE49-F238E27FC236}">
                    <a16:creationId xmlns:a16="http://schemas.microsoft.com/office/drawing/2014/main" id="{972F802A-D72A-2562-4389-0B50A8B00E66}"/>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9" name="Slide Number Placeholder 1">
                <a:extLst>
                  <a:ext uri="{FF2B5EF4-FFF2-40B4-BE49-F238E27FC236}">
                    <a16:creationId xmlns:a16="http://schemas.microsoft.com/office/drawing/2014/main" id="{ED552089-F0DE-A921-F3BD-FEB4817A001D}"/>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18</a:t>
                </a:r>
              </a:p>
            </p:txBody>
          </p:sp>
        </p:grpSp>
      </p:grpSp>
      <p:sp>
        <p:nvSpPr>
          <p:cNvPr id="15" name="Rectangle 14">
            <a:extLst>
              <a:ext uri="{FF2B5EF4-FFF2-40B4-BE49-F238E27FC236}">
                <a16:creationId xmlns:a16="http://schemas.microsoft.com/office/drawing/2014/main" id="{61A4429E-043B-166C-8E67-FA3E151F3E33}"/>
              </a:ext>
            </a:extLst>
          </p:cNvPr>
          <p:cNvSpPr/>
          <p:nvPr/>
        </p:nvSpPr>
        <p:spPr>
          <a:xfrm>
            <a:off x="6022428" y="2795752"/>
            <a:ext cx="3773213" cy="25435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latin typeface="Times New Roman" panose="02020603050405020304" pitchFamily="18" charset="0"/>
              <a:cs typeface="Times New Roman" panose="02020603050405020304" pitchFamily="18" charset="0"/>
            </a:endParaRPr>
          </a:p>
        </p:txBody>
      </p:sp>
      <p:grpSp>
        <p:nvGrpSpPr>
          <p:cNvPr id="32" name="Group 31">
            <a:extLst>
              <a:ext uri="{FF2B5EF4-FFF2-40B4-BE49-F238E27FC236}">
                <a16:creationId xmlns:a16="http://schemas.microsoft.com/office/drawing/2014/main" id="{88D344DA-6025-3CED-FE8C-6D507F9544BF}"/>
              </a:ext>
            </a:extLst>
          </p:cNvPr>
          <p:cNvGrpSpPr/>
          <p:nvPr/>
        </p:nvGrpSpPr>
        <p:grpSpPr>
          <a:xfrm>
            <a:off x="826787" y="830997"/>
            <a:ext cx="1808504" cy="401534"/>
            <a:chOff x="1336076" y="830997"/>
            <a:chExt cx="1808504" cy="401534"/>
          </a:xfrm>
        </p:grpSpPr>
        <p:sp>
          <p:nvSpPr>
            <p:cNvPr id="33" name="Chevron 224">
              <a:extLst>
                <a:ext uri="{FF2B5EF4-FFF2-40B4-BE49-F238E27FC236}">
                  <a16:creationId xmlns:a16="http://schemas.microsoft.com/office/drawing/2014/main" id="{89DFB569-07EA-50A6-5B98-383D81D457DB}"/>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34" name="Rectangle 33">
              <a:extLst>
                <a:ext uri="{FF2B5EF4-FFF2-40B4-BE49-F238E27FC236}">
                  <a16:creationId xmlns:a16="http://schemas.microsoft.com/office/drawing/2014/main" id="{F7AA670E-B59B-C5F2-37B9-B5FCC7ED0B36}"/>
                </a:ext>
              </a:extLst>
            </p:cNvPr>
            <p:cNvSpPr/>
            <p:nvPr/>
          </p:nvSpPr>
          <p:spPr>
            <a:xfrm>
              <a:off x="1336076" y="830997"/>
              <a:ext cx="1733168"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Besoins fonctionnels </a:t>
              </a:r>
            </a:p>
          </p:txBody>
        </p:sp>
      </p:grpSp>
      <p:grpSp>
        <p:nvGrpSpPr>
          <p:cNvPr id="41" name="Group 40">
            <a:extLst>
              <a:ext uri="{FF2B5EF4-FFF2-40B4-BE49-F238E27FC236}">
                <a16:creationId xmlns:a16="http://schemas.microsoft.com/office/drawing/2014/main" id="{18775189-D4B6-B709-9147-6A6BF74FE4D1}"/>
              </a:ext>
            </a:extLst>
          </p:cNvPr>
          <p:cNvGrpSpPr/>
          <p:nvPr/>
        </p:nvGrpSpPr>
        <p:grpSpPr>
          <a:xfrm>
            <a:off x="4740348" y="830997"/>
            <a:ext cx="2002471" cy="401534"/>
            <a:chOff x="1201438" y="830997"/>
            <a:chExt cx="2002471" cy="401534"/>
          </a:xfrm>
        </p:grpSpPr>
        <p:sp>
          <p:nvSpPr>
            <p:cNvPr id="42" name="Chevron 224">
              <a:extLst>
                <a:ext uri="{FF2B5EF4-FFF2-40B4-BE49-F238E27FC236}">
                  <a16:creationId xmlns:a16="http://schemas.microsoft.com/office/drawing/2014/main" id="{03059602-F1D8-4979-29A6-34F56990C3B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43" name="Rectangle 42">
              <a:extLst>
                <a:ext uri="{FF2B5EF4-FFF2-40B4-BE49-F238E27FC236}">
                  <a16:creationId xmlns:a16="http://schemas.microsoft.com/office/drawing/2014/main" id="{D5026E3B-74F0-161F-84E5-F46A274C08FB}"/>
                </a:ext>
              </a:extLst>
            </p:cNvPr>
            <p:cNvSpPr/>
            <p:nvPr/>
          </p:nvSpPr>
          <p:spPr>
            <a:xfrm>
              <a:off x="1201438" y="830997"/>
              <a:ext cx="2002471"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Besoins non fonctionnels</a:t>
              </a:r>
            </a:p>
          </p:txBody>
        </p:sp>
      </p:grpSp>
      <p:sp>
        <p:nvSpPr>
          <p:cNvPr id="44" name="Isosceles Triangle 225">
            <a:extLst>
              <a:ext uri="{FF2B5EF4-FFF2-40B4-BE49-F238E27FC236}">
                <a16:creationId xmlns:a16="http://schemas.microsoft.com/office/drawing/2014/main" id="{88982D32-9DA5-1C3C-8C82-1E574AE65003}"/>
              </a:ext>
            </a:extLst>
          </p:cNvPr>
          <p:cNvSpPr/>
          <p:nvPr/>
        </p:nvSpPr>
        <p:spPr>
          <a:xfrm rot="10800000">
            <a:off x="9679213" y="1229733"/>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CE58254-9C49-987E-392E-4AAC9439DC37}"/>
              </a:ext>
            </a:extLst>
          </p:cNvPr>
          <p:cNvSpPr txBox="1"/>
          <p:nvPr/>
        </p:nvSpPr>
        <p:spPr>
          <a:xfrm>
            <a:off x="2441918" y="90909"/>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Fonctionnalités de l’application</a:t>
            </a:r>
          </a:p>
        </p:txBody>
      </p:sp>
      <p:grpSp>
        <p:nvGrpSpPr>
          <p:cNvPr id="76" name="Group 12">
            <a:extLst>
              <a:ext uri="{FF2B5EF4-FFF2-40B4-BE49-F238E27FC236}">
                <a16:creationId xmlns:a16="http://schemas.microsoft.com/office/drawing/2014/main" id="{1AF9EA13-A66B-4ED9-B583-9FBA9B3F4FDE}"/>
              </a:ext>
            </a:extLst>
          </p:cNvPr>
          <p:cNvGrpSpPr/>
          <p:nvPr/>
        </p:nvGrpSpPr>
        <p:grpSpPr>
          <a:xfrm>
            <a:off x="8923213" y="758411"/>
            <a:ext cx="1800000" cy="401534"/>
            <a:chOff x="1344580" y="830997"/>
            <a:chExt cx="1800000" cy="401534"/>
          </a:xfrm>
        </p:grpSpPr>
        <p:sp>
          <p:nvSpPr>
            <p:cNvPr id="77" name="Chevron 224">
              <a:extLst>
                <a:ext uri="{FF2B5EF4-FFF2-40B4-BE49-F238E27FC236}">
                  <a16:creationId xmlns:a16="http://schemas.microsoft.com/office/drawing/2014/main" id="{3D0793D5-2ACB-45C7-9B56-3E2143CCEC9D}"/>
                </a:ext>
              </a:extLst>
            </p:cNvPr>
            <p:cNvSpPr/>
            <p:nvPr/>
          </p:nvSpPr>
          <p:spPr>
            <a:xfrm>
              <a:off x="1344580" y="1124531"/>
              <a:ext cx="1800000"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tx1"/>
                </a:solidFill>
                <a:effectLst>
                  <a:outerShdw blurRad="63500" dir="3600000" algn="tl" rotWithShape="0">
                    <a:srgbClr val="000000">
                      <a:alpha val="70000"/>
                    </a:srgbClr>
                  </a:outerShdw>
                </a:effectLst>
                <a:latin typeface="Century Gothic" pitchFamily="34" charset="0"/>
              </a:endParaRPr>
            </a:p>
          </p:txBody>
        </p:sp>
        <p:sp>
          <p:nvSpPr>
            <p:cNvPr id="78" name="Rectangle 77">
              <a:extLst>
                <a:ext uri="{FF2B5EF4-FFF2-40B4-BE49-F238E27FC236}">
                  <a16:creationId xmlns:a16="http://schemas.microsoft.com/office/drawing/2014/main" id="{0ABB7CED-C31D-4834-8893-B4216E698223}"/>
                </a:ext>
              </a:extLst>
            </p:cNvPr>
            <p:cNvSpPr/>
            <p:nvPr/>
          </p:nvSpPr>
          <p:spPr>
            <a:xfrm>
              <a:off x="1518825" y="830997"/>
              <a:ext cx="1367682"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Cas d’utilisation</a:t>
              </a:r>
            </a:p>
          </p:txBody>
        </p:sp>
      </p:grpSp>
      <p:pic>
        <p:nvPicPr>
          <p:cNvPr id="20" name="Image 19">
            <a:extLst>
              <a:ext uri="{FF2B5EF4-FFF2-40B4-BE49-F238E27FC236}">
                <a16:creationId xmlns:a16="http://schemas.microsoft.com/office/drawing/2014/main" id="{652CFE20-ED28-436F-97F2-C7CC1D951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165" y="1719173"/>
            <a:ext cx="7449946" cy="4797425"/>
          </a:xfrm>
          <a:prstGeom prst="rect">
            <a:avLst/>
          </a:prstGeom>
        </p:spPr>
      </p:pic>
    </p:spTree>
    <p:extLst>
      <p:ext uri="{BB962C8B-B14F-4D97-AF65-F5344CB8AC3E}">
        <p14:creationId xmlns:p14="http://schemas.microsoft.com/office/powerpoint/2010/main" val="140906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5">
            <a:extLst>
              <a:ext uri="{FF2B5EF4-FFF2-40B4-BE49-F238E27FC236}">
                <a16:creationId xmlns:a16="http://schemas.microsoft.com/office/drawing/2014/main" id="{A962C67F-3A77-4F31-ACBF-C09EE813E2BD}"/>
              </a:ext>
            </a:extLst>
          </p:cNvPr>
          <p:cNvSpPr txBox="1"/>
          <p:nvPr/>
        </p:nvSpPr>
        <p:spPr>
          <a:xfrm>
            <a:off x="2441918" y="90909"/>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Fonctionnalités de l’application</a:t>
            </a:r>
          </a:p>
        </p:txBody>
      </p:sp>
      <p:sp>
        <p:nvSpPr>
          <p:cNvPr id="8" name="ZoneTexte 7">
            <a:extLst>
              <a:ext uri="{FF2B5EF4-FFF2-40B4-BE49-F238E27FC236}">
                <a16:creationId xmlns:a16="http://schemas.microsoft.com/office/drawing/2014/main" id="{F31718CD-54BF-4DFE-8EBF-9058C9DD2576}"/>
              </a:ext>
            </a:extLst>
          </p:cNvPr>
          <p:cNvSpPr txBox="1"/>
          <p:nvPr/>
        </p:nvSpPr>
        <p:spPr>
          <a:xfrm>
            <a:off x="-8473667" y="4118725"/>
            <a:ext cx="9194658" cy="523926"/>
          </a:xfrm>
          <a:prstGeom prst="rect">
            <a:avLst/>
          </a:prstGeom>
          <a:noFill/>
        </p:spPr>
        <p:txBody>
          <a:bodyPr wrap="square">
            <a:spAutoFit/>
          </a:bodyPr>
          <a:lstStyle>
            <a:defPPr>
              <a:defRPr lang="fr-FR"/>
            </a:defPPr>
            <a:lvl1pPr algn="ctr">
              <a:spcBef>
                <a:spcPts val="0"/>
              </a:spcBef>
              <a:spcAft>
                <a:spcPts val="0"/>
              </a:spcAft>
              <a:defRPr sz="5400" b="1">
                <a:solidFill>
                  <a:srgbClr val="FFC107"/>
                </a:solidFill>
                <a:latin typeface="Times New Roman" panose="02020603050405020304" pitchFamily="18" charset="0"/>
                <a:cs typeface="Times New Roman" panose="02020603050405020304" pitchFamily="18" charset="0"/>
              </a:defRPr>
            </a:lvl1pPr>
          </a:lstStyle>
          <a:p>
            <a:pPr algn="ctr">
              <a:lnSpc>
                <a:spcPts val="2800"/>
              </a:lnSpc>
            </a:pPr>
            <a:r>
              <a:rPr lang="en-US" sz="5400" b="1" dirty="0">
                <a:solidFill>
                  <a:srgbClr val="4472C4"/>
                </a:solidFill>
                <a:latin typeface="Times New Roman" panose="02020603050405020304" pitchFamily="18" charset="0"/>
                <a:cs typeface="Times New Roman" panose="02020603050405020304" pitchFamily="18" charset="0"/>
              </a:rPr>
              <a:t>Objectifs de l’application</a:t>
            </a:r>
          </a:p>
        </p:txBody>
      </p:sp>
      <p:grpSp>
        <p:nvGrpSpPr>
          <p:cNvPr id="9" name="Group 4">
            <a:extLst>
              <a:ext uri="{FF2B5EF4-FFF2-40B4-BE49-F238E27FC236}">
                <a16:creationId xmlns:a16="http://schemas.microsoft.com/office/drawing/2014/main" id="{19853510-BC22-4DC4-97FD-9F7EB7A3C1A5}"/>
              </a:ext>
            </a:extLst>
          </p:cNvPr>
          <p:cNvGrpSpPr/>
          <p:nvPr/>
        </p:nvGrpSpPr>
        <p:grpSpPr>
          <a:xfrm>
            <a:off x="-5047550" y="961514"/>
            <a:ext cx="2916000" cy="2916000"/>
            <a:chOff x="3354429" y="3172449"/>
            <a:chExt cx="1188000" cy="1187100"/>
          </a:xfrm>
        </p:grpSpPr>
        <p:sp>
          <p:nvSpPr>
            <p:cNvPr id="10" name="TextBox 27">
              <a:extLst>
                <a:ext uri="{FF2B5EF4-FFF2-40B4-BE49-F238E27FC236}">
                  <a16:creationId xmlns:a16="http://schemas.microsoft.com/office/drawing/2014/main" id="{ADE07EA0-6666-42EA-AC5B-1E926F75BFAC}"/>
                </a:ext>
              </a:extLst>
            </p:cNvPr>
            <p:cNvSpPr txBox="1"/>
            <p:nvPr/>
          </p:nvSpPr>
          <p:spPr>
            <a:xfrm>
              <a:off x="3392958" y="3718740"/>
              <a:ext cx="1110164" cy="291312"/>
            </a:xfrm>
            <a:prstGeom prst="rect">
              <a:avLst/>
            </a:prstGeom>
            <a:noFill/>
          </p:spPr>
          <p:txBody>
            <a:bodyPr lIns="0" tIns="0" rIns="0" bIns="0" rtlCol="0" anchor="t">
              <a:spAutoFit/>
            </a:bodyPr>
            <a:lstStyle/>
            <a:p>
              <a:pPr algn="ctr">
                <a:lnSpc>
                  <a:spcPts val="4806"/>
                </a:lnSpc>
              </a:pPr>
              <a:r>
                <a:rPr lang="en-US" sz="6600" b="1" dirty="0">
                  <a:solidFill>
                    <a:srgbClr val="4472C4"/>
                  </a:solidFill>
                  <a:latin typeface="Nunito"/>
                </a:rPr>
                <a:t>5</a:t>
              </a:r>
            </a:p>
          </p:txBody>
        </p:sp>
        <p:grpSp>
          <p:nvGrpSpPr>
            <p:cNvPr id="11" name="Group 6">
              <a:extLst>
                <a:ext uri="{FF2B5EF4-FFF2-40B4-BE49-F238E27FC236}">
                  <a16:creationId xmlns:a16="http://schemas.microsoft.com/office/drawing/2014/main" id="{44CF8DC8-BD60-4510-B53A-FFC5B8F372F9}"/>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2" name="Google Shape;65;p15">
                <a:extLst>
                  <a:ext uri="{FF2B5EF4-FFF2-40B4-BE49-F238E27FC236}">
                    <a16:creationId xmlns:a16="http://schemas.microsoft.com/office/drawing/2014/main" id="{1826B56F-DC88-47FC-979E-597F0D6567CB}"/>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66;p15">
                <a:extLst>
                  <a:ext uri="{FF2B5EF4-FFF2-40B4-BE49-F238E27FC236}">
                    <a16:creationId xmlns:a16="http://schemas.microsoft.com/office/drawing/2014/main" id="{C115DE16-0970-4E11-91D7-16F8F9A5659B}"/>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5" name="Group 30">
            <a:extLst>
              <a:ext uri="{FF2B5EF4-FFF2-40B4-BE49-F238E27FC236}">
                <a16:creationId xmlns:a16="http://schemas.microsoft.com/office/drawing/2014/main" id="{5EB19E12-80D0-4A28-9B14-CD182A02A739}"/>
              </a:ext>
            </a:extLst>
          </p:cNvPr>
          <p:cNvGrpSpPr/>
          <p:nvPr/>
        </p:nvGrpSpPr>
        <p:grpSpPr>
          <a:xfrm>
            <a:off x="11724572" y="6292069"/>
            <a:ext cx="539659" cy="576000"/>
            <a:chOff x="11602707" y="6123456"/>
            <a:chExt cx="680441" cy="734544"/>
          </a:xfrm>
          <a:solidFill>
            <a:srgbClr val="003076"/>
          </a:solidFill>
        </p:grpSpPr>
        <p:sp>
          <p:nvSpPr>
            <p:cNvPr id="16" name="Freeform: Shape 31">
              <a:extLst>
                <a:ext uri="{FF2B5EF4-FFF2-40B4-BE49-F238E27FC236}">
                  <a16:creationId xmlns:a16="http://schemas.microsoft.com/office/drawing/2014/main" id="{2CE1D823-F5FB-4619-9CE8-4903AAD06ACD}"/>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7" name="Group 32">
              <a:extLst>
                <a:ext uri="{FF2B5EF4-FFF2-40B4-BE49-F238E27FC236}">
                  <a16:creationId xmlns:a16="http://schemas.microsoft.com/office/drawing/2014/main" id="{19FF3C84-0446-4EC1-94FE-69D52C7077D6}"/>
                </a:ext>
              </a:extLst>
            </p:cNvPr>
            <p:cNvGrpSpPr/>
            <p:nvPr/>
          </p:nvGrpSpPr>
          <p:grpSpPr>
            <a:xfrm>
              <a:off x="11738453" y="6279077"/>
              <a:ext cx="544695" cy="578923"/>
              <a:chOff x="11738453" y="6279077"/>
              <a:chExt cx="544695" cy="578923"/>
            </a:xfrm>
            <a:grpFill/>
          </p:grpSpPr>
          <p:sp>
            <p:nvSpPr>
              <p:cNvPr id="18" name="Freeform: Shape 33">
                <a:extLst>
                  <a:ext uri="{FF2B5EF4-FFF2-40B4-BE49-F238E27FC236}">
                    <a16:creationId xmlns:a16="http://schemas.microsoft.com/office/drawing/2014/main" id="{FF8810F4-B5C6-4FD2-8A1A-D1C364719635}"/>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9" name="Slide Number Placeholder 1">
                <a:extLst>
                  <a:ext uri="{FF2B5EF4-FFF2-40B4-BE49-F238E27FC236}">
                    <a16:creationId xmlns:a16="http://schemas.microsoft.com/office/drawing/2014/main" id="{DE48A2D8-F8CF-4A25-B0FD-EB6D78BBAFC5}"/>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19</a:t>
                </a:r>
              </a:p>
            </p:txBody>
          </p:sp>
        </p:grpSp>
      </p:grpSp>
      <p:pic>
        <p:nvPicPr>
          <p:cNvPr id="3" name="Image 2">
            <a:extLst>
              <a:ext uri="{FF2B5EF4-FFF2-40B4-BE49-F238E27FC236}">
                <a16:creationId xmlns:a16="http://schemas.microsoft.com/office/drawing/2014/main" id="{A686E33F-A619-42C2-93B1-4B6D343B4F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5196" y="1017227"/>
            <a:ext cx="7474017" cy="5622611"/>
          </a:xfrm>
          <a:prstGeom prst="rect">
            <a:avLst/>
          </a:prstGeom>
        </p:spPr>
      </p:pic>
    </p:spTree>
    <p:extLst>
      <p:ext uri="{BB962C8B-B14F-4D97-AF65-F5344CB8AC3E}">
        <p14:creationId xmlns:p14="http://schemas.microsoft.com/office/powerpoint/2010/main" val="1089542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4">
            <a:extLst>
              <a:ext uri="{FF2B5EF4-FFF2-40B4-BE49-F238E27FC236}">
                <a16:creationId xmlns:a16="http://schemas.microsoft.com/office/drawing/2014/main" id="{2DA06C42-EDDA-463D-A1B1-566E2B64761B}"/>
              </a:ext>
            </a:extLst>
          </p:cNvPr>
          <p:cNvGrpSpPr/>
          <p:nvPr/>
        </p:nvGrpSpPr>
        <p:grpSpPr>
          <a:xfrm>
            <a:off x="4638000" y="1971000"/>
            <a:ext cx="2916000" cy="2916000"/>
            <a:chOff x="3354429" y="3172449"/>
            <a:chExt cx="1188000" cy="1187100"/>
          </a:xfrm>
        </p:grpSpPr>
        <p:sp>
          <p:nvSpPr>
            <p:cNvPr id="11" name="TextBox 27">
              <a:extLst>
                <a:ext uri="{FF2B5EF4-FFF2-40B4-BE49-F238E27FC236}">
                  <a16:creationId xmlns:a16="http://schemas.microsoft.com/office/drawing/2014/main" id="{D8F07F32-5F67-47CB-8CC1-5EB8C8D2CA34}"/>
                </a:ext>
              </a:extLst>
            </p:cNvPr>
            <p:cNvSpPr txBox="1"/>
            <p:nvPr/>
          </p:nvSpPr>
          <p:spPr>
            <a:xfrm>
              <a:off x="3392958" y="3718740"/>
              <a:ext cx="1110164" cy="291312"/>
            </a:xfrm>
            <a:prstGeom prst="rect">
              <a:avLst/>
            </a:prstGeom>
            <a:noFill/>
          </p:spPr>
          <p:txBody>
            <a:bodyPr lIns="0" tIns="0" rIns="0" bIns="0" rtlCol="0" anchor="t">
              <a:spAutoFit/>
            </a:bodyPr>
            <a:lstStyle/>
            <a:p>
              <a:pPr algn="ctr">
                <a:lnSpc>
                  <a:spcPts val="4806"/>
                </a:lnSpc>
              </a:pPr>
              <a:r>
                <a:rPr lang="en-US" sz="6600" b="1" dirty="0">
                  <a:solidFill>
                    <a:srgbClr val="4472C4"/>
                  </a:solidFill>
                  <a:latin typeface="Nunito"/>
                </a:rPr>
                <a:t>5</a:t>
              </a:r>
            </a:p>
          </p:txBody>
        </p:sp>
        <p:grpSp>
          <p:nvGrpSpPr>
            <p:cNvPr id="12" name="Group 6">
              <a:extLst>
                <a:ext uri="{FF2B5EF4-FFF2-40B4-BE49-F238E27FC236}">
                  <a16:creationId xmlns:a16="http://schemas.microsoft.com/office/drawing/2014/main" id="{09055D0F-38BB-49C4-A077-F87084E53693}"/>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3" name="Google Shape;65;p15">
                <a:extLst>
                  <a:ext uri="{FF2B5EF4-FFF2-40B4-BE49-F238E27FC236}">
                    <a16:creationId xmlns:a16="http://schemas.microsoft.com/office/drawing/2014/main" id="{33068812-4AA3-4DE3-A389-9D226AF997A7}"/>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66;p15">
                <a:extLst>
                  <a:ext uri="{FF2B5EF4-FFF2-40B4-BE49-F238E27FC236}">
                    <a16:creationId xmlns:a16="http://schemas.microsoft.com/office/drawing/2014/main" id="{9EA19E55-4AAA-4F6E-BD7A-EB10736F6B46}"/>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5" name="TextBox 34">
            <a:extLst>
              <a:ext uri="{FF2B5EF4-FFF2-40B4-BE49-F238E27FC236}">
                <a16:creationId xmlns:a16="http://schemas.microsoft.com/office/drawing/2014/main" id="{215D35B1-8351-4647-81CC-1D0E3BA5E99A}"/>
              </a:ext>
            </a:extLst>
          </p:cNvPr>
          <p:cNvSpPr txBox="1"/>
          <p:nvPr/>
        </p:nvSpPr>
        <p:spPr>
          <a:xfrm>
            <a:off x="2794324" y="5312504"/>
            <a:ext cx="7406949" cy="431593"/>
          </a:xfrm>
          <a:prstGeom prst="rect">
            <a:avLst/>
          </a:prstGeom>
        </p:spPr>
        <p:txBody>
          <a:bodyPr wrap="square" lIns="0" tIns="0" rIns="0" bIns="0" rtlCol="0" anchor="t">
            <a:spAutoFit/>
          </a:bodyPr>
          <a:lstStyle/>
          <a:p>
            <a:pPr algn="ctr">
              <a:lnSpc>
                <a:spcPts val="2800"/>
              </a:lnSpc>
            </a:pPr>
            <a:r>
              <a:rPr lang="en-US" sz="5400" b="1" dirty="0">
                <a:solidFill>
                  <a:srgbClr val="4472C4"/>
                </a:solidFill>
                <a:latin typeface="Times New Roman" panose="02020603050405020304" pitchFamily="18" charset="0"/>
                <a:cs typeface="Times New Roman" panose="02020603050405020304" pitchFamily="18" charset="0"/>
              </a:rPr>
              <a:t>Objectifs de l’application</a:t>
            </a:r>
          </a:p>
        </p:txBody>
      </p:sp>
    </p:spTree>
    <p:extLst>
      <p:ext uri="{BB962C8B-B14F-4D97-AF65-F5344CB8AC3E}">
        <p14:creationId xmlns:p14="http://schemas.microsoft.com/office/powerpoint/2010/main" val="2893329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CD8A0BF-58D8-3631-A1AC-69789ACE8926}"/>
              </a:ext>
            </a:extLst>
          </p:cNvPr>
          <p:cNvGrpSpPr/>
          <p:nvPr/>
        </p:nvGrpSpPr>
        <p:grpSpPr>
          <a:xfrm>
            <a:off x="11724572" y="6292069"/>
            <a:ext cx="539659" cy="576000"/>
            <a:chOff x="11602707" y="6123456"/>
            <a:chExt cx="680441" cy="734544"/>
          </a:xfrm>
          <a:solidFill>
            <a:srgbClr val="003076"/>
          </a:solidFill>
        </p:grpSpPr>
        <p:sp>
          <p:nvSpPr>
            <p:cNvPr id="32" name="Freeform: Shape 31">
              <a:extLst>
                <a:ext uri="{FF2B5EF4-FFF2-40B4-BE49-F238E27FC236}">
                  <a16:creationId xmlns:a16="http://schemas.microsoft.com/office/drawing/2014/main" id="{EFDA51DA-A4FE-E257-BC44-E3FF258E3085}"/>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3" name="Group 32">
              <a:extLst>
                <a:ext uri="{FF2B5EF4-FFF2-40B4-BE49-F238E27FC236}">
                  <a16:creationId xmlns:a16="http://schemas.microsoft.com/office/drawing/2014/main" id="{C6F8CBEE-FF6C-6365-93B3-92395E38FDCE}"/>
                </a:ext>
              </a:extLst>
            </p:cNvPr>
            <p:cNvGrpSpPr/>
            <p:nvPr/>
          </p:nvGrpSpPr>
          <p:grpSpPr>
            <a:xfrm>
              <a:off x="11738453" y="6279077"/>
              <a:ext cx="544695" cy="578923"/>
              <a:chOff x="11738453" y="6279077"/>
              <a:chExt cx="544695" cy="578923"/>
            </a:xfrm>
            <a:grpFill/>
          </p:grpSpPr>
          <p:sp>
            <p:nvSpPr>
              <p:cNvPr id="34" name="Freeform: Shape 33">
                <a:extLst>
                  <a:ext uri="{FF2B5EF4-FFF2-40B4-BE49-F238E27FC236}">
                    <a16:creationId xmlns:a16="http://schemas.microsoft.com/office/drawing/2014/main" id="{556FECAA-E8AE-F123-804C-F00B7D59498B}"/>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5" name="Slide Number Placeholder 1">
                <a:extLst>
                  <a:ext uri="{FF2B5EF4-FFF2-40B4-BE49-F238E27FC236}">
                    <a16:creationId xmlns:a16="http://schemas.microsoft.com/office/drawing/2014/main" id="{011279E2-2BFD-B263-EF40-F972FDE31D1E}"/>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21</a:t>
                </a:r>
              </a:p>
            </p:txBody>
          </p:sp>
        </p:grpSp>
      </p:grpSp>
      <p:sp>
        <p:nvSpPr>
          <p:cNvPr id="13" name="TextBox 28">
            <a:extLst>
              <a:ext uri="{FF2B5EF4-FFF2-40B4-BE49-F238E27FC236}">
                <a16:creationId xmlns:a16="http://schemas.microsoft.com/office/drawing/2014/main" id="{3C14F882-A2E1-386D-DF74-D5FE9D26DBD8}"/>
              </a:ext>
            </a:extLst>
          </p:cNvPr>
          <p:cNvSpPr txBox="1"/>
          <p:nvPr/>
        </p:nvSpPr>
        <p:spPr>
          <a:xfrm>
            <a:off x="5194559" y="3954550"/>
            <a:ext cx="2088285" cy="329386"/>
          </a:xfrm>
          <a:prstGeom prst="rect">
            <a:avLst/>
          </a:prstGeom>
          <a:solidFill>
            <a:schemeClr val="bg1"/>
          </a:solidFill>
          <a:ln>
            <a:solidFill>
              <a:schemeClr val="bg1"/>
            </a:solidFill>
          </a:ln>
        </p:spPr>
        <p:txBody>
          <a:bodyPr wrap="square" lIns="0" tIns="0" rIns="0" bIns="0" rtlCol="0" anchor="t">
            <a:spAutoFit/>
          </a:bodyPr>
          <a:lstStyle/>
          <a:p>
            <a:pPr algn="ctr">
              <a:lnSpc>
                <a:spcPts val="2800"/>
              </a:lnSpc>
            </a:pPr>
            <a:r>
              <a:rPr lang="en-US" sz="2000" b="1" dirty="0">
                <a:solidFill>
                  <a:schemeClr val="bg1"/>
                </a:solidFill>
                <a:latin typeface="Times New Roman" panose="02020603050405020304" pitchFamily="18" charset="0"/>
                <a:cs typeface="Times New Roman" panose="02020603050405020304" pitchFamily="18" charset="0"/>
              </a:rPr>
              <a:t>Étude </a:t>
            </a:r>
            <a:r>
              <a:rPr lang="en-US" sz="2000" b="1" dirty="0" err="1">
                <a:solidFill>
                  <a:schemeClr val="bg1"/>
                </a:solidFill>
                <a:latin typeface="Times New Roman" panose="02020603050405020304" pitchFamily="18" charset="0"/>
                <a:cs typeface="Times New Roman" panose="02020603050405020304" pitchFamily="18" charset="0"/>
              </a:rPr>
              <a:t>concepuelle</a:t>
            </a:r>
            <a:endParaRPr lang="en-US" sz="2000" b="1" dirty="0">
              <a:solidFill>
                <a:schemeClr val="bg1"/>
              </a:solidFill>
              <a:latin typeface="Times New Roman" panose="02020603050405020304" pitchFamily="18" charset="0"/>
              <a:cs typeface="Times New Roman" panose="02020603050405020304" pitchFamily="18" charset="0"/>
            </a:endParaRPr>
          </a:p>
        </p:txBody>
      </p:sp>
      <p:pic>
        <p:nvPicPr>
          <p:cNvPr id="46" name="Picture1.png" descr="Picture1.png">
            <a:extLst>
              <a:ext uri="{FF2B5EF4-FFF2-40B4-BE49-F238E27FC236}">
                <a16:creationId xmlns:a16="http://schemas.microsoft.com/office/drawing/2014/main" id="{36BEA8B4-AF2E-422A-C04A-945F88FD3759}"/>
              </a:ext>
            </a:extLst>
          </p:cNvPr>
          <p:cNvPicPr>
            <a:picLocks/>
          </p:cNvPicPr>
          <p:nvPr/>
        </p:nvPicPr>
        <p:blipFill>
          <a:blip r:embed="rId3">
            <a:alphaModFix amt="71516"/>
          </a:blip>
          <a:stretch>
            <a:fillRect/>
          </a:stretch>
        </p:blipFill>
        <p:spPr>
          <a:xfrm rot="16200000" flipH="1">
            <a:off x="6251441" y="4482836"/>
            <a:ext cx="78247" cy="4672086"/>
          </a:xfrm>
          <a:prstGeom prst="rect">
            <a:avLst/>
          </a:prstGeom>
          <a:ln w="12700">
            <a:miter lim="400000"/>
          </a:ln>
        </p:spPr>
      </p:pic>
      <p:sp>
        <p:nvSpPr>
          <p:cNvPr id="109" name="TextBox 108">
            <a:extLst>
              <a:ext uri="{FF2B5EF4-FFF2-40B4-BE49-F238E27FC236}">
                <a16:creationId xmlns:a16="http://schemas.microsoft.com/office/drawing/2014/main" id="{E6F3AE34-5B0E-5F49-9F58-C5E3CCB8CF61}"/>
              </a:ext>
            </a:extLst>
          </p:cNvPr>
          <p:cNvSpPr txBox="1"/>
          <p:nvPr/>
        </p:nvSpPr>
        <p:spPr>
          <a:xfrm>
            <a:off x="2477352" y="0"/>
            <a:ext cx="7237295" cy="646331"/>
          </a:xfrm>
          <a:prstGeom prst="rect">
            <a:avLst/>
          </a:prstGeom>
          <a:noFill/>
        </p:spPr>
        <p:txBody>
          <a:bodyPr wrap="square" rtlCol="0">
            <a:spAutoFit/>
          </a:bodyPr>
          <a:lstStyle/>
          <a:p>
            <a:pPr algn="ctr"/>
            <a:r>
              <a:rPr lang="en-US" altLang="ko-KR" sz="3600" b="1" dirty="0">
                <a:solidFill>
                  <a:srgbClr val="003076"/>
                </a:solidFill>
                <a:latin typeface="Times New Roman" panose="02020603050405020304" pitchFamily="18" charset="0"/>
                <a:cs typeface="Times New Roman" panose="02020603050405020304" pitchFamily="18" charset="0"/>
              </a:rPr>
              <a:t>Objectifs de l’application</a:t>
            </a:r>
          </a:p>
        </p:txBody>
      </p:sp>
      <p:sp>
        <p:nvSpPr>
          <p:cNvPr id="107" name="ZoneTexte 106">
            <a:extLst>
              <a:ext uri="{FF2B5EF4-FFF2-40B4-BE49-F238E27FC236}">
                <a16:creationId xmlns:a16="http://schemas.microsoft.com/office/drawing/2014/main" id="{1134184D-8CF3-45E2-9790-39C97446C073}"/>
              </a:ext>
            </a:extLst>
          </p:cNvPr>
          <p:cNvSpPr txBox="1"/>
          <p:nvPr/>
        </p:nvSpPr>
        <p:spPr>
          <a:xfrm>
            <a:off x="1915120" y="1330028"/>
            <a:ext cx="8361758" cy="4197944"/>
          </a:xfrm>
          <a:prstGeom prst="rect">
            <a:avLst/>
          </a:prstGeom>
          <a:noFill/>
        </p:spPr>
        <p:txBody>
          <a:bodyPr wrap="square">
            <a:spAutoFit/>
          </a:bodyPr>
          <a:lstStyle/>
          <a:p>
            <a:pPr marL="342900" lvl="0" indent="-342900" algn="just" rtl="0">
              <a:lnSpc>
                <a:spcPct val="150000"/>
              </a:lnSpc>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assurer une traçabilité complète de toutes les activités de maintenance ;</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faciliter le travail des intervenants à travers la gestion des réclamations ;</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redéfinir les protocoles de communication entre les différents acteurs au sein de l’usine ;</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faciliter l’initialisation des données dans la base des données;</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garantir la fiabilité et la sécurité des données concernant les machines et leurs maintenances ;</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a:p>
            <a:pPr marL="342900" lvl="0" indent="-342900" algn="just">
              <a:lnSpc>
                <a:spcPct val="150000"/>
              </a:lnSpc>
              <a:spcAft>
                <a:spcPts val="800"/>
              </a:spcAft>
              <a:buFont typeface="Wingdings" panose="05000000000000000000" pitchFamily="2" charset="2"/>
              <a:buChar char="v"/>
            </a:pPr>
            <a:r>
              <a:rPr lang="fr-FR" sz="2000" dirty="0">
                <a:solidFill>
                  <a:srgbClr val="0D0D0D"/>
                </a:solidFill>
                <a:effectLst/>
                <a:latin typeface="Times New Roman" panose="02020603050405020304" pitchFamily="18" charset="0"/>
                <a:ea typeface="Times New Roman" panose="02020603050405020304" pitchFamily="18" charset="0"/>
                <a:cs typeface="Arial" panose="020B0604020202020204" pitchFamily="34" charset="0"/>
              </a:rPr>
              <a:t>minimiser les tâches manuelles de maintenance, tout en assurant un gain de temps significatif</a:t>
            </a:r>
            <a:r>
              <a:rPr lang="fr-FR" sz="2000" dirty="0"/>
              <a:t>.</a:t>
            </a:r>
            <a:endParaRPr lang="fr-FR" sz="2000" dirty="0">
              <a:effectLst/>
              <a:latin typeface="Calibri" panose="020F0502020204030204" pitchFamily="34" charset="0"/>
              <a:ea typeface="Times New Roman" panose="02020603050405020304" pitchFamily="18" charset="0"/>
              <a:cs typeface="Arial" panose="020B0604020202020204" pitchFamily="34" charset="0"/>
            </a:endParaRPr>
          </a:p>
        </p:txBody>
      </p:sp>
      <p:grpSp>
        <p:nvGrpSpPr>
          <p:cNvPr id="108" name="Group 4">
            <a:extLst>
              <a:ext uri="{FF2B5EF4-FFF2-40B4-BE49-F238E27FC236}">
                <a16:creationId xmlns:a16="http://schemas.microsoft.com/office/drawing/2014/main" id="{01C91B59-730E-416F-BF2E-8DDBBE6A61E4}"/>
              </a:ext>
            </a:extLst>
          </p:cNvPr>
          <p:cNvGrpSpPr/>
          <p:nvPr/>
        </p:nvGrpSpPr>
        <p:grpSpPr>
          <a:xfrm>
            <a:off x="-5606138" y="1228049"/>
            <a:ext cx="2916000" cy="2916000"/>
            <a:chOff x="3354429" y="3172449"/>
            <a:chExt cx="1188000" cy="1187100"/>
          </a:xfrm>
        </p:grpSpPr>
        <p:sp>
          <p:nvSpPr>
            <p:cNvPr id="110" name="TextBox 27">
              <a:extLst>
                <a:ext uri="{FF2B5EF4-FFF2-40B4-BE49-F238E27FC236}">
                  <a16:creationId xmlns:a16="http://schemas.microsoft.com/office/drawing/2014/main" id="{2DBD4B58-A382-457F-AD49-578100ED0618}"/>
                </a:ext>
              </a:extLst>
            </p:cNvPr>
            <p:cNvSpPr txBox="1"/>
            <p:nvPr/>
          </p:nvSpPr>
          <p:spPr>
            <a:xfrm>
              <a:off x="3392958" y="3718740"/>
              <a:ext cx="1110164" cy="291312"/>
            </a:xfrm>
            <a:prstGeom prst="rect">
              <a:avLst/>
            </a:prstGeom>
            <a:noFill/>
          </p:spPr>
          <p:txBody>
            <a:bodyPr lIns="0" tIns="0" rIns="0" bIns="0" rtlCol="0" anchor="t">
              <a:spAutoFit/>
            </a:bodyPr>
            <a:lstStyle/>
            <a:p>
              <a:pPr algn="ctr">
                <a:lnSpc>
                  <a:spcPts val="4806"/>
                </a:lnSpc>
              </a:pPr>
              <a:r>
                <a:rPr lang="en-US" sz="6600" b="1" dirty="0">
                  <a:solidFill>
                    <a:srgbClr val="4472C4"/>
                  </a:solidFill>
                  <a:latin typeface="Nunito"/>
                </a:rPr>
                <a:t>6</a:t>
              </a:r>
            </a:p>
          </p:txBody>
        </p:sp>
        <p:grpSp>
          <p:nvGrpSpPr>
            <p:cNvPr id="111" name="Group 6">
              <a:extLst>
                <a:ext uri="{FF2B5EF4-FFF2-40B4-BE49-F238E27FC236}">
                  <a16:creationId xmlns:a16="http://schemas.microsoft.com/office/drawing/2014/main" id="{68A33FAF-2CAB-4103-A2A4-E1FA7979F7AA}"/>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12" name="Google Shape;65;p15">
                <a:extLst>
                  <a:ext uri="{FF2B5EF4-FFF2-40B4-BE49-F238E27FC236}">
                    <a16:creationId xmlns:a16="http://schemas.microsoft.com/office/drawing/2014/main" id="{D10F247A-9B01-4134-8A37-9EEC09FFB53E}"/>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66;p15">
                <a:extLst>
                  <a:ext uri="{FF2B5EF4-FFF2-40B4-BE49-F238E27FC236}">
                    <a16:creationId xmlns:a16="http://schemas.microsoft.com/office/drawing/2014/main" id="{09C1A630-E93D-4233-A0C3-6F51C333E9F5}"/>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4" name="TextBox 34">
            <a:extLst>
              <a:ext uri="{FF2B5EF4-FFF2-40B4-BE49-F238E27FC236}">
                <a16:creationId xmlns:a16="http://schemas.microsoft.com/office/drawing/2014/main" id="{BAB2FFB4-953E-4F0E-95A4-C28D5227FB59}"/>
              </a:ext>
            </a:extLst>
          </p:cNvPr>
          <p:cNvSpPr txBox="1"/>
          <p:nvPr/>
        </p:nvSpPr>
        <p:spPr>
          <a:xfrm>
            <a:off x="-7649839" y="4799637"/>
            <a:ext cx="7406949" cy="431593"/>
          </a:xfrm>
          <a:prstGeom prst="rect">
            <a:avLst/>
          </a:prstGeom>
        </p:spPr>
        <p:txBody>
          <a:bodyPr wrap="square" lIns="0" tIns="0" rIns="0" bIns="0" rtlCol="0" anchor="t">
            <a:spAutoFit/>
          </a:bodyPr>
          <a:lstStyle/>
          <a:p>
            <a:pPr algn="ctr">
              <a:lnSpc>
                <a:spcPts val="2800"/>
              </a:lnSpc>
            </a:pPr>
            <a:r>
              <a:rPr lang="en-US" sz="5400" b="1" dirty="0">
                <a:solidFill>
                  <a:srgbClr val="4472C4"/>
                </a:solidFill>
                <a:latin typeface="Times New Roman" panose="02020603050405020304" pitchFamily="18" charset="0"/>
                <a:cs typeface="Times New Roman" panose="02020603050405020304" pitchFamily="18" charset="0"/>
              </a:rPr>
              <a:t>Outils</a:t>
            </a:r>
            <a:r>
              <a:rPr lang="en-US" sz="5400" b="1" dirty="0">
                <a:solidFill>
                  <a:srgbClr val="FFC107"/>
                </a:solidFill>
                <a:latin typeface="Times New Roman" panose="02020603050405020304" pitchFamily="18" charset="0"/>
                <a:cs typeface="Times New Roman" panose="02020603050405020304" pitchFamily="18" charset="0"/>
              </a:rPr>
              <a:t> </a:t>
            </a:r>
            <a:r>
              <a:rPr lang="en-US" sz="5400" b="1" dirty="0">
                <a:solidFill>
                  <a:srgbClr val="4472C4"/>
                </a:solidFill>
                <a:latin typeface="Times New Roman" panose="02020603050405020304" pitchFamily="18" charset="0"/>
                <a:cs typeface="Times New Roman" panose="02020603050405020304" pitchFamily="18" charset="0"/>
              </a:rPr>
              <a:t>de</a:t>
            </a:r>
            <a:r>
              <a:rPr lang="en-US" sz="5400" b="1" dirty="0">
                <a:solidFill>
                  <a:srgbClr val="FFC107"/>
                </a:solidFill>
                <a:latin typeface="Times New Roman" panose="02020603050405020304" pitchFamily="18" charset="0"/>
                <a:cs typeface="Times New Roman" panose="02020603050405020304" pitchFamily="18" charset="0"/>
              </a:rPr>
              <a:t> </a:t>
            </a:r>
            <a:r>
              <a:rPr lang="en-US" sz="5400" b="1" dirty="0">
                <a:solidFill>
                  <a:srgbClr val="4472C4"/>
                </a:solidFill>
                <a:latin typeface="Times New Roman" panose="02020603050405020304" pitchFamily="18" charset="0"/>
                <a:cs typeface="Times New Roman" panose="02020603050405020304" pitchFamily="18" charset="0"/>
              </a:rPr>
              <a:t>développement</a:t>
            </a:r>
          </a:p>
        </p:txBody>
      </p:sp>
    </p:spTree>
    <p:extLst>
      <p:ext uri="{BB962C8B-B14F-4D97-AF65-F5344CB8AC3E}">
        <p14:creationId xmlns:p14="http://schemas.microsoft.com/office/powerpoint/2010/main" val="3589274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animEffect transition="in" filter="fade">
                                      <p:cBhvr>
                                        <p:cTn id="7" dur="1000"/>
                                        <p:tgtEl>
                                          <p:spTgt spid="107">
                                            <p:txEl>
                                              <p:pRg st="0" end="0"/>
                                            </p:txEl>
                                          </p:spTgt>
                                        </p:tgtEl>
                                      </p:cBhvr>
                                    </p:animEffect>
                                    <p:anim calcmode="lin" valueType="num">
                                      <p:cBhvr>
                                        <p:cTn id="8" dur="1000" fill="hold"/>
                                        <p:tgtEl>
                                          <p:spTgt spid="1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7">
                                            <p:txEl>
                                              <p:pRg st="1" end="1"/>
                                            </p:txEl>
                                          </p:spTgt>
                                        </p:tgtEl>
                                        <p:attrNameLst>
                                          <p:attrName>style.visibility</p:attrName>
                                        </p:attrNameLst>
                                      </p:cBhvr>
                                      <p:to>
                                        <p:strVal val="visible"/>
                                      </p:to>
                                    </p:set>
                                    <p:animEffect transition="in" filter="fade">
                                      <p:cBhvr>
                                        <p:cTn id="14" dur="1000"/>
                                        <p:tgtEl>
                                          <p:spTgt spid="107">
                                            <p:txEl>
                                              <p:pRg st="1" end="1"/>
                                            </p:txEl>
                                          </p:spTgt>
                                        </p:tgtEl>
                                      </p:cBhvr>
                                    </p:animEffect>
                                    <p:anim calcmode="lin" valueType="num">
                                      <p:cBhvr>
                                        <p:cTn id="15" dur="1000" fill="hold"/>
                                        <p:tgtEl>
                                          <p:spTgt spid="1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7">
                                            <p:txEl>
                                              <p:pRg st="2" end="2"/>
                                            </p:txEl>
                                          </p:spTgt>
                                        </p:tgtEl>
                                        <p:attrNameLst>
                                          <p:attrName>style.visibility</p:attrName>
                                        </p:attrNameLst>
                                      </p:cBhvr>
                                      <p:to>
                                        <p:strVal val="visible"/>
                                      </p:to>
                                    </p:set>
                                    <p:animEffect transition="in" filter="fade">
                                      <p:cBhvr>
                                        <p:cTn id="21" dur="1000"/>
                                        <p:tgtEl>
                                          <p:spTgt spid="107">
                                            <p:txEl>
                                              <p:pRg st="2" end="2"/>
                                            </p:txEl>
                                          </p:spTgt>
                                        </p:tgtEl>
                                      </p:cBhvr>
                                    </p:animEffect>
                                    <p:anim calcmode="lin" valueType="num">
                                      <p:cBhvr>
                                        <p:cTn id="22" dur="1000" fill="hold"/>
                                        <p:tgtEl>
                                          <p:spTgt spid="10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7">
                                            <p:txEl>
                                              <p:pRg st="3" end="3"/>
                                            </p:txEl>
                                          </p:spTgt>
                                        </p:tgtEl>
                                        <p:attrNameLst>
                                          <p:attrName>style.visibility</p:attrName>
                                        </p:attrNameLst>
                                      </p:cBhvr>
                                      <p:to>
                                        <p:strVal val="visible"/>
                                      </p:to>
                                    </p:set>
                                    <p:animEffect transition="in" filter="fade">
                                      <p:cBhvr>
                                        <p:cTn id="28" dur="1000"/>
                                        <p:tgtEl>
                                          <p:spTgt spid="107">
                                            <p:txEl>
                                              <p:pRg st="3" end="3"/>
                                            </p:txEl>
                                          </p:spTgt>
                                        </p:tgtEl>
                                      </p:cBhvr>
                                    </p:animEffect>
                                    <p:anim calcmode="lin" valueType="num">
                                      <p:cBhvr>
                                        <p:cTn id="29" dur="1000" fill="hold"/>
                                        <p:tgtEl>
                                          <p:spTgt spid="10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7">
                                            <p:txEl>
                                              <p:pRg st="4" end="4"/>
                                            </p:txEl>
                                          </p:spTgt>
                                        </p:tgtEl>
                                        <p:attrNameLst>
                                          <p:attrName>style.visibility</p:attrName>
                                        </p:attrNameLst>
                                      </p:cBhvr>
                                      <p:to>
                                        <p:strVal val="visible"/>
                                      </p:to>
                                    </p:set>
                                    <p:animEffect transition="in" filter="fade">
                                      <p:cBhvr>
                                        <p:cTn id="35" dur="1000"/>
                                        <p:tgtEl>
                                          <p:spTgt spid="107">
                                            <p:txEl>
                                              <p:pRg st="4" end="4"/>
                                            </p:txEl>
                                          </p:spTgt>
                                        </p:tgtEl>
                                      </p:cBhvr>
                                    </p:animEffect>
                                    <p:anim calcmode="lin" valueType="num">
                                      <p:cBhvr>
                                        <p:cTn id="36" dur="1000" fill="hold"/>
                                        <p:tgtEl>
                                          <p:spTgt spid="10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7">
                                            <p:txEl>
                                              <p:pRg st="5" end="5"/>
                                            </p:txEl>
                                          </p:spTgt>
                                        </p:tgtEl>
                                        <p:attrNameLst>
                                          <p:attrName>style.visibility</p:attrName>
                                        </p:attrNameLst>
                                      </p:cBhvr>
                                      <p:to>
                                        <p:strVal val="visible"/>
                                      </p:to>
                                    </p:set>
                                    <p:animEffect transition="in" filter="fade">
                                      <p:cBhvr>
                                        <p:cTn id="42" dur="1000"/>
                                        <p:tgtEl>
                                          <p:spTgt spid="107">
                                            <p:txEl>
                                              <p:pRg st="5" end="5"/>
                                            </p:txEl>
                                          </p:spTgt>
                                        </p:tgtEl>
                                      </p:cBhvr>
                                    </p:animEffect>
                                    <p:anim calcmode="lin" valueType="num">
                                      <p:cBhvr>
                                        <p:cTn id="43" dur="1000" fill="hold"/>
                                        <p:tgtEl>
                                          <p:spTgt spid="10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4">
            <a:extLst>
              <a:ext uri="{FF2B5EF4-FFF2-40B4-BE49-F238E27FC236}">
                <a16:creationId xmlns:a16="http://schemas.microsoft.com/office/drawing/2014/main" id="{7B62A18B-9720-E716-3767-8234AE74E7D6}"/>
              </a:ext>
            </a:extLst>
          </p:cNvPr>
          <p:cNvSpPr txBox="1"/>
          <p:nvPr/>
        </p:nvSpPr>
        <p:spPr>
          <a:xfrm>
            <a:off x="2794324" y="5312504"/>
            <a:ext cx="7406949" cy="431593"/>
          </a:xfrm>
          <a:prstGeom prst="rect">
            <a:avLst/>
          </a:prstGeom>
        </p:spPr>
        <p:txBody>
          <a:bodyPr wrap="square" lIns="0" tIns="0" rIns="0" bIns="0" rtlCol="0" anchor="t">
            <a:spAutoFit/>
          </a:bodyPr>
          <a:lstStyle/>
          <a:p>
            <a:pPr algn="ctr">
              <a:lnSpc>
                <a:spcPts val="2800"/>
              </a:lnSpc>
            </a:pPr>
            <a:r>
              <a:rPr lang="en-US" sz="5400" b="1" dirty="0">
                <a:solidFill>
                  <a:srgbClr val="4472C4"/>
                </a:solidFill>
                <a:latin typeface="Times New Roman" panose="02020603050405020304" pitchFamily="18" charset="0"/>
                <a:cs typeface="Times New Roman" panose="02020603050405020304" pitchFamily="18" charset="0"/>
              </a:rPr>
              <a:t>Outils</a:t>
            </a:r>
            <a:r>
              <a:rPr lang="en-US" sz="5400" b="1" dirty="0">
                <a:solidFill>
                  <a:srgbClr val="FFC107"/>
                </a:solidFill>
                <a:latin typeface="Times New Roman" panose="02020603050405020304" pitchFamily="18" charset="0"/>
                <a:cs typeface="Times New Roman" panose="02020603050405020304" pitchFamily="18" charset="0"/>
              </a:rPr>
              <a:t> </a:t>
            </a:r>
            <a:r>
              <a:rPr lang="en-US" sz="5400" b="1" dirty="0">
                <a:solidFill>
                  <a:srgbClr val="4472C4"/>
                </a:solidFill>
                <a:latin typeface="Times New Roman" panose="02020603050405020304" pitchFamily="18" charset="0"/>
                <a:cs typeface="Times New Roman" panose="02020603050405020304" pitchFamily="18" charset="0"/>
              </a:rPr>
              <a:t>de</a:t>
            </a:r>
            <a:r>
              <a:rPr lang="en-US" sz="5400" b="1" dirty="0">
                <a:solidFill>
                  <a:srgbClr val="FFC107"/>
                </a:solidFill>
                <a:latin typeface="Times New Roman" panose="02020603050405020304" pitchFamily="18" charset="0"/>
                <a:cs typeface="Times New Roman" panose="02020603050405020304" pitchFamily="18" charset="0"/>
              </a:rPr>
              <a:t> </a:t>
            </a:r>
            <a:r>
              <a:rPr lang="en-US" sz="5400" b="1" dirty="0">
                <a:solidFill>
                  <a:srgbClr val="4472C4"/>
                </a:solidFill>
                <a:latin typeface="Times New Roman" panose="02020603050405020304" pitchFamily="18" charset="0"/>
                <a:cs typeface="Times New Roman" panose="02020603050405020304" pitchFamily="18" charset="0"/>
              </a:rPr>
              <a:t>développement</a:t>
            </a:r>
          </a:p>
        </p:txBody>
      </p:sp>
      <p:grpSp>
        <p:nvGrpSpPr>
          <p:cNvPr id="16" name="Group 4">
            <a:extLst>
              <a:ext uri="{FF2B5EF4-FFF2-40B4-BE49-F238E27FC236}">
                <a16:creationId xmlns:a16="http://schemas.microsoft.com/office/drawing/2014/main" id="{1D96B168-C03D-4BB1-B865-35217D2ACD44}"/>
              </a:ext>
            </a:extLst>
          </p:cNvPr>
          <p:cNvGrpSpPr/>
          <p:nvPr/>
        </p:nvGrpSpPr>
        <p:grpSpPr>
          <a:xfrm>
            <a:off x="4638000" y="1971000"/>
            <a:ext cx="2916000" cy="2916000"/>
            <a:chOff x="3354429" y="3172449"/>
            <a:chExt cx="1188000" cy="1187100"/>
          </a:xfrm>
        </p:grpSpPr>
        <p:sp>
          <p:nvSpPr>
            <p:cNvPr id="17" name="TextBox 27">
              <a:extLst>
                <a:ext uri="{FF2B5EF4-FFF2-40B4-BE49-F238E27FC236}">
                  <a16:creationId xmlns:a16="http://schemas.microsoft.com/office/drawing/2014/main" id="{A2E615DD-0CCE-4FE2-B6ED-9226C9900C71}"/>
                </a:ext>
              </a:extLst>
            </p:cNvPr>
            <p:cNvSpPr txBox="1"/>
            <p:nvPr/>
          </p:nvSpPr>
          <p:spPr>
            <a:xfrm>
              <a:off x="3392958" y="3718740"/>
              <a:ext cx="1110164" cy="291312"/>
            </a:xfrm>
            <a:prstGeom prst="rect">
              <a:avLst/>
            </a:prstGeom>
            <a:noFill/>
          </p:spPr>
          <p:txBody>
            <a:bodyPr lIns="0" tIns="0" rIns="0" bIns="0" rtlCol="0" anchor="t">
              <a:spAutoFit/>
            </a:bodyPr>
            <a:lstStyle/>
            <a:p>
              <a:pPr algn="ctr">
                <a:lnSpc>
                  <a:spcPts val="4806"/>
                </a:lnSpc>
              </a:pPr>
              <a:r>
                <a:rPr lang="en-US" sz="6600" b="1" dirty="0">
                  <a:solidFill>
                    <a:srgbClr val="4472C4"/>
                  </a:solidFill>
                  <a:latin typeface="Nunito"/>
                </a:rPr>
                <a:t>6</a:t>
              </a:r>
            </a:p>
          </p:txBody>
        </p:sp>
        <p:grpSp>
          <p:nvGrpSpPr>
            <p:cNvPr id="18" name="Group 6">
              <a:extLst>
                <a:ext uri="{FF2B5EF4-FFF2-40B4-BE49-F238E27FC236}">
                  <a16:creationId xmlns:a16="http://schemas.microsoft.com/office/drawing/2014/main" id="{2465EBA1-10D9-4ABA-BD8E-6074AD222AD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9" name="Google Shape;65;p15">
                <a:extLst>
                  <a:ext uri="{FF2B5EF4-FFF2-40B4-BE49-F238E27FC236}">
                    <a16:creationId xmlns:a16="http://schemas.microsoft.com/office/drawing/2014/main" id="{3A0C84CB-03D4-4380-9FA8-757358D5EECA}"/>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447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66;p15">
                <a:extLst>
                  <a:ext uri="{FF2B5EF4-FFF2-40B4-BE49-F238E27FC236}">
                    <a16:creationId xmlns:a16="http://schemas.microsoft.com/office/drawing/2014/main" id="{19A5E42A-62A4-4499-9957-DEBD558AD8D1}"/>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4472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3330060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CA71D201-BBA0-F85F-F834-7B760148BEF4}"/>
              </a:ext>
            </a:extLst>
          </p:cNvPr>
          <p:cNvGrpSpPr/>
          <p:nvPr/>
        </p:nvGrpSpPr>
        <p:grpSpPr>
          <a:xfrm>
            <a:off x="11724572" y="6292069"/>
            <a:ext cx="539659" cy="576000"/>
            <a:chOff x="11602707" y="6123456"/>
            <a:chExt cx="680441" cy="734544"/>
          </a:xfrm>
          <a:solidFill>
            <a:srgbClr val="003076"/>
          </a:solidFill>
        </p:grpSpPr>
        <p:sp>
          <p:nvSpPr>
            <p:cNvPr id="55" name="Freeform: Shape 54">
              <a:extLst>
                <a:ext uri="{FF2B5EF4-FFF2-40B4-BE49-F238E27FC236}">
                  <a16:creationId xmlns:a16="http://schemas.microsoft.com/office/drawing/2014/main" id="{5575BB1A-C8F4-06AA-B97A-36D80DB5A3D2}"/>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56" name="Group 55">
              <a:extLst>
                <a:ext uri="{FF2B5EF4-FFF2-40B4-BE49-F238E27FC236}">
                  <a16:creationId xmlns:a16="http://schemas.microsoft.com/office/drawing/2014/main" id="{DF06FD3C-E32A-8AF4-1F44-F6785ECA0A5D}"/>
                </a:ext>
              </a:extLst>
            </p:cNvPr>
            <p:cNvGrpSpPr/>
            <p:nvPr/>
          </p:nvGrpSpPr>
          <p:grpSpPr>
            <a:xfrm>
              <a:off x="11738453" y="6279077"/>
              <a:ext cx="544695" cy="578923"/>
              <a:chOff x="11738453" y="6279077"/>
              <a:chExt cx="544695" cy="578923"/>
            </a:xfrm>
            <a:grpFill/>
          </p:grpSpPr>
          <p:sp>
            <p:nvSpPr>
              <p:cNvPr id="57" name="Freeform: Shape 56">
                <a:extLst>
                  <a:ext uri="{FF2B5EF4-FFF2-40B4-BE49-F238E27FC236}">
                    <a16:creationId xmlns:a16="http://schemas.microsoft.com/office/drawing/2014/main" id="{65EBED9E-70E7-4131-A300-CA6E70EC09DA}"/>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8" name="Slide Number Placeholder 1">
                <a:extLst>
                  <a:ext uri="{FF2B5EF4-FFF2-40B4-BE49-F238E27FC236}">
                    <a16:creationId xmlns:a16="http://schemas.microsoft.com/office/drawing/2014/main" id="{BD6623C4-82FC-D050-24FA-FAE413D42FC9}"/>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25</a:t>
                </a:r>
              </a:p>
            </p:txBody>
          </p:sp>
        </p:grpSp>
      </p:grpSp>
      <p:sp>
        <p:nvSpPr>
          <p:cNvPr id="16" name="TextBox 34">
            <a:extLst>
              <a:ext uri="{FF2B5EF4-FFF2-40B4-BE49-F238E27FC236}">
                <a16:creationId xmlns:a16="http://schemas.microsoft.com/office/drawing/2014/main" id="{CE281D79-9378-EB2E-77A4-71D399A06D83}"/>
              </a:ext>
            </a:extLst>
          </p:cNvPr>
          <p:cNvSpPr txBox="1"/>
          <p:nvPr/>
        </p:nvSpPr>
        <p:spPr>
          <a:xfrm>
            <a:off x="3712557" y="170204"/>
            <a:ext cx="4992362" cy="377476"/>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Outils</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de</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développement</a:t>
            </a:r>
          </a:p>
        </p:txBody>
      </p:sp>
      <p:sp>
        <p:nvSpPr>
          <p:cNvPr id="18" name="TextBox 17">
            <a:extLst>
              <a:ext uri="{FF2B5EF4-FFF2-40B4-BE49-F238E27FC236}">
                <a16:creationId xmlns:a16="http://schemas.microsoft.com/office/drawing/2014/main" id="{180B7135-85B8-0B69-00E0-D7416A1515C7}"/>
              </a:ext>
            </a:extLst>
          </p:cNvPr>
          <p:cNvSpPr txBox="1"/>
          <p:nvPr/>
        </p:nvSpPr>
        <p:spPr>
          <a:xfrm>
            <a:off x="3203913" y="4690156"/>
            <a:ext cx="4054814" cy="677108"/>
          </a:xfrm>
          <a:prstGeom prst="rect">
            <a:avLst/>
          </a:prstGeom>
          <a:noFill/>
        </p:spPr>
        <p:txBody>
          <a:bodyPr wrap="square">
            <a:spAutoFit/>
          </a:bodyPr>
          <a:lstStyle/>
          <a:p>
            <a:pPr algn="ctr"/>
            <a:r>
              <a:rPr lang="fr-FR" b="1" dirty="0">
                <a:latin typeface="Times New Roman" panose="02020603050405020304" pitchFamily="18" charset="0"/>
                <a:ea typeface="Calibri" panose="020F0502020204030204" pitchFamily="34" charset="0"/>
              </a:rPr>
              <a:t>Gestion</a:t>
            </a:r>
            <a:r>
              <a:rPr lang="fr-FR" sz="2000"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ea typeface="Calibri" panose="020F0502020204030204" pitchFamily="34" charset="0"/>
              </a:rPr>
              <a:t>et administration de bases de données</a:t>
            </a:r>
          </a:p>
        </p:txBody>
      </p:sp>
      <p:pic>
        <p:nvPicPr>
          <p:cNvPr id="41" name="Image 40" descr="Résultat de recherche d'images pour &quot;icone xampp&quot;">
            <a:extLst>
              <a:ext uri="{FF2B5EF4-FFF2-40B4-BE49-F238E27FC236}">
                <a16:creationId xmlns:a16="http://schemas.microsoft.com/office/drawing/2014/main" id="{EBE80214-2285-45A3-9D86-373FCFB23CAC}"/>
              </a:ext>
            </a:extLst>
          </p:cNvPr>
          <p:cNvPicPr>
            <a:picLocks noChangeAspect="1"/>
          </p:cNvPicPr>
          <p:nvPr/>
        </p:nvPicPr>
        <p:blipFill>
          <a:blip r:embed="rId3"/>
          <a:srcRect/>
          <a:stretch>
            <a:fillRect/>
          </a:stretch>
        </p:blipFill>
        <p:spPr bwMode="auto">
          <a:xfrm>
            <a:off x="4444977" y="2320999"/>
            <a:ext cx="1126188" cy="1060446"/>
          </a:xfrm>
          <a:prstGeom prst="rect">
            <a:avLst/>
          </a:prstGeom>
          <a:noFill/>
          <a:ln w="9525">
            <a:noFill/>
            <a:miter lim="800000"/>
            <a:headEnd/>
            <a:tailEnd/>
          </a:ln>
        </p:spPr>
      </p:pic>
      <p:grpSp>
        <p:nvGrpSpPr>
          <p:cNvPr id="42" name="Group 2">
            <a:extLst>
              <a:ext uri="{FF2B5EF4-FFF2-40B4-BE49-F238E27FC236}">
                <a16:creationId xmlns:a16="http://schemas.microsoft.com/office/drawing/2014/main" id="{68D38BBB-9847-4B7E-8670-BF599EEDF5CC}"/>
              </a:ext>
            </a:extLst>
          </p:cNvPr>
          <p:cNvGrpSpPr/>
          <p:nvPr/>
        </p:nvGrpSpPr>
        <p:grpSpPr>
          <a:xfrm>
            <a:off x="648933" y="765251"/>
            <a:ext cx="3332964" cy="471410"/>
            <a:chOff x="536191" y="709630"/>
            <a:chExt cx="3332964" cy="471410"/>
          </a:xfrm>
        </p:grpSpPr>
        <p:sp>
          <p:nvSpPr>
            <p:cNvPr id="43" name="Chevron 224">
              <a:extLst>
                <a:ext uri="{FF2B5EF4-FFF2-40B4-BE49-F238E27FC236}">
                  <a16:creationId xmlns:a16="http://schemas.microsoft.com/office/drawing/2014/main" id="{06D826A6-730D-4ED6-818A-D97AD4A51D8F}"/>
                </a:ext>
              </a:extLst>
            </p:cNvPr>
            <p:cNvSpPr/>
            <p:nvPr/>
          </p:nvSpPr>
          <p:spPr>
            <a:xfrm>
              <a:off x="1087817" y="1073040"/>
              <a:ext cx="2512507"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tx1"/>
                </a:solidFill>
                <a:effectLst>
                  <a:outerShdw blurRad="63500" dir="3600000" algn="tl" rotWithShape="0">
                    <a:srgbClr val="000000">
                      <a:alpha val="70000"/>
                    </a:srgbClr>
                  </a:outerShdw>
                </a:effectLst>
                <a:latin typeface="Century Gothic" pitchFamily="34" charset="0"/>
              </a:endParaRPr>
            </a:p>
          </p:txBody>
        </p:sp>
        <p:sp>
          <p:nvSpPr>
            <p:cNvPr id="44" name="Rectangle 43">
              <a:extLst>
                <a:ext uri="{FF2B5EF4-FFF2-40B4-BE49-F238E27FC236}">
                  <a16:creationId xmlns:a16="http://schemas.microsoft.com/office/drawing/2014/main" id="{F3EE30A0-FE1F-4479-860C-1C4D584402C5}"/>
                </a:ext>
              </a:extLst>
            </p:cNvPr>
            <p:cNvSpPr/>
            <p:nvPr/>
          </p:nvSpPr>
          <p:spPr>
            <a:xfrm>
              <a:off x="536191" y="709630"/>
              <a:ext cx="3332964" cy="375552"/>
            </a:xfrm>
            <a:prstGeom prst="rect">
              <a:avLst/>
            </a:prstGeom>
          </p:spPr>
          <p:txBody>
            <a:bodyPr wrap="none">
              <a:spAutoFit/>
            </a:bodyPr>
            <a:lstStyle/>
            <a:p>
              <a:pPr lvl="0" algn="just" rtl="0">
                <a:lnSpc>
                  <a:spcPct val="107000"/>
                </a:lnSpc>
                <a:spcAft>
                  <a:spcPts val="800"/>
                </a:spcAft>
              </a:pPr>
              <a:r>
                <a:rPr lang="fr-FR" sz="1400" dirty="0">
                  <a:latin typeface="Times New Roman" panose="02020603050405020304" pitchFamily="18" charset="0"/>
                  <a:cs typeface="Times New Roman" panose="02020603050405020304" pitchFamily="18" charset="0"/>
                </a:rPr>
                <a:t>    Langages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latin typeface="Times New Roman" panose="02020603050405020304" pitchFamily="18" charset="0"/>
                  <a:cs typeface="Times New Roman" panose="02020603050405020304" pitchFamily="18" charset="0"/>
                </a:rPr>
                <a:t>de</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latin typeface="Times New Roman" panose="02020603050405020304" pitchFamily="18" charset="0"/>
                  <a:cs typeface="Times New Roman" panose="02020603050405020304" pitchFamily="18" charset="0"/>
                </a:rPr>
                <a:t>programmation &amp; Logiciels</a:t>
              </a:r>
            </a:p>
          </p:txBody>
        </p:sp>
      </p:grpSp>
      <p:grpSp>
        <p:nvGrpSpPr>
          <p:cNvPr id="45" name="Group 18">
            <a:extLst>
              <a:ext uri="{FF2B5EF4-FFF2-40B4-BE49-F238E27FC236}">
                <a16:creationId xmlns:a16="http://schemas.microsoft.com/office/drawing/2014/main" id="{C1656588-1AD1-4962-A616-36DB607A6832}"/>
              </a:ext>
            </a:extLst>
          </p:cNvPr>
          <p:cNvGrpSpPr/>
          <p:nvPr/>
        </p:nvGrpSpPr>
        <p:grpSpPr>
          <a:xfrm>
            <a:off x="5108324" y="847068"/>
            <a:ext cx="1800000" cy="401534"/>
            <a:chOff x="1344580" y="830997"/>
            <a:chExt cx="1800000" cy="401534"/>
          </a:xfrm>
          <a:solidFill>
            <a:schemeClr val="bg1">
              <a:lumMod val="65000"/>
            </a:schemeClr>
          </a:solidFill>
        </p:grpSpPr>
        <p:sp>
          <p:nvSpPr>
            <p:cNvPr id="46" name="Chevron 224">
              <a:extLst>
                <a:ext uri="{FF2B5EF4-FFF2-40B4-BE49-F238E27FC236}">
                  <a16:creationId xmlns:a16="http://schemas.microsoft.com/office/drawing/2014/main" id="{7C8BBE85-9CE7-4934-AEFC-88E6528A9FC5}"/>
                </a:ext>
              </a:extLst>
            </p:cNvPr>
            <p:cNvSpPr/>
            <p:nvPr/>
          </p:nvSpPr>
          <p:spPr>
            <a:xfrm>
              <a:off x="1344580" y="1124531"/>
              <a:ext cx="1800000" cy="10800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47" name="Rectangle 46">
              <a:extLst>
                <a:ext uri="{FF2B5EF4-FFF2-40B4-BE49-F238E27FC236}">
                  <a16:creationId xmlns:a16="http://schemas.microsoft.com/office/drawing/2014/main" id="{6A58E8AA-DCB7-45C0-87E6-1D0AA898345D}"/>
                </a:ext>
              </a:extLst>
            </p:cNvPr>
            <p:cNvSpPr/>
            <p:nvPr/>
          </p:nvSpPr>
          <p:spPr>
            <a:xfrm>
              <a:off x="1661490" y="830997"/>
              <a:ext cx="1082348" cy="307777"/>
            </a:xfrm>
            <a:prstGeom prst="rect">
              <a:avLst/>
            </a:prstGeom>
            <a:noFill/>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Frameworks</a:t>
              </a:r>
            </a:p>
          </p:txBody>
        </p:sp>
      </p:grpSp>
      <p:grpSp>
        <p:nvGrpSpPr>
          <p:cNvPr id="48" name="Group 24">
            <a:extLst>
              <a:ext uri="{FF2B5EF4-FFF2-40B4-BE49-F238E27FC236}">
                <a16:creationId xmlns:a16="http://schemas.microsoft.com/office/drawing/2014/main" id="{6EE5D060-B3B3-48AD-8BE6-BD715C4CC12F}"/>
              </a:ext>
            </a:extLst>
          </p:cNvPr>
          <p:cNvGrpSpPr/>
          <p:nvPr/>
        </p:nvGrpSpPr>
        <p:grpSpPr>
          <a:xfrm>
            <a:off x="8291382" y="847068"/>
            <a:ext cx="2350761" cy="469309"/>
            <a:chOff x="1344580" y="763222"/>
            <a:chExt cx="2350761" cy="469309"/>
          </a:xfrm>
        </p:grpSpPr>
        <p:sp>
          <p:nvSpPr>
            <p:cNvPr id="50" name="Chevron 224">
              <a:extLst>
                <a:ext uri="{FF2B5EF4-FFF2-40B4-BE49-F238E27FC236}">
                  <a16:creationId xmlns:a16="http://schemas.microsoft.com/office/drawing/2014/main" id="{CD90C447-8ABD-4B20-9293-24A0C0178DC4}"/>
                </a:ext>
              </a:extLst>
            </p:cNvPr>
            <p:cNvSpPr/>
            <p:nvPr/>
          </p:nvSpPr>
          <p:spPr>
            <a:xfrm>
              <a:off x="1344580" y="1124531"/>
              <a:ext cx="2138494"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51" name="Rectangle 50">
              <a:extLst>
                <a:ext uri="{FF2B5EF4-FFF2-40B4-BE49-F238E27FC236}">
                  <a16:creationId xmlns:a16="http://schemas.microsoft.com/office/drawing/2014/main" id="{EAFEF015-7990-42BE-AB3A-2E2B142B6BA9}"/>
                </a:ext>
              </a:extLst>
            </p:cNvPr>
            <p:cNvSpPr/>
            <p:nvPr/>
          </p:nvSpPr>
          <p:spPr>
            <a:xfrm>
              <a:off x="1446964" y="763222"/>
              <a:ext cx="2248377" cy="375552"/>
            </a:xfrm>
            <a:prstGeom prst="rect">
              <a:avLst/>
            </a:prstGeom>
          </p:spPr>
          <p:txBody>
            <a:bodyPr wrap="square">
              <a:spAutoFit/>
            </a:bodyPr>
            <a:lstStyle/>
            <a:p>
              <a:pPr lvl="0" algn="just" rtl="0">
                <a:lnSpc>
                  <a:spcPct val="107000"/>
                </a:lnSpc>
                <a:spcAft>
                  <a:spcPts val="800"/>
                </a:spcAft>
              </a:pPr>
              <a:r>
                <a:rPr lang="fr-FR" sz="1400" dirty="0">
                  <a:solidFill>
                    <a:schemeClr val="bg1">
                      <a:lumMod val="65000"/>
                    </a:schemeClr>
                  </a:solidFill>
                  <a:latin typeface="Times New Roman" panose="02020603050405020304" pitchFamily="18" charset="0"/>
                  <a:cs typeface="Times New Roman" panose="02020603050405020304" pitchFamily="18" charset="0"/>
                </a:rPr>
                <a:t>Autres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technologies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web</a:t>
              </a:r>
            </a:p>
          </p:txBody>
        </p:sp>
      </p:grpSp>
      <p:sp>
        <p:nvSpPr>
          <p:cNvPr id="60" name="Isosceles Triangle 225">
            <a:extLst>
              <a:ext uri="{FF2B5EF4-FFF2-40B4-BE49-F238E27FC236}">
                <a16:creationId xmlns:a16="http://schemas.microsoft.com/office/drawing/2014/main" id="{B9270EF5-75B5-46EC-9E02-C1E1FAB8D033}"/>
              </a:ext>
            </a:extLst>
          </p:cNvPr>
          <p:cNvSpPr/>
          <p:nvPr/>
        </p:nvSpPr>
        <p:spPr>
          <a:xfrm rot="10800000">
            <a:off x="2203447" y="1316377"/>
            <a:ext cx="292102"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ZoneTexte 64">
            <a:extLst>
              <a:ext uri="{FF2B5EF4-FFF2-40B4-BE49-F238E27FC236}">
                <a16:creationId xmlns:a16="http://schemas.microsoft.com/office/drawing/2014/main" id="{0EBAAFE4-4614-492D-93B4-B7E1587A1739}"/>
              </a:ext>
            </a:extLst>
          </p:cNvPr>
          <p:cNvSpPr txBox="1"/>
          <p:nvPr/>
        </p:nvSpPr>
        <p:spPr>
          <a:xfrm>
            <a:off x="802601" y="3415011"/>
            <a:ext cx="6136480" cy="369332"/>
          </a:xfrm>
          <a:prstGeom prst="rect">
            <a:avLst/>
          </a:prstGeom>
          <a:noFill/>
        </p:spPr>
        <p:txBody>
          <a:bodyPr wrap="square">
            <a:spAutoFit/>
          </a:bodyPr>
          <a:lstStyle/>
          <a:p>
            <a:r>
              <a:rPr lang="fr-FR" b="1" dirty="0">
                <a:latin typeface="Times New Roman" panose="02020603050405020304" pitchFamily="18" charset="0"/>
              </a:rPr>
              <a:t>Visual</a:t>
            </a:r>
            <a:r>
              <a:rPr lang="fr-FR" sz="1800" b="0" i="0" kern="1200" dirty="0">
                <a:solidFill>
                  <a:schemeClr val="tx1">
                    <a:lumMod val="95000"/>
                    <a:lumOff val="5000"/>
                  </a:schemeClr>
                </a:solidFill>
                <a:effectLst/>
                <a:latin typeface="Söhne"/>
                <a:ea typeface="+mn-ea"/>
                <a:cs typeface="+mn-cs"/>
              </a:rPr>
              <a:t> </a:t>
            </a:r>
            <a:r>
              <a:rPr lang="fr-FR" b="1" dirty="0">
                <a:latin typeface="Times New Roman" panose="02020603050405020304" pitchFamily="18" charset="0"/>
              </a:rPr>
              <a:t>Studio</a:t>
            </a:r>
            <a:r>
              <a:rPr lang="fr-FR" sz="1800" b="0" i="0" kern="1200" dirty="0">
                <a:solidFill>
                  <a:schemeClr val="tx1">
                    <a:lumMod val="95000"/>
                    <a:lumOff val="5000"/>
                  </a:schemeClr>
                </a:solidFill>
                <a:effectLst/>
                <a:latin typeface="Söhne"/>
                <a:ea typeface="+mn-ea"/>
                <a:cs typeface="+mn-cs"/>
              </a:rPr>
              <a:t> </a:t>
            </a:r>
            <a:endParaRPr lang="fr-FR" dirty="0">
              <a:solidFill>
                <a:schemeClr val="tx1">
                  <a:lumMod val="95000"/>
                  <a:lumOff val="5000"/>
                </a:schemeClr>
              </a:solidFill>
            </a:endParaRPr>
          </a:p>
        </p:txBody>
      </p:sp>
      <p:sp>
        <p:nvSpPr>
          <p:cNvPr id="66" name="ZoneTexte 65">
            <a:extLst>
              <a:ext uri="{FF2B5EF4-FFF2-40B4-BE49-F238E27FC236}">
                <a16:creationId xmlns:a16="http://schemas.microsoft.com/office/drawing/2014/main" id="{B0089A06-E469-4F93-BA63-9F31278C3ACD}"/>
              </a:ext>
            </a:extLst>
          </p:cNvPr>
          <p:cNvSpPr txBox="1"/>
          <p:nvPr/>
        </p:nvSpPr>
        <p:spPr>
          <a:xfrm>
            <a:off x="4460829" y="3454068"/>
            <a:ext cx="8051006" cy="369332"/>
          </a:xfrm>
          <a:prstGeom prst="rect">
            <a:avLst/>
          </a:prstGeom>
          <a:noFill/>
        </p:spPr>
        <p:txBody>
          <a:bodyPr wrap="square">
            <a:spAutoFit/>
          </a:bodyPr>
          <a:lstStyle/>
          <a:p>
            <a:r>
              <a:rPr lang="fr-FR" sz="1800" b="1" dirty="0">
                <a:effectLst/>
                <a:latin typeface="Times New Roman" panose="02020603050405020304" pitchFamily="18" charset="0"/>
                <a:ea typeface="Calibri" panose="020F0502020204030204" pitchFamily="34" charset="0"/>
              </a:rPr>
              <a:t>XAMPP</a:t>
            </a:r>
            <a:endParaRPr lang="fr-FR" dirty="0"/>
          </a:p>
        </p:txBody>
      </p:sp>
      <p:sp>
        <p:nvSpPr>
          <p:cNvPr id="67" name="ZoneTexte 66">
            <a:extLst>
              <a:ext uri="{FF2B5EF4-FFF2-40B4-BE49-F238E27FC236}">
                <a16:creationId xmlns:a16="http://schemas.microsoft.com/office/drawing/2014/main" id="{DD0D08B5-732A-4D5C-A47D-09CCB21F95B4}"/>
              </a:ext>
            </a:extLst>
          </p:cNvPr>
          <p:cNvSpPr txBox="1"/>
          <p:nvPr/>
        </p:nvSpPr>
        <p:spPr>
          <a:xfrm>
            <a:off x="0" y="4684770"/>
            <a:ext cx="3332964" cy="369332"/>
          </a:xfrm>
          <a:prstGeom prst="rect">
            <a:avLst/>
          </a:prstGeom>
          <a:noFill/>
        </p:spPr>
        <p:txBody>
          <a:bodyPr wrap="square">
            <a:spAutoFit/>
          </a:bodyPr>
          <a:lstStyle/>
          <a:p>
            <a:r>
              <a:rPr lang="fr-FR" sz="1800" b="1" dirty="0">
                <a:solidFill>
                  <a:srgbClr val="0D0D0D"/>
                </a:solidFill>
                <a:effectLst/>
                <a:latin typeface="Times New Roman" panose="02020603050405020304" pitchFamily="18" charset="0"/>
                <a:ea typeface="Calibri" panose="020F0502020204030204" pitchFamily="34" charset="0"/>
              </a:rPr>
              <a:t>PHP (Hypertext Preprocessor) </a:t>
            </a:r>
            <a:endParaRPr lang="fr-FR" dirty="0"/>
          </a:p>
        </p:txBody>
      </p:sp>
      <p:pic>
        <p:nvPicPr>
          <p:cNvPr id="68" name="Image 67">
            <a:extLst>
              <a:ext uri="{FF2B5EF4-FFF2-40B4-BE49-F238E27FC236}">
                <a16:creationId xmlns:a16="http://schemas.microsoft.com/office/drawing/2014/main" id="{A082A49E-0244-4B83-A54B-FB3A3C417B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2365" y="4146489"/>
            <a:ext cx="1991178" cy="1220775"/>
          </a:xfrm>
          <a:prstGeom prst="rect">
            <a:avLst/>
          </a:prstGeom>
        </p:spPr>
      </p:pic>
      <p:pic>
        <p:nvPicPr>
          <p:cNvPr id="69" name="Picture 6" descr="Résultat de recherche d'images pour &quot;html5&quot;">
            <a:extLst>
              <a:ext uri="{FF2B5EF4-FFF2-40B4-BE49-F238E27FC236}">
                <a16:creationId xmlns:a16="http://schemas.microsoft.com/office/drawing/2014/main" id="{D8495EFD-F5AB-4909-B543-6642FEB061F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58727" y="2442126"/>
            <a:ext cx="1399910" cy="1050482"/>
          </a:xfrm>
          <a:prstGeom prst="rect">
            <a:avLst/>
          </a:prstGeom>
          <a:noFill/>
          <a:ln>
            <a:noFill/>
          </a:ln>
        </p:spPr>
      </p:pic>
      <p:pic>
        <p:nvPicPr>
          <p:cNvPr id="70" name="Picture 7" descr="Résultat de recherche d'images pour &quot;css3&quot;">
            <a:extLst>
              <a:ext uri="{FF2B5EF4-FFF2-40B4-BE49-F238E27FC236}">
                <a16:creationId xmlns:a16="http://schemas.microsoft.com/office/drawing/2014/main" id="{B2E53866-753B-4E4E-A7C6-4C784FC889A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29876" y="2162828"/>
            <a:ext cx="1078510" cy="1193581"/>
          </a:xfrm>
          <a:prstGeom prst="rect">
            <a:avLst/>
          </a:prstGeom>
          <a:noFill/>
          <a:ln>
            <a:noFill/>
          </a:ln>
        </p:spPr>
      </p:pic>
      <p:pic>
        <p:nvPicPr>
          <p:cNvPr id="71" name="Picture 22" descr="A blue logo with a black background&#10;&#10;Description automatically generated with low confidence">
            <a:extLst>
              <a:ext uri="{FF2B5EF4-FFF2-40B4-BE49-F238E27FC236}">
                <a16:creationId xmlns:a16="http://schemas.microsoft.com/office/drawing/2014/main" id="{B17536E0-D51E-476E-86EB-1B1B2FC99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4222" y="2255118"/>
            <a:ext cx="1080000" cy="1080000"/>
          </a:xfrm>
          <a:prstGeom prst="rect">
            <a:avLst/>
          </a:prstGeom>
        </p:spPr>
      </p:pic>
      <p:pic>
        <p:nvPicPr>
          <p:cNvPr id="72" name="Picture 31" descr="A picture containing cartoon, graphics, elephant, clipart&#10;&#10;Description automatically generated">
            <a:extLst>
              <a:ext uri="{FF2B5EF4-FFF2-40B4-BE49-F238E27FC236}">
                <a16:creationId xmlns:a16="http://schemas.microsoft.com/office/drawing/2014/main" id="{77CB9EC3-5A62-44EC-93D5-A2657719A0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9597" y="2552520"/>
            <a:ext cx="914625" cy="542916"/>
          </a:xfrm>
          <a:prstGeom prst="rect">
            <a:avLst/>
          </a:prstGeom>
        </p:spPr>
      </p:pic>
      <p:pic>
        <p:nvPicPr>
          <p:cNvPr id="73" name="Picture 63" descr="A picture containing sailing vessel, graphics, graphic design, ship&#10;&#10;Description automatically generated">
            <a:extLst>
              <a:ext uri="{FF2B5EF4-FFF2-40B4-BE49-F238E27FC236}">
                <a16:creationId xmlns:a16="http://schemas.microsoft.com/office/drawing/2014/main" id="{BFF1C777-4707-442E-B923-3A526973879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87578" y="2462560"/>
            <a:ext cx="1399910" cy="792664"/>
          </a:xfrm>
          <a:prstGeom prst="rect">
            <a:avLst/>
          </a:prstGeom>
        </p:spPr>
      </p:pic>
    </p:spTree>
    <p:extLst>
      <p:ext uri="{BB962C8B-B14F-4D97-AF65-F5344CB8AC3E}">
        <p14:creationId xmlns:p14="http://schemas.microsoft.com/office/powerpoint/2010/main" val="2119434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fade">
                                      <p:cBhvr>
                                        <p:cTn id="11" dur="500"/>
                                        <p:tgtEl>
                                          <p:spTgt spid="72"/>
                                        </p:tgtEl>
                                      </p:cBhvr>
                                    </p:animEffect>
                                  </p:childTnLst>
                                </p:cTn>
                              </p:par>
                            </p:childTnLst>
                          </p:cTn>
                        </p:par>
                        <p:par>
                          <p:cTn id="12" fill="hold">
                            <p:stCondLst>
                              <p:cond delay="1000"/>
                            </p:stCondLst>
                            <p:childTnLst>
                              <p:par>
                                <p:cTn id="13" presetID="42" presetClass="path" presetSubtype="0" accel="50000" decel="50000" fill="hold" nodeType="afterEffect">
                                  <p:stCondLst>
                                    <p:cond delay="0"/>
                                  </p:stCondLst>
                                  <p:childTnLst>
                                    <p:animMotion origin="layout" path="M 1.04167E-6 4.44444E-6 L -0.00951 0.22152 " pathEditMode="relative" rAng="0" ptsTypes="AA">
                                      <p:cBhvr>
                                        <p:cTn id="14" dur="2000" fill="hold"/>
                                        <p:tgtEl>
                                          <p:spTgt spid="72"/>
                                        </p:tgtEl>
                                        <p:attrNameLst>
                                          <p:attrName>ppt_x</p:attrName>
                                          <p:attrName>ppt_y</p:attrName>
                                        </p:attrNameLst>
                                      </p:cBhvr>
                                      <p:rCtr x="-482" y="11065"/>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10" presetClass="entr" presetSubtype="0" fill="hold" nodeType="with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fade">
                                      <p:cBhvr>
                                        <p:cTn id="30" dur="500"/>
                                        <p:tgtEl>
                                          <p:spTgt spid="73"/>
                                        </p:tgtEl>
                                      </p:cBhvr>
                                    </p:animEffect>
                                  </p:childTnLst>
                                </p:cTn>
                              </p:par>
                              <p:par>
                                <p:cTn id="31" presetID="42" presetClass="path" presetSubtype="0" accel="50000" decel="50000" fill="hold" nodeType="withEffect">
                                  <p:stCondLst>
                                    <p:cond delay="0"/>
                                  </p:stCondLst>
                                  <p:childTnLst>
                                    <p:animMotion origin="layout" path="M 1.66667E-6 1.85185E-6 L 0.00039 0.21088 " pathEditMode="relative" rAng="0" ptsTypes="AA">
                                      <p:cBhvr>
                                        <p:cTn id="32" dur="2000" fill="hold"/>
                                        <p:tgtEl>
                                          <p:spTgt spid="73"/>
                                        </p:tgtEl>
                                        <p:attrNameLst>
                                          <p:attrName>ppt_x</p:attrName>
                                          <p:attrName>ppt_y</p:attrName>
                                        </p:attrNameLst>
                                      </p:cBhvr>
                                      <p:rCtr x="13" y="10532"/>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9"/>
                                        </p:tgtEl>
                                        <p:attrNameLst>
                                          <p:attrName>style.visibility</p:attrName>
                                        </p:attrNameLst>
                                      </p:cBhvr>
                                      <p:to>
                                        <p:strVal val="visible"/>
                                      </p:to>
                                    </p:set>
                                    <p:animEffect transition="in" filter="fade">
                                      <p:cBhvr>
                                        <p:cTn id="45" dur="500"/>
                                        <p:tgtEl>
                                          <p:spTgt spid="6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8"/>
                                        </p:tgtEl>
                                        <p:attrNameLst>
                                          <p:attrName>style.visibility</p:attrName>
                                        </p:attrNameLst>
                                      </p:cBhvr>
                                      <p:to>
                                        <p:strVal val="visible"/>
                                      </p:to>
                                    </p:set>
                                    <p:animEffect transition="in" filter="fade">
                                      <p:cBhvr>
                                        <p:cTn id="50" dur="500"/>
                                        <p:tgtEl>
                                          <p:spTgt spid="6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0"/>
                                        </p:tgtEl>
                                        <p:attrNameLst>
                                          <p:attrName>style.visibility</p:attrName>
                                        </p:attrNameLst>
                                      </p:cBhvr>
                                      <p:to>
                                        <p:strVal val="visible"/>
                                      </p:to>
                                    </p:set>
                                    <p:animEffect transition="in" filter="fade">
                                      <p:cBhvr>
                                        <p:cTn id="55"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5" grpId="0"/>
      <p:bldP spid="66" grpId="0"/>
      <p:bldP spid="6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4">
            <a:extLst>
              <a:ext uri="{FF2B5EF4-FFF2-40B4-BE49-F238E27FC236}">
                <a16:creationId xmlns:a16="http://schemas.microsoft.com/office/drawing/2014/main" id="{8F4E68B2-F803-42E8-873D-1F459DD757FD}"/>
              </a:ext>
            </a:extLst>
          </p:cNvPr>
          <p:cNvSpPr txBox="1"/>
          <p:nvPr/>
        </p:nvSpPr>
        <p:spPr>
          <a:xfrm>
            <a:off x="3712557" y="170204"/>
            <a:ext cx="4992362" cy="377476"/>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Outils</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de</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développement</a:t>
            </a:r>
          </a:p>
        </p:txBody>
      </p:sp>
      <p:grpSp>
        <p:nvGrpSpPr>
          <p:cNvPr id="6" name="Group 2">
            <a:extLst>
              <a:ext uri="{FF2B5EF4-FFF2-40B4-BE49-F238E27FC236}">
                <a16:creationId xmlns:a16="http://schemas.microsoft.com/office/drawing/2014/main" id="{78FE11D9-D01D-4B0E-9D33-B0BC6D7D587B}"/>
              </a:ext>
            </a:extLst>
          </p:cNvPr>
          <p:cNvGrpSpPr/>
          <p:nvPr/>
        </p:nvGrpSpPr>
        <p:grpSpPr>
          <a:xfrm>
            <a:off x="511159" y="833531"/>
            <a:ext cx="6483682" cy="497089"/>
            <a:chOff x="985031" y="709630"/>
            <a:chExt cx="6483682" cy="497089"/>
          </a:xfrm>
        </p:grpSpPr>
        <p:sp>
          <p:nvSpPr>
            <p:cNvPr id="7" name="Chevron 224">
              <a:extLst>
                <a:ext uri="{FF2B5EF4-FFF2-40B4-BE49-F238E27FC236}">
                  <a16:creationId xmlns:a16="http://schemas.microsoft.com/office/drawing/2014/main" id="{069383C5-4230-4F8E-9CBD-8723AD83A132}"/>
                </a:ext>
              </a:extLst>
            </p:cNvPr>
            <p:cNvSpPr/>
            <p:nvPr/>
          </p:nvSpPr>
          <p:spPr>
            <a:xfrm>
              <a:off x="5747297" y="1098719"/>
              <a:ext cx="1721416"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tx1"/>
                </a:solidFill>
                <a:effectLst>
                  <a:outerShdw blurRad="63500" dir="3600000" algn="tl" rotWithShape="0">
                    <a:srgbClr val="000000">
                      <a:alpha val="70000"/>
                    </a:srgbClr>
                  </a:outerShdw>
                </a:effectLst>
                <a:latin typeface="Century Gothic" pitchFamily="34" charset="0"/>
              </a:endParaRPr>
            </a:p>
          </p:txBody>
        </p:sp>
        <p:sp>
          <p:nvSpPr>
            <p:cNvPr id="8" name="Rectangle 7">
              <a:extLst>
                <a:ext uri="{FF2B5EF4-FFF2-40B4-BE49-F238E27FC236}">
                  <a16:creationId xmlns:a16="http://schemas.microsoft.com/office/drawing/2014/main" id="{89519285-2891-44F1-8BEB-67F9D241E1A1}"/>
                </a:ext>
              </a:extLst>
            </p:cNvPr>
            <p:cNvSpPr/>
            <p:nvPr/>
          </p:nvSpPr>
          <p:spPr>
            <a:xfrm>
              <a:off x="985031" y="709630"/>
              <a:ext cx="2435282" cy="375552"/>
            </a:xfrm>
            <a:prstGeom prst="rect">
              <a:avLst/>
            </a:prstGeom>
          </p:spPr>
          <p:txBody>
            <a:bodyPr wrap="none">
              <a:spAutoFit/>
            </a:bodyPr>
            <a:lstStyle/>
            <a:p>
              <a:pPr lvl="0" algn="just" rtl="0">
                <a:lnSpc>
                  <a:spcPct val="107000"/>
                </a:lnSpc>
                <a:spcAft>
                  <a:spcPts val="800"/>
                </a:spcAft>
              </a:pPr>
              <a:r>
                <a:rPr lang="fr-FR" sz="1400" dirty="0">
                  <a:latin typeface="Times New Roman" panose="02020603050405020304" pitchFamily="18" charset="0"/>
                  <a:cs typeface="Times New Roman" panose="02020603050405020304" pitchFamily="18"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Langages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de</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programmation</a:t>
              </a:r>
            </a:p>
          </p:txBody>
        </p:sp>
      </p:grpSp>
      <p:grpSp>
        <p:nvGrpSpPr>
          <p:cNvPr id="9" name="Group 18">
            <a:extLst>
              <a:ext uri="{FF2B5EF4-FFF2-40B4-BE49-F238E27FC236}">
                <a16:creationId xmlns:a16="http://schemas.microsoft.com/office/drawing/2014/main" id="{C6B4C4E0-9B4F-4DC0-9997-02300A325281}"/>
              </a:ext>
            </a:extLst>
          </p:cNvPr>
          <p:cNvGrpSpPr/>
          <p:nvPr/>
        </p:nvGrpSpPr>
        <p:grpSpPr>
          <a:xfrm>
            <a:off x="544483" y="904705"/>
            <a:ext cx="6073570" cy="452496"/>
            <a:chOff x="-3419675" y="745355"/>
            <a:chExt cx="5988451" cy="452496"/>
          </a:xfrm>
          <a:solidFill>
            <a:schemeClr val="bg1">
              <a:lumMod val="65000"/>
            </a:schemeClr>
          </a:solidFill>
        </p:grpSpPr>
        <p:sp>
          <p:nvSpPr>
            <p:cNvPr id="10" name="Chevron 224">
              <a:extLst>
                <a:ext uri="{FF2B5EF4-FFF2-40B4-BE49-F238E27FC236}">
                  <a16:creationId xmlns:a16="http://schemas.microsoft.com/office/drawing/2014/main" id="{D4F10B8E-BF88-4EAC-8511-76F2311183E6}"/>
                </a:ext>
              </a:extLst>
            </p:cNvPr>
            <p:cNvSpPr/>
            <p:nvPr/>
          </p:nvSpPr>
          <p:spPr>
            <a:xfrm>
              <a:off x="-3419675" y="1063270"/>
              <a:ext cx="2435281" cy="134581"/>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rgbClr val="002060"/>
                </a:solidFill>
                <a:effectLst>
                  <a:outerShdw blurRad="38100" dist="38100" dir="2700000" algn="tl">
                    <a:srgbClr val="000000">
                      <a:alpha val="43137"/>
                    </a:srgbClr>
                  </a:outerShdw>
                </a:effectLst>
                <a:latin typeface="Century Gothic" pitchFamily="34" charset="0"/>
              </a:endParaRPr>
            </a:p>
          </p:txBody>
        </p:sp>
        <p:sp>
          <p:nvSpPr>
            <p:cNvPr id="11" name="Rectangle 10">
              <a:extLst>
                <a:ext uri="{FF2B5EF4-FFF2-40B4-BE49-F238E27FC236}">
                  <a16:creationId xmlns:a16="http://schemas.microsoft.com/office/drawing/2014/main" id="{17FC37D1-151A-4F54-8302-8F052BF95BDD}"/>
                </a:ext>
              </a:extLst>
            </p:cNvPr>
            <p:cNvSpPr/>
            <p:nvPr/>
          </p:nvSpPr>
          <p:spPr>
            <a:xfrm>
              <a:off x="1539303" y="745355"/>
              <a:ext cx="1029473" cy="307777"/>
            </a:xfrm>
            <a:prstGeom prst="rect">
              <a:avLst/>
            </a:prstGeom>
            <a:noFill/>
          </p:spPr>
          <p:txBody>
            <a:bodyPr wrap="square">
              <a:spAutoFit/>
            </a:bodyPr>
            <a:lstStyle/>
            <a:p>
              <a:pPr algn="ct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Framework</a:t>
              </a:r>
              <a:endParaRPr lang="fr-FR" sz="1400" dirty="0">
                <a:solidFill>
                  <a:schemeClr val="bg1">
                    <a:lumMod val="65000"/>
                  </a:schemeClr>
                </a:solidFill>
                <a:latin typeface="Times New Roman" panose="02020603050405020304" pitchFamily="18" charset="0"/>
                <a:cs typeface="Times New Roman" panose="02020603050405020304" pitchFamily="18" charset="0"/>
              </a:endParaRPr>
            </a:p>
          </p:txBody>
        </p:sp>
      </p:grpSp>
      <p:grpSp>
        <p:nvGrpSpPr>
          <p:cNvPr id="12" name="Group 24">
            <a:extLst>
              <a:ext uri="{FF2B5EF4-FFF2-40B4-BE49-F238E27FC236}">
                <a16:creationId xmlns:a16="http://schemas.microsoft.com/office/drawing/2014/main" id="{84763539-DF35-4FEC-B4A4-C471A3BB526E}"/>
              </a:ext>
            </a:extLst>
          </p:cNvPr>
          <p:cNvGrpSpPr/>
          <p:nvPr/>
        </p:nvGrpSpPr>
        <p:grpSpPr>
          <a:xfrm>
            <a:off x="8291382" y="847068"/>
            <a:ext cx="2350761" cy="469309"/>
            <a:chOff x="1344580" y="763222"/>
            <a:chExt cx="2350761" cy="469309"/>
          </a:xfrm>
        </p:grpSpPr>
        <p:sp>
          <p:nvSpPr>
            <p:cNvPr id="13" name="Chevron 224">
              <a:extLst>
                <a:ext uri="{FF2B5EF4-FFF2-40B4-BE49-F238E27FC236}">
                  <a16:creationId xmlns:a16="http://schemas.microsoft.com/office/drawing/2014/main" id="{2F3374E7-25C9-4AB9-8EBE-F74AD597AE96}"/>
                </a:ext>
              </a:extLst>
            </p:cNvPr>
            <p:cNvSpPr/>
            <p:nvPr/>
          </p:nvSpPr>
          <p:spPr>
            <a:xfrm>
              <a:off x="1344580" y="1124531"/>
              <a:ext cx="2138494"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4" name="Rectangle 13">
              <a:extLst>
                <a:ext uri="{FF2B5EF4-FFF2-40B4-BE49-F238E27FC236}">
                  <a16:creationId xmlns:a16="http://schemas.microsoft.com/office/drawing/2014/main" id="{34C0E67C-2DCD-4756-A364-01D265A88DEE}"/>
                </a:ext>
              </a:extLst>
            </p:cNvPr>
            <p:cNvSpPr/>
            <p:nvPr/>
          </p:nvSpPr>
          <p:spPr>
            <a:xfrm>
              <a:off x="1446964" y="763222"/>
              <a:ext cx="2248377" cy="375552"/>
            </a:xfrm>
            <a:prstGeom prst="rect">
              <a:avLst/>
            </a:prstGeom>
          </p:spPr>
          <p:txBody>
            <a:bodyPr wrap="square">
              <a:spAutoFit/>
            </a:bodyPr>
            <a:lstStyle/>
            <a:p>
              <a:pPr lvl="0" algn="just" rtl="0">
                <a:lnSpc>
                  <a:spcPct val="107000"/>
                </a:lnSpc>
                <a:spcAft>
                  <a:spcPts val="800"/>
                </a:spcAft>
              </a:pPr>
              <a:r>
                <a:rPr lang="fr-FR" sz="1400" dirty="0">
                  <a:solidFill>
                    <a:schemeClr val="bg1">
                      <a:lumMod val="65000"/>
                    </a:schemeClr>
                  </a:solidFill>
                  <a:latin typeface="Times New Roman" panose="02020603050405020304" pitchFamily="18" charset="0"/>
                  <a:cs typeface="Times New Roman" panose="02020603050405020304" pitchFamily="18" charset="0"/>
                </a:rPr>
                <a:t>Autres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technologies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web</a:t>
              </a:r>
            </a:p>
          </p:txBody>
        </p:sp>
      </p:grpSp>
      <p:sp>
        <p:nvSpPr>
          <p:cNvPr id="15" name="Isosceles Triangle 225">
            <a:extLst>
              <a:ext uri="{FF2B5EF4-FFF2-40B4-BE49-F238E27FC236}">
                <a16:creationId xmlns:a16="http://schemas.microsoft.com/office/drawing/2014/main" id="{CBE0C104-4694-45BA-8510-EBC47A21A160}"/>
              </a:ext>
            </a:extLst>
          </p:cNvPr>
          <p:cNvSpPr/>
          <p:nvPr/>
        </p:nvSpPr>
        <p:spPr>
          <a:xfrm rot="10800000">
            <a:off x="5949949" y="1356751"/>
            <a:ext cx="292102"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Image 16">
            <a:extLst>
              <a:ext uri="{FF2B5EF4-FFF2-40B4-BE49-F238E27FC236}">
                <a16:creationId xmlns:a16="http://schemas.microsoft.com/office/drawing/2014/main" id="{401C741B-E725-4B0B-95DD-79B57828130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6363" y="2919253"/>
            <a:ext cx="1279274" cy="1019494"/>
          </a:xfrm>
          <a:prstGeom prst="rect">
            <a:avLst/>
          </a:prstGeom>
          <a:noFill/>
          <a:ln>
            <a:noFill/>
          </a:ln>
        </p:spPr>
      </p:pic>
      <p:sp>
        <p:nvSpPr>
          <p:cNvPr id="19" name="ZoneTexte 18">
            <a:extLst>
              <a:ext uri="{FF2B5EF4-FFF2-40B4-BE49-F238E27FC236}">
                <a16:creationId xmlns:a16="http://schemas.microsoft.com/office/drawing/2014/main" id="{6D54FDBF-D67B-404F-9612-12AAC5F654DF}"/>
              </a:ext>
            </a:extLst>
          </p:cNvPr>
          <p:cNvSpPr txBox="1"/>
          <p:nvPr/>
        </p:nvSpPr>
        <p:spPr>
          <a:xfrm>
            <a:off x="5563791" y="4053046"/>
            <a:ext cx="6093618" cy="369332"/>
          </a:xfrm>
          <a:prstGeom prst="rect">
            <a:avLst/>
          </a:prstGeom>
          <a:noFill/>
        </p:spPr>
        <p:txBody>
          <a:bodyPr wrap="square">
            <a:spAutoFit/>
          </a:bodyPr>
          <a:lstStyle/>
          <a:p>
            <a:r>
              <a:rPr lang="fr-FR" sz="1800" b="1" dirty="0">
                <a:solidFill>
                  <a:srgbClr val="0D0D0D"/>
                </a:solidFill>
                <a:effectLst/>
                <a:latin typeface="Times New Roman" panose="02020603050405020304" pitchFamily="18" charset="0"/>
                <a:ea typeface="Calibri" panose="020F0502020204030204" pitchFamily="34" charset="0"/>
              </a:rPr>
              <a:t>Bootstrap </a:t>
            </a:r>
            <a:endParaRPr lang="fr-FR" dirty="0"/>
          </a:p>
        </p:txBody>
      </p:sp>
      <p:grpSp>
        <p:nvGrpSpPr>
          <p:cNvPr id="16" name="Group 30">
            <a:extLst>
              <a:ext uri="{FF2B5EF4-FFF2-40B4-BE49-F238E27FC236}">
                <a16:creationId xmlns:a16="http://schemas.microsoft.com/office/drawing/2014/main" id="{29C0E9A3-83DA-4BD1-9B2B-CF78801491EF}"/>
              </a:ext>
            </a:extLst>
          </p:cNvPr>
          <p:cNvGrpSpPr/>
          <p:nvPr/>
        </p:nvGrpSpPr>
        <p:grpSpPr>
          <a:xfrm>
            <a:off x="11724572" y="6292069"/>
            <a:ext cx="539659" cy="576000"/>
            <a:chOff x="11602707" y="6123456"/>
            <a:chExt cx="680441" cy="734544"/>
          </a:xfrm>
          <a:solidFill>
            <a:srgbClr val="003076"/>
          </a:solidFill>
        </p:grpSpPr>
        <p:sp>
          <p:nvSpPr>
            <p:cNvPr id="18" name="Freeform: Shape 31">
              <a:extLst>
                <a:ext uri="{FF2B5EF4-FFF2-40B4-BE49-F238E27FC236}">
                  <a16:creationId xmlns:a16="http://schemas.microsoft.com/office/drawing/2014/main" id="{74B789F6-7F62-4BF2-8E86-844BDBD0DCFC}"/>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20" name="Group 32">
              <a:extLst>
                <a:ext uri="{FF2B5EF4-FFF2-40B4-BE49-F238E27FC236}">
                  <a16:creationId xmlns:a16="http://schemas.microsoft.com/office/drawing/2014/main" id="{C821F1E7-6204-451D-BEC8-CC1696B4D008}"/>
                </a:ext>
              </a:extLst>
            </p:cNvPr>
            <p:cNvGrpSpPr/>
            <p:nvPr/>
          </p:nvGrpSpPr>
          <p:grpSpPr>
            <a:xfrm>
              <a:off x="11738453" y="6279077"/>
              <a:ext cx="544695" cy="578923"/>
              <a:chOff x="11738453" y="6279077"/>
              <a:chExt cx="544695" cy="578923"/>
            </a:xfrm>
            <a:grpFill/>
          </p:grpSpPr>
          <p:sp>
            <p:nvSpPr>
              <p:cNvPr id="21" name="Freeform: Shape 33">
                <a:extLst>
                  <a:ext uri="{FF2B5EF4-FFF2-40B4-BE49-F238E27FC236}">
                    <a16:creationId xmlns:a16="http://schemas.microsoft.com/office/drawing/2014/main" id="{F963F2E0-23B6-41DF-840A-4E37814CB79C}"/>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2" name="Slide Number Placeholder 1">
                <a:extLst>
                  <a:ext uri="{FF2B5EF4-FFF2-40B4-BE49-F238E27FC236}">
                    <a16:creationId xmlns:a16="http://schemas.microsoft.com/office/drawing/2014/main" id="{F60E5E93-515E-488C-8A24-4C40C0B5B1B9}"/>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26</a:t>
                </a:r>
              </a:p>
            </p:txBody>
          </p:sp>
        </p:grpSp>
      </p:grpSp>
    </p:spTree>
    <p:extLst>
      <p:ext uri="{BB962C8B-B14F-4D97-AF65-F5344CB8AC3E}">
        <p14:creationId xmlns:p14="http://schemas.microsoft.com/office/powerpoint/2010/main" val="2588389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4">
            <a:extLst>
              <a:ext uri="{FF2B5EF4-FFF2-40B4-BE49-F238E27FC236}">
                <a16:creationId xmlns:a16="http://schemas.microsoft.com/office/drawing/2014/main" id="{4ABDF692-9282-45C4-B268-18DAE2C7924D}"/>
              </a:ext>
            </a:extLst>
          </p:cNvPr>
          <p:cNvSpPr txBox="1"/>
          <p:nvPr/>
        </p:nvSpPr>
        <p:spPr>
          <a:xfrm>
            <a:off x="3712557" y="170204"/>
            <a:ext cx="4992362" cy="377476"/>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fr-FR" sz="3600" b="1" dirty="0">
                <a:solidFill>
                  <a:srgbClr val="003076"/>
                </a:solidFill>
                <a:latin typeface="Times New Roman" panose="02020603050405020304" pitchFamily="18" charset="0"/>
                <a:cs typeface="Times New Roman" panose="02020603050405020304" pitchFamily="18" charset="0"/>
              </a:rPr>
              <a:t>Outils</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de</a:t>
            </a:r>
            <a:r>
              <a:rPr lang="fr-FR"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fr-FR" sz="3600" b="1" dirty="0">
                <a:solidFill>
                  <a:srgbClr val="003076"/>
                </a:solidFill>
                <a:latin typeface="Times New Roman" panose="02020603050405020304" pitchFamily="18" charset="0"/>
                <a:cs typeface="Times New Roman" panose="02020603050405020304" pitchFamily="18" charset="0"/>
              </a:rPr>
              <a:t>développement</a:t>
            </a:r>
          </a:p>
        </p:txBody>
      </p:sp>
      <p:grpSp>
        <p:nvGrpSpPr>
          <p:cNvPr id="9" name="Group 18">
            <a:extLst>
              <a:ext uri="{FF2B5EF4-FFF2-40B4-BE49-F238E27FC236}">
                <a16:creationId xmlns:a16="http://schemas.microsoft.com/office/drawing/2014/main" id="{3DE44F6D-EB68-4023-BBB0-381700A34010}"/>
              </a:ext>
            </a:extLst>
          </p:cNvPr>
          <p:cNvGrpSpPr/>
          <p:nvPr/>
        </p:nvGrpSpPr>
        <p:grpSpPr>
          <a:xfrm>
            <a:off x="5108324" y="847068"/>
            <a:ext cx="1800000" cy="401534"/>
            <a:chOff x="1344580" y="830997"/>
            <a:chExt cx="1800000" cy="401534"/>
          </a:xfrm>
          <a:solidFill>
            <a:schemeClr val="bg1">
              <a:lumMod val="65000"/>
            </a:schemeClr>
          </a:solidFill>
        </p:grpSpPr>
        <p:sp>
          <p:nvSpPr>
            <p:cNvPr id="10" name="Chevron 224">
              <a:extLst>
                <a:ext uri="{FF2B5EF4-FFF2-40B4-BE49-F238E27FC236}">
                  <a16:creationId xmlns:a16="http://schemas.microsoft.com/office/drawing/2014/main" id="{77B4EA10-B971-454F-AD89-119257842BE0}"/>
                </a:ext>
              </a:extLst>
            </p:cNvPr>
            <p:cNvSpPr/>
            <p:nvPr/>
          </p:nvSpPr>
          <p:spPr>
            <a:xfrm>
              <a:off x="1344580" y="1124531"/>
              <a:ext cx="1800000" cy="10800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11" name="Rectangle 10">
              <a:extLst>
                <a:ext uri="{FF2B5EF4-FFF2-40B4-BE49-F238E27FC236}">
                  <a16:creationId xmlns:a16="http://schemas.microsoft.com/office/drawing/2014/main" id="{B53781BD-71A4-472D-8A22-3A4F8AFBD880}"/>
                </a:ext>
              </a:extLst>
            </p:cNvPr>
            <p:cNvSpPr/>
            <p:nvPr/>
          </p:nvSpPr>
          <p:spPr>
            <a:xfrm>
              <a:off x="1661490" y="830997"/>
              <a:ext cx="1082348" cy="307777"/>
            </a:xfrm>
            <a:prstGeom prst="rect">
              <a:avLst/>
            </a:prstGeom>
            <a:noFill/>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Frameworks</a:t>
              </a:r>
            </a:p>
          </p:txBody>
        </p:sp>
      </p:grpSp>
      <p:sp>
        <p:nvSpPr>
          <p:cNvPr id="15" name="Chevron 224">
            <a:extLst>
              <a:ext uri="{FF2B5EF4-FFF2-40B4-BE49-F238E27FC236}">
                <a16:creationId xmlns:a16="http://schemas.microsoft.com/office/drawing/2014/main" id="{FD518D24-F499-4080-B525-A23542E87395}"/>
              </a:ext>
            </a:extLst>
          </p:cNvPr>
          <p:cNvSpPr/>
          <p:nvPr/>
        </p:nvSpPr>
        <p:spPr>
          <a:xfrm>
            <a:off x="1404211" y="1169065"/>
            <a:ext cx="2435281" cy="134581"/>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rgbClr val="002060"/>
              </a:solidFill>
              <a:effectLst>
                <a:outerShdw blurRad="38100" dist="38100" dir="2700000" algn="tl">
                  <a:srgbClr val="000000">
                    <a:alpha val="43137"/>
                  </a:srgbClr>
                </a:outerShdw>
              </a:effectLst>
              <a:latin typeface="Century Gothic" pitchFamily="34" charset="0"/>
            </a:endParaRPr>
          </a:p>
        </p:txBody>
      </p:sp>
      <p:sp>
        <p:nvSpPr>
          <p:cNvPr id="16" name="Rectangle 15">
            <a:extLst>
              <a:ext uri="{FF2B5EF4-FFF2-40B4-BE49-F238E27FC236}">
                <a16:creationId xmlns:a16="http://schemas.microsoft.com/office/drawing/2014/main" id="{C590AA27-811C-45E4-8821-B419FBC281DB}"/>
              </a:ext>
            </a:extLst>
          </p:cNvPr>
          <p:cNvSpPr/>
          <p:nvPr/>
        </p:nvSpPr>
        <p:spPr>
          <a:xfrm>
            <a:off x="1296946" y="793513"/>
            <a:ext cx="2435282" cy="375552"/>
          </a:xfrm>
          <a:prstGeom prst="rect">
            <a:avLst/>
          </a:prstGeom>
        </p:spPr>
        <p:txBody>
          <a:bodyPr wrap="none">
            <a:spAutoFit/>
          </a:bodyPr>
          <a:lstStyle/>
          <a:p>
            <a:pPr lvl="0" algn="just" rtl="0">
              <a:lnSpc>
                <a:spcPct val="107000"/>
              </a:lnSpc>
              <a:spcAft>
                <a:spcPts val="800"/>
              </a:spcAft>
            </a:pPr>
            <a:r>
              <a:rPr lang="fr-FR" sz="1400" dirty="0">
                <a:latin typeface="Times New Roman" panose="02020603050405020304" pitchFamily="18" charset="0"/>
                <a:cs typeface="Times New Roman" panose="02020603050405020304" pitchFamily="18"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Langages</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de</a:t>
            </a:r>
            <a:r>
              <a:rPr lang="fr-FR" sz="1800" b="1" dirty="0">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bg1">
                    <a:lumMod val="65000"/>
                  </a:schemeClr>
                </a:solidFill>
                <a:latin typeface="Times New Roman" panose="02020603050405020304" pitchFamily="18" charset="0"/>
                <a:cs typeface="Times New Roman" panose="02020603050405020304" pitchFamily="18" charset="0"/>
              </a:rPr>
              <a:t>programmation</a:t>
            </a:r>
          </a:p>
        </p:txBody>
      </p:sp>
      <p:grpSp>
        <p:nvGrpSpPr>
          <p:cNvPr id="17" name="Group 2">
            <a:extLst>
              <a:ext uri="{FF2B5EF4-FFF2-40B4-BE49-F238E27FC236}">
                <a16:creationId xmlns:a16="http://schemas.microsoft.com/office/drawing/2014/main" id="{AC0BB7FC-D154-4132-AD61-BF378D335E87}"/>
              </a:ext>
            </a:extLst>
          </p:cNvPr>
          <p:cNvGrpSpPr/>
          <p:nvPr/>
        </p:nvGrpSpPr>
        <p:grpSpPr>
          <a:xfrm>
            <a:off x="8086625" y="764945"/>
            <a:ext cx="2512507" cy="471410"/>
            <a:chOff x="1087817" y="709630"/>
            <a:chExt cx="2512507" cy="471410"/>
          </a:xfrm>
        </p:grpSpPr>
        <p:sp>
          <p:nvSpPr>
            <p:cNvPr id="18" name="Chevron 224">
              <a:extLst>
                <a:ext uri="{FF2B5EF4-FFF2-40B4-BE49-F238E27FC236}">
                  <a16:creationId xmlns:a16="http://schemas.microsoft.com/office/drawing/2014/main" id="{89AE30FA-9EFC-4D85-A30A-5CF15FC74790}"/>
                </a:ext>
              </a:extLst>
            </p:cNvPr>
            <p:cNvSpPr/>
            <p:nvPr/>
          </p:nvSpPr>
          <p:spPr>
            <a:xfrm>
              <a:off x="1087817" y="1073040"/>
              <a:ext cx="2512507" cy="108000"/>
            </a:xfrm>
            <a:prstGeom prst="chevron">
              <a:avLst/>
            </a:prstGeom>
            <a:solidFill>
              <a:srgbClr val="0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tx1"/>
                </a:solidFill>
                <a:effectLst>
                  <a:outerShdw blurRad="63500" dir="3600000" algn="tl" rotWithShape="0">
                    <a:srgbClr val="000000">
                      <a:alpha val="70000"/>
                    </a:srgbClr>
                  </a:outerShdw>
                </a:effectLst>
                <a:latin typeface="Century Gothic" pitchFamily="34" charset="0"/>
              </a:endParaRPr>
            </a:p>
          </p:txBody>
        </p:sp>
        <p:sp>
          <p:nvSpPr>
            <p:cNvPr id="19" name="Rectangle 18">
              <a:extLst>
                <a:ext uri="{FF2B5EF4-FFF2-40B4-BE49-F238E27FC236}">
                  <a16:creationId xmlns:a16="http://schemas.microsoft.com/office/drawing/2014/main" id="{D75CF218-6055-420A-A9E9-ACDF8ECE795A}"/>
                </a:ext>
              </a:extLst>
            </p:cNvPr>
            <p:cNvSpPr/>
            <p:nvPr/>
          </p:nvSpPr>
          <p:spPr>
            <a:xfrm>
              <a:off x="1213458" y="709630"/>
              <a:ext cx="1978427" cy="375552"/>
            </a:xfrm>
            <a:prstGeom prst="rect">
              <a:avLst/>
            </a:prstGeom>
          </p:spPr>
          <p:txBody>
            <a:bodyPr wrap="none">
              <a:spAutoFit/>
            </a:bodyPr>
            <a:lstStyle/>
            <a:p>
              <a:pPr lvl="0" algn="just" rtl="0">
                <a:lnSpc>
                  <a:spcPct val="107000"/>
                </a:lnSpc>
                <a:spcAft>
                  <a:spcPts val="800"/>
                </a:spcAft>
              </a:pP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Autres</a:t>
              </a:r>
              <a:r>
                <a:rPr lang="fr-FR" sz="1800" b="1" dirty="0">
                  <a:solidFill>
                    <a:schemeClr val="tx1">
                      <a:lumMod val="95000"/>
                      <a:lumOff val="5000"/>
                    </a:schemeClr>
                  </a:solidFill>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technologies</a:t>
              </a:r>
              <a:r>
                <a:rPr lang="fr-FR" sz="1800" b="1" dirty="0">
                  <a:solidFill>
                    <a:schemeClr val="tx1">
                      <a:lumMod val="95000"/>
                      <a:lumOff val="5000"/>
                    </a:schemeClr>
                  </a:solidFill>
                  <a:effectLst/>
                  <a:latin typeface="Calibri" panose="020F0502020204030204" pitchFamily="34" charset="0"/>
                  <a:ea typeface="Calibri" panose="020F0502020204030204" pitchFamily="34" charset="0"/>
                  <a:cs typeface="Arial" panose="020B0604020202020204" pitchFamily="34" charset="0"/>
                </a:rPr>
                <a:t> </a:t>
              </a:r>
              <a:r>
                <a:rPr lang="fr-FR" sz="1400" dirty="0">
                  <a:solidFill>
                    <a:schemeClr val="tx1">
                      <a:lumMod val="95000"/>
                      <a:lumOff val="5000"/>
                    </a:schemeClr>
                  </a:solidFill>
                  <a:latin typeface="Times New Roman" panose="02020603050405020304" pitchFamily="18" charset="0"/>
                  <a:cs typeface="Times New Roman" panose="02020603050405020304" pitchFamily="18" charset="0"/>
                </a:rPr>
                <a:t>web</a:t>
              </a:r>
            </a:p>
          </p:txBody>
        </p:sp>
      </p:grpSp>
      <p:sp>
        <p:nvSpPr>
          <p:cNvPr id="20" name="Isosceles Triangle 225">
            <a:extLst>
              <a:ext uri="{FF2B5EF4-FFF2-40B4-BE49-F238E27FC236}">
                <a16:creationId xmlns:a16="http://schemas.microsoft.com/office/drawing/2014/main" id="{4338BB95-A72D-4FCF-850F-47367BFD364C}"/>
              </a:ext>
            </a:extLst>
          </p:cNvPr>
          <p:cNvSpPr/>
          <p:nvPr/>
        </p:nvSpPr>
        <p:spPr>
          <a:xfrm rot="10800000">
            <a:off x="9201479" y="1359907"/>
            <a:ext cx="292102"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Image 21">
            <a:extLst>
              <a:ext uri="{FF2B5EF4-FFF2-40B4-BE49-F238E27FC236}">
                <a16:creationId xmlns:a16="http://schemas.microsoft.com/office/drawing/2014/main" id="{6C4337B5-6279-43ED-A261-B78F78E728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5121" y="2248820"/>
            <a:ext cx="1115572" cy="1697815"/>
          </a:xfrm>
          <a:prstGeom prst="rect">
            <a:avLst/>
          </a:prstGeom>
        </p:spPr>
      </p:pic>
      <p:pic>
        <p:nvPicPr>
          <p:cNvPr id="23" name="Image 22">
            <a:extLst>
              <a:ext uri="{FF2B5EF4-FFF2-40B4-BE49-F238E27FC236}">
                <a16:creationId xmlns:a16="http://schemas.microsoft.com/office/drawing/2014/main" id="{52C29F98-3FD4-4855-84C0-10F34F17D494}"/>
              </a:ext>
            </a:extLst>
          </p:cNvPr>
          <p:cNvPicPr>
            <a:picLocks noChangeAspect="1"/>
          </p:cNvPicPr>
          <p:nvPr/>
        </p:nvPicPr>
        <p:blipFill>
          <a:blip r:embed="rId4"/>
          <a:srcRect/>
          <a:stretch>
            <a:fillRect/>
          </a:stretch>
        </p:blipFill>
        <p:spPr bwMode="auto">
          <a:xfrm>
            <a:off x="995488" y="2120232"/>
            <a:ext cx="1733424" cy="1521841"/>
          </a:xfrm>
          <a:prstGeom prst="rect">
            <a:avLst/>
          </a:prstGeom>
          <a:noFill/>
          <a:ln w="9525">
            <a:noFill/>
            <a:miter lim="800000"/>
            <a:headEnd/>
            <a:tailEnd/>
          </a:ln>
        </p:spPr>
      </p:pic>
      <p:pic>
        <p:nvPicPr>
          <p:cNvPr id="28" name="Image 27" descr="Résultat de recherche d'images pour &quot;icone JSON&quot;">
            <a:extLst>
              <a:ext uri="{FF2B5EF4-FFF2-40B4-BE49-F238E27FC236}">
                <a16:creationId xmlns:a16="http://schemas.microsoft.com/office/drawing/2014/main" id="{F1DDDC3F-8FDB-424D-A605-03F4D94833B9}"/>
              </a:ext>
            </a:extLst>
          </p:cNvPr>
          <p:cNvPicPr>
            <a:picLocks noChangeAspect="1"/>
          </p:cNvPicPr>
          <p:nvPr/>
        </p:nvPicPr>
        <p:blipFill>
          <a:blip r:embed="rId5" cstate="print"/>
          <a:srcRect/>
          <a:stretch>
            <a:fillRect/>
          </a:stretch>
        </p:blipFill>
        <p:spPr bwMode="auto">
          <a:xfrm>
            <a:off x="5136023" y="4290953"/>
            <a:ext cx="1371559" cy="1111984"/>
          </a:xfrm>
          <a:prstGeom prst="rect">
            <a:avLst/>
          </a:prstGeom>
          <a:noFill/>
          <a:ln w="9525">
            <a:noFill/>
            <a:miter lim="800000"/>
            <a:headEnd/>
            <a:tailEnd/>
          </a:ln>
        </p:spPr>
      </p:pic>
      <p:sp>
        <p:nvSpPr>
          <p:cNvPr id="30" name="ZoneTexte 29">
            <a:extLst>
              <a:ext uri="{FF2B5EF4-FFF2-40B4-BE49-F238E27FC236}">
                <a16:creationId xmlns:a16="http://schemas.microsoft.com/office/drawing/2014/main" id="{5D4B2FE2-FB1D-4F34-87A4-2E8C7C2535B7}"/>
              </a:ext>
            </a:extLst>
          </p:cNvPr>
          <p:cNvSpPr txBox="1"/>
          <p:nvPr/>
        </p:nvSpPr>
        <p:spPr>
          <a:xfrm>
            <a:off x="4046694" y="3946635"/>
            <a:ext cx="6093618" cy="369332"/>
          </a:xfrm>
          <a:prstGeom prst="rect">
            <a:avLst/>
          </a:prstGeom>
          <a:noFill/>
        </p:spPr>
        <p:txBody>
          <a:bodyPr wrap="square">
            <a:spAutoFit/>
          </a:bodyPr>
          <a:lstStyle/>
          <a:p>
            <a:r>
              <a:rPr lang="fr-FR" sz="1800" b="1" dirty="0">
                <a:solidFill>
                  <a:srgbClr val="0D0D0D"/>
                </a:solidFill>
                <a:effectLst/>
                <a:latin typeface="Calibri" panose="020F0502020204030204" pitchFamily="34" charset="0"/>
                <a:ea typeface="Calibri" panose="020F0502020204030204" pitchFamily="34" charset="0"/>
                <a:cs typeface="Arial" panose="020B0604020202020204" pitchFamily="34" charset="0"/>
              </a:rPr>
              <a:t>JSON (JavaScript Object Notation) </a:t>
            </a:r>
            <a:endParaRPr lang="fr-FR" dirty="0"/>
          </a:p>
        </p:txBody>
      </p:sp>
      <p:grpSp>
        <p:nvGrpSpPr>
          <p:cNvPr id="21" name="Group 1">
            <a:extLst>
              <a:ext uri="{FF2B5EF4-FFF2-40B4-BE49-F238E27FC236}">
                <a16:creationId xmlns:a16="http://schemas.microsoft.com/office/drawing/2014/main" id="{D51FD7B8-4856-4009-BA35-43D1A58E0BA6}"/>
              </a:ext>
            </a:extLst>
          </p:cNvPr>
          <p:cNvGrpSpPr/>
          <p:nvPr/>
        </p:nvGrpSpPr>
        <p:grpSpPr>
          <a:xfrm>
            <a:off x="-6249321" y="1362819"/>
            <a:ext cx="2916000" cy="2916000"/>
            <a:chOff x="3354429" y="3172449"/>
            <a:chExt cx="1188000" cy="1187100"/>
          </a:xfrm>
        </p:grpSpPr>
        <p:sp>
          <p:nvSpPr>
            <p:cNvPr id="24" name="TextBox 27">
              <a:extLst>
                <a:ext uri="{FF2B5EF4-FFF2-40B4-BE49-F238E27FC236}">
                  <a16:creationId xmlns:a16="http://schemas.microsoft.com/office/drawing/2014/main" id="{4316AF6D-08D2-4F5C-8AA0-23A60201E1B4}"/>
                </a:ext>
              </a:extLst>
            </p:cNvPr>
            <p:cNvSpPr txBox="1"/>
            <p:nvPr/>
          </p:nvSpPr>
          <p:spPr>
            <a:xfrm>
              <a:off x="3392958" y="3709510"/>
              <a:ext cx="1110164" cy="300709"/>
            </a:xfrm>
            <a:prstGeom prst="rect">
              <a:avLst/>
            </a:prstGeom>
            <a:noFill/>
          </p:spPr>
          <p:txBody>
            <a:bodyPr lIns="0" tIns="0" rIns="0" bIns="0" rtlCol="0" anchor="t">
              <a:spAutoFit/>
            </a:bodyPr>
            <a:lstStyle/>
            <a:p>
              <a:pPr algn="ctr">
                <a:lnSpc>
                  <a:spcPts val="4806"/>
                </a:lnSpc>
              </a:pPr>
              <a:r>
                <a:rPr lang="en-US" sz="6600" b="1" dirty="0">
                  <a:solidFill>
                    <a:srgbClr val="003076"/>
                  </a:solidFill>
                  <a:latin typeface="Nunito"/>
                </a:rPr>
                <a:t>7</a:t>
              </a:r>
            </a:p>
          </p:txBody>
        </p:sp>
        <p:grpSp>
          <p:nvGrpSpPr>
            <p:cNvPr id="25" name="Group 3">
              <a:extLst>
                <a:ext uri="{FF2B5EF4-FFF2-40B4-BE49-F238E27FC236}">
                  <a16:creationId xmlns:a16="http://schemas.microsoft.com/office/drawing/2014/main" id="{AFB6E134-4E7D-48B6-A218-4144059BC0E0}"/>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26" name="Google Shape;65;p15">
                <a:extLst>
                  <a:ext uri="{FF2B5EF4-FFF2-40B4-BE49-F238E27FC236}">
                    <a16:creationId xmlns:a16="http://schemas.microsoft.com/office/drawing/2014/main" id="{AEFCBEC5-6D55-4782-9DB7-895AC365536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6;p15">
                <a:extLst>
                  <a:ext uri="{FF2B5EF4-FFF2-40B4-BE49-F238E27FC236}">
                    <a16:creationId xmlns:a16="http://schemas.microsoft.com/office/drawing/2014/main" id="{56F3C3A2-F4DA-4E74-92F7-10581EEE8C48}"/>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5" name="TextBox 28">
            <a:extLst>
              <a:ext uri="{FF2B5EF4-FFF2-40B4-BE49-F238E27FC236}">
                <a16:creationId xmlns:a16="http://schemas.microsoft.com/office/drawing/2014/main" id="{50BB69C9-96D1-482E-BCF0-737786499A64}"/>
              </a:ext>
            </a:extLst>
          </p:cNvPr>
          <p:cNvSpPr txBox="1"/>
          <p:nvPr/>
        </p:nvSpPr>
        <p:spPr>
          <a:xfrm>
            <a:off x="-10767057" y="4846945"/>
            <a:ext cx="13182012" cy="413575"/>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en-US" sz="4800" b="1" dirty="0">
                <a:solidFill>
                  <a:srgbClr val="003076"/>
                </a:solidFill>
                <a:latin typeface="Times New Roman" panose="02020603050405020304" pitchFamily="18" charset="0"/>
                <a:cs typeface="Times New Roman" panose="02020603050405020304" pitchFamily="18" charset="0"/>
              </a:rPr>
              <a:t>Architecture de l’application</a:t>
            </a:r>
            <a:endParaRPr lang="fr-FR" sz="4800" b="1" dirty="0">
              <a:solidFill>
                <a:srgbClr val="003076"/>
              </a:solidFill>
              <a:latin typeface="Times New Roman" panose="02020603050405020304" pitchFamily="18" charset="0"/>
              <a:cs typeface="Times New Roman" panose="02020603050405020304" pitchFamily="18" charset="0"/>
            </a:endParaRPr>
          </a:p>
        </p:txBody>
      </p:sp>
      <p:grpSp>
        <p:nvGrpSpPr>
          <p:cNvPr id="29" name="Group 30">
            <a:extLst>
              <a:ext uri="{FF2B5EF4-FFF2-40B4-BE49-F238E27FC236}">
                <a16:creationId xmlns:a16="http://schemas.microsoft.com/office/drawing/2014/main" id="{7A46811D-7529-4EAF-B47A-6B8B1E59A02F}"/>
              </a:ext>
            </a:extLst>
          </p:cNvPr>
          <p:cNvGrpSpPr/>
          <p:nvPr/>
        </p:nvGrpSpPr>
        <p:grpSpPr>
          <a:xfrm>
            <a:off x="11724572" y="6292069"/>
            <a:ext cx="539659" cy="576000"/>
            <a:chOff x="11602707" y="6123456"/>
            <a:chExt cx="680441" cy="734544"/>
          </a:xfrm>
          <a:solidFill>
            <a:srgbClr val="003076"/>
          </a:solidFill>
        </p:grpSpPr>
        <p:sp>
          <p:nvSpPr>
            <p:cNvPr id="31" name="Freeform: Shape 31">
              <a:extLst>
                <a:ext uri="{FF2B5EF4-FFF2-40B4-BE49-F238E27FC236}">
                  <a16:creationId xmlns:a16="http://schemas.microsoft.com/office/drawing/2014/main" id="{0D2519E8-CBA5-4B0E-B55C-800104FF83B8}"/>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32" name="Group 32">
              <a:extLst>
                <a:ext uri="{FF2B5EF4-FFF2-40B4-BE49-F238E27FC236}">
                  <a16:creationId xmlns:a16="http://schemas.microsoft.com/office/drawing/2014/main" id="{AECE473E-A543-46D8-8EEA-171589774FBA}"/>
                </a:ext>
              </a:extLst>
            </p:cNvPr>
            <p:cNvGrpSpPr/>
            <p:nvPr/>
          </p:nvGrpSpPr>
          <p:grpSpPr>
            <a:xfrm>
              <a:off x="11738453" y="6279077"/>
              <a:ext cx="544695" cy="578923"/>
              <a:chOff x="11738453" y="6279077"/>
              <a:chExt cx="544695" cy="578923"/>
            </a:xfrm>
            <a:grpFill/>
          </p:grpSpPr>
          <p:sp>
            <p:nvSpPr>
              <p:cNvPr id="33" name="Freeform: Shape 33">
                <a:extLst>
                  <a:ext uri="{FF2B5EF4-FFF2-40B4-BE49-F238E27FC236}">
                    <a16:creationId xmlns:a16="http://schemas.microsoft.com/office/drawing/2014/main" id="{8A0922D1-A4DE-44EB-8EAE-A58126AF4FCE}"/>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34" name="Slide Number Placeholder 1">
                <a:extLst>
                  <a:ext uri="{FF2B5EF4-FFF2-40B4-BE49-F238E27FC236}">
                    <a16:creationId xmlns:a16="http://schemas.microsoft.com/office/drawing/2014/main" id="{EB012116-F3DB-4F4F-9D44-9C54FE2386AA}"/>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27</a:t>
                </a:r>
              </a:p>
            </p:txBody>
          </p:sp>
        </p:grpSp>
      </p:grpSp>
    </p:spTree>
    <p:extLst>
      <p:ext uri="{BB962C8B-B14F-4D97-AF65-F5344CB8AC3E}">
        <p14:creationId xmlns:p14="http://schemas.microsoft.com/office/powerpoint/2010/main" val="3318301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8">
            <a:extLst>
              <a:ext uri="{FF2B5EF4-FFF2-40B4-BE49-F238E27FC236}">
                <a16:creationId xmlns:a16="http://schemas.microsoft.com/office/drawing/2014/main" id="{BEFF4FB4-8925-4E2F-8FED-C895C784F7B0}"/>
              </a:ext>
            </a:extLst>
          </p:cNvPr>
          <p:cNvSpPr txBox="1"/>
          <p:nvPr/>
        </p:nvSpPr>
        <p:spPr>
          <a:xfrm>
            <a:off x="0" y="5488540"/>
            <a:ext cx="13182012" cy="413575"/>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en-US" sz="4800" b="1" dirty="0">
                <a:solidFill>
                  <a:srgbClr val="003076"/>
                </a:solidFill>
                <a:latin typeface="Times New Roman" panose="02020603050405020304" pitchFamily="18" charset="0"/>
                <a:cs typeface="Times New Roman" panose="02020603050405020304" pitchFamily="18" charset="0"/>
              </a:rPr>
              <a:t>Architecture de l’application</a:t>
            </a:r>
            <a:endParaRPr lang="fr-FR" sz="4800" b="1" dirty="0">
              <a:solidFill>
                <a:srgbClr val="003076"/>
              </a:solidFill>
              <a:latin typeface="Times New Roman" panose="02020603050405020304" pitchFamily="18" charset="0"/>
              <a:cs typeface="Times New Roman" panose="02020603050405020304" pitchFamily="18" charset="0"/>
            </a:endParaRPr>
          </a:p>
        </p:txBody>
      </p:sp>
      <p:grpSp>
        <p:nvGrpSpPr>
          <p:cNvPr id="9" name="Group 1">
            <a:extLst>
              <a:ext uri="{FF2B5EF4-FFF2-40B4-BE49-F238E27FC236}">
                <a16:creationId xmlns:a16="http://schemas.microsoft.com/office/drawing/2014/main" id="{D74D64C6-713E-4DFF-BE1A-0E711DC8806F}"/>
              </a:ext>
            </a:extLst>
          </p:cNvPr>
          <p:cNvGrpSpPr/>
          <p:nvPr/>
        </p:nvGrpSpPr>
        <p:grpSpPr>
          <a:xfrm>
            <a:off x="4638000" y="1971000"/>
            <a:ext cx="2916000" cy="2916000"/>
            <a:chOff x="3354429" y="3172449"/>
            <a:chExt cx="1188000" cy="1187100"/>
          </a:xfrm>
        </p:grpSpPr>
        <p:sp>
          <p:nvSpPr>
            <p:cNvPr id="11" name="TextBox 27">
              <a:extLst>
                <a:ext uri="{FF2B5EF4-FFF2-40B4-BE49-F238E27FC236}">
                  <a16:creationId xmlns:a16="http://schemas.microsoft.com/office/drawing/2014/main" id="{9635F562-2A9B-47AE-A1AD-E5360560BEF2}"/>
                </a:ext>
              </a:extLst>
            </p:cNvPr>
            <p:cNvSpPr txBox="1"/>
            <p:nvPr/>
          </p:nvSpPr>
          <p:spPr>
            <a:xfrm>
              <a:off x="3392958" y="3709510"/>
              <a:ext cx="1110164" cy="300709"/>
            </a:xfrm>
            <a:prstGeom prst="rect">
              <a:avLst/>
            </a:prstGeom>
            <a:noFill/>
          </p:spPr>
          <p:txBody>
            <a:bodyPr lIns="0" tIns="0" rIns="0" bIns="0" rtlCol="0" anchor="t">
              <a:spAutoFit/>
            </a:bodyPr>
            <a:lstStyle/>
            <a:p>
              <a:pPr algn="ctr">
                <a:lnSpc>
                  <a:spcPts val="4806"/>
                </a:lnSpc>
              </a:pPr>
              <a:r>
                <a:rPr lang="en-US" sz="6600" b="1" dirty="0">
                  <a:solidFill>
                    <a:srgbClr val="003076"/>
                  </a:solidFill>
                  <a:latin typeface="Nunito"/>
                </a:rPr>
                <a:t>7</a:t>
              </a:r>
            </a:p>
          </p:txBody>
        </p:sp>
        <p:grpSp>
          <p:nvGrpSpPr>
            <p:cNvPr id="12" name="Group 3">
              <a:extLst>
                <a:ext uri="{FF2B5EF4-FFF2-40B4-BE49-F238E27FC236}">
                  <a16:creationId xmlns:a16="http://schemas.microsoft.com/office/drawing/2014/main" id="{DDA8311F-9542-47F0-80D0-BA51FF5FD1A7}"/>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3" name="Google Shape;65;p15">
                <a:extLst>
                  <a:ext uri="{FF2B5EF4-FFF2-40B4-BE49-F238E27FC236}">
                    <a16:creationId xmlns:a16="http://schemas.microsoft.com/office/drawing/2014/main" id="{514D492D-970B-4A39-98E2-D469733A060D}"/>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003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6;p15">
                <a:extLst>
                  <a:ext uri="{FF2B5EF4-FFF2-40B4-BE49-F238E27FC236}">
                    <a16:creationId xmlns:a16="http://schemas.microsoft.com/office/drawing/2014/main" id="{4F931FAF-59D9-44AE-9F0E-679CEE069D4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0030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1796000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4">
            <a:extLst>
              <a:ext uri="{FF2B5EF4-FFF2-40B4-BE49-F238E27FC236}">
                <a16:creationId xmlns:a16="http://schemas.microsoft.com/office/drawing/2014/main" id="{29A8572E-6DDA-1E2E-9BD8-7DF77E3D4DDD}"/>
              </a:ext>
            </a:extLst>
          </p:cNvPr>
          <p:cNvSpPr txBox="1"/>
          <p:nvPr/>
        </p:nvSpPr>
        <p:spPr>
          <a:xfrm>
            <a:off x="3513860" y="315586"/>
            <a:ext cx="5906762" cy="377476"/>
          </a:xfrm>
          <a:prstGeom prst="rect">
            <a:avLst/>
          </a:prstGeom>
        </p:spPr>
        <p:txBody>
          <a:bodyPr wrap="square" lIns="0" tIns="0" rIns="0" bIns="0" rtlCol="0" anchor="t">
            <a:spAutoFit/>
          </a:bodyPr>
          <a:lstStyle/>
          <a:p>
            <a:pPr marL="0" algn="ctr" rtl="0" eaLnBrk="1" latinLnBrk="0" hangingPunct="1">
              <a:lnSpc>
                <a:spcPts val="2800"/>
              </a:lnSpc>
              <a:spcBef>
                <a:spcPts val="0"/>
              </a:spcBef>
              <a:spcAft>
                <a:spcPts val="0"/>
              </a:spcAft>
            </a:pPr>
            <a:r>
              <a:rPr lang="en-US" sz="3600" b="1" dirty="0">
                <a:solidFill>
                  <a:srgbClr val="003076"/>
                </a:solidFill>
                <a:latin typeface="Times New Roman" panose="02020603050405020304" pitchFamily="18" charset="0"/>
                <a:cs typeface="Times New Roman" panose="02020603050405020304" pitchFamily="18" charset="0"/>
              </a:rPr>
              <a:t>Architecture de</a:t>
            </a:r>
            <a:r>
              <a:rPr lang="en-US" sz="1800" b="1" kern="1200" dirty="0">
                <a:solidFill>
                  <a:srgbClr val="003076"/>
                </a:solidFill>
                <a:effectLst/>
                <a:latin typeface="Times New Roman" panose="02020603050405020304" pitchFamily="18" charset="0"/>
                <a:ea typeface="+mn-ea"/>
                <a:cs typeface="Times New Roman" panose="02020603050405020304" pitchFamily="18" charset="0"/>
              </a:rPr>
              <a:t> </a:t>
            </a:r>
            <a:r>
              <a:rPr lang="en-US" sz="3600" b="1" dirty="0">
                <a:solidFill>
                  <a:srgbClr val="003076"/>
                </a:solidFill>
                <a:latin typeface="Times New Roman" panose="02020603050405020304" pitchFamily="18" charset="0"/>
                <a:cs typeface="Times New Roman" panose="02020603050405020304" pitchFamily="18" charset="0"/>
              </a:rPr>
              <a:t>l’application</a:t>
            </a:r>
            <a:endParaRPr lang="fr-FR" sz="3600" b="1" dirty="0">
              <a:solidFill>
                <a:srgbClr val="003076"/>
              </a:solidFill>
              <a:latin typeface="Times New Roman" panose="02020603050405020304" pitchFamily="18" charset="0"/>
              <a:cs typeface="Times New Roman" panose="02020603050405020304" pitchFamily="18" charset="0"/>
            </a:endParaRPr>
          </a:p>
        </p:txBody>
      </p:sp>
      <p:grpSp>
        <p:nvGrpSpPr>
          <p:cNvPr id="54" name="Group 53">
            <a:extLst>
              <a:ext uri="{FF2B5EF4-FFF2-40B4-BE49-F238E27FC236}">
                <a16:creationId xmlns:a16="http://schemas.microsoft.com/office/drawing/2014/main" id="{CA71D201-BBA0-F85F-F834-7B760148BEF4}"/>
              </a:ext>
            </a:extLst>
          </p:cNvPr>
          <p:cNvGrpSpPr/>
          <p:nvPr/>
        </p:nvGrpSpPr>
        <p:grpSpPr>
          <a:xfrm>
            <a:off x="11682821" y="6282000"/>
            <a:ext cx="509179" cy="576000"/>
            <a:chOff x="11602707" y="6123456"/>
            <a:chExt cx="642009" cy="734544"/>
          </a:xfrm>
          <a:solidFill>
            <a:srgbClr val="003076"/>
          </a:solidFill>
        </p:grpSpPr>
        <p:sp>
          <p:nvSpPr>
            <p:cNvPr id="55" name="Freeform: Shape 54">
              <a:extLst>
                <a:ext uri="{FF2B5EF4-FFF2-40B4-BE49-F238E27FC236}">
                  <a16:creationId xmlns:a16="http://schemas.microsoft.com/office/drawing/2014/main" id="{5575BB1A-C8F4-06AA-B97A-36D80DB5A3D2}"/>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56" name="Group 55">
              <a:extLst>
                <a:ext uri="{FF2B5EF4-FFF2-40B4-BE49-F238E27FC236}">
                  <a16:creationId xmlns:a16="http://schemas.microsoft.com/office/drawing/2014/main" id="{DF06FD3C-E32A-8AF4-1F44-F6785ECA0A5D}"/>
                </a:ext>
              </a:extLst>
            </p:cNvPr>
            <p:cNvGrpSpPr/>
            <p:nvPr/>
          </p:nvGrpSpPr>
          <p:grpSpPr>
            <a:xfrm>
              <a:off x="11700021" y="6279077"/>
              <a:ext cx="544695" cy="578923"/>
              <a:chOff x="11700021" y="6279077"/>
              <a:chExt cx="544695" cy="578923"/>
            </a:xfrm>
            <a:grpFill/>
          </p:grpSpPr>
          <p:sp>
            <p:nvSpPr>
              <p:cNvPr id="57" name="Freeform: Shape 56">
                <a:extLst>
                  <a:ext uri="{FF2B5EF4-FFF2-40B4-BE49-F238E27FC236}">
                    <a16:creationId xmlns:a16="http://schemas.microsoft.com/office/drawing/2014/main" id="{65EBED9E-70E7-4131-A300-CA6E70EC09DA}"/>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58" name="Slide Number Placeholder 1">
                <a:extLst>
                  <a:ext uri="{FF2B5EF4-FFF2-40B4-BE49-F238E27FC236}">
                    <a16:creationId xmlns:a16="http://schemas.microsoft.com/office/drawing/2014/main" id="{BD6623C4-82FC-D050-24FA-FAE413D42FC9}"/>
                  </a:ext>
                </a:extLst>
              </p:cNvPr>
              <p:cNvSpPr txBox="1">
                <a:spLocks/>
              </p:cNvSpPr>
              <p:nvPr/>
            </p:nvSpPr>
            <p:spPr>
              <a:xfrm>
                <a:off x="11700021"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29</a:t>
                </a:r>
              </a:p>
            </p:txBody>
          </p:sp>
        </p:grpSp>
      </p:grpSp>
      <p:sp>
        <p:nvSpPr>
          <p:cNvPr id="91" name="Footer Placeholder 2">
            <a:extLst>
              <a:ext uri="{FF2B5EF4-FFF2-40B4-BE49-F238E27FC236}">
                <a16:creationId xmlns:a16="http://schemas.microsoft.com/office/drawing/2014/main" id="{DE831804-6D04-1FBC-6980-D195725994DA}"/>
              </a:ext>
            </a:extLst>
          </p:cNvPr>
          <p:cNvSpPr>
            <a:spLocks noGrp="1"/>
          </p:cNvSpPr>
          <p:nvPr>
            <p:ph type="ftr" sz="quarter" idx="11"/>
          </p:nvPr>
        </p:nvSpPr>
        <p:spPr>
          <a:xfrm>
            <a:off x="4038600" y="6900361"/>
            <a:ext cx="4114800" cy="365125"/>
          </a:xfrm>
        </p:spPr>
        <p:txBody>
          <a:bodyPr/>
          <a:lstStyle/>
          <a:p>
            <a:r>
              <a:rPr lang="en-US"/>
              <a:t>Designed by PoweredTemplate</a:t>
            </a:r>
          </a:p>
        </p:txBody>
      </p:sp>
      <p:grpSp>
        <p:nvGrpSpPr>
          <p:cNvPr id="92" name="Group 91">
            <a:extLst>
              <a:ext uri="{FF2B5EF4-FFF2-40B4-BE49-F238E27FC236}">
                <a16:creationId xmlns:a16="http://schemas.microsoft.com/office/drawing/2014/main" id="{969564DA-E7FE-DDD3-AFEC-44A46BB72490}"/>
              </a:ext>
            </a:extLst>
          </p:cNvPr>
          <p:cNvGrpSpPr/>
          <p:nvPr/>
        </p:nvGrpSpPr>
        <p:grpSpPr>
          <a:xfrm>
            <a:off x="4950818" y="1448633"/>
            <a:ext cx="2465982" cy="2296004"/>
            <a:chOff x="4950818" y="1089890"/>
            <a:chExt cx="2296004" cy="2296004"/>
          </a:xfrm>
        </p:grpSpPr>
        <p:sp>
          <p:nvSpPr>
            <p:cNvPr id="93" name="Oval 92">
              <a:extLst>
                <a:ext uri="{FF2B5EF4-FFF2-40B4-BE49-F238E27FC236}">
                  <a16:creationId xmlns:a16="http://schemas.microsoft.com/office/drawing/2014/main" id="{9A729E10-267A-7AE9-D01F-2B3AF992F6FF}"/>
                </a:ext>
              </a:extLst>
            </p:cNvPr>
            <p:cNvSpPr/>
            <p:nvPr/>
          </p:nvSpPr>
          <p:spPr>
            <a:xfrm>
              <a:off x="4950818" y="1089890"/>
              <a:ext cx="2296004" cy="2296004"/>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DF551FB-D7FE-AF0F-0D9D-497691297277}"/>
                </a:ext>
              </a:extLst>
            </p:cNvPr>
            <p:cNvSpPr/>
            <p:nvPr/>
          </p:nvSpPr>
          <p:spPr>
            <a:xfrm>
              <a:off x="5127425" y="1266497"/>
              <a:ext cx="1942791" cy="1942791"/>
            </a:xfrm>
            <a:prstGeom prst="ellipse">
              <a:avLst/>
            </a:prstGeom>
            <a:gradFill flip="none" rotWithShape="1">
              <a:gsLst>
                <a:gs pos="0">
                  <a:schemeClr val="bg1"/>
                </a:gs>
                <a:gs pos="100000">
                  <a:schemeClr val="bg1">
                    <a:lumMod val="95000"/>
                  </a:schemeClr>
                </a:gs>
              </a:gsLst>
              <a:lin ang="2700000" scaled="1"/>
              <a:tileRect/>
            </a:gradFill>
            <a:ln>
              <a:noFill/>
            </a:ln>
            <a:effectLst>
              <a:outerShdw blurRad="304800" dist="228600" dir="8100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50000"/>
                    </a:schemeClr>
                  </a:solidFill>
                </a:rPr>
                <a:t>Architecture</a:t>
              </a:r>
            </a:p>
          </p:txBody>
        </p:sp>
      </p:grpSp>
      <p:grpSp>
        <p:nvGrpSpPr>
          <p:cNvPr id="95" name="Group 94">
            <a:extLst>
              <a:ext uri="{FF2B5EF4-FFF2-40B4-BE49-F238E27FC236}">
                <a16:creationId xmlns:a16="http://schemas.microsoft.com/office/drawing/2014/main" id="{9BC0B30F-911C-EB6D-83B1-6C358BEB8A3A}"/>
              </a:ext>
            </a:extLst>
          </p:cNvPr>
          <p:cNvGrpSpPr/>
          <p:nvPr/>
        </p:nvGrpSpPr>
        <p:grpSpPr>
          <a:xfrm>
            <a:off x="5476046" y="4271158"/>
            <a:ext cx="1589289" cy="1589289"/>
            <a:chOff x="4950818" y="1089890"/>
            <a:chExt cx="2296004" cy="2296004"/>
          </a:xfrm>
        </p:grpSpPr>
        <p:sp>
          <p:nvSpPr>
            <p:cNvPr id="96" name="Oval 95">
              <a:extLst>
                <a:ext uri="{FF2B5EF4-FFF2-40B4-BE49-F238E27FC236}">
                  <a16:creationId xmlns:a16="http://schemas.microsoft.com/office/drawing/2014/main" id="{94994C3E-7997-397A-ECBA-B8233924787D}"/>
                </a:ext>
              </a:extLst>
            </p:cNvPr>
            <p:cNvSpPr/>
            <p:nvPr/>
          </p:nvSpPr>
          <p:spPr>
            <a:xfrm>
              <a:off x="4950818" y="1089890"/>
              <a:ext cx="2296004" cy="2296004"/>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E33A5D05-175B-8F50-7CF6-C3061D2703BF}"/>
                </a:ext>
              </a:extLst>
            </p:cNvPr>
            <p:cNvSpPr/>
            <p:nvPr/>
          </p:nvSpPr>
          <p:spPr>
            <a:xfrm>
              <a:off x="5127425" y="1266497"/>
              <a:ext cx="1942791" cy="1942791"/>
            </a:xfrm>
            <a:prstGeom prst="ellipse">
              <a:avLst/>
            </a:prstGeom>
            <a:solidFill>
              <a:schemeClr val="accent2"/>
            </a:solidFill>
            <a:ln>
              <a:noFill/>
            </a:ln>
            <a:effectLst>
              <a:outerShdw blurRad="304800" dist="228600" dir="8100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MVC</a:t>
              </a:r>
            </a:p>
          </p:txBody>
        </p:sp>
      </p:grpSp>
      <p:sp>
        <p:nvSpPr>
          <p:cNvPr id="105" name="TextBox 104">
            <a:extLst>
              <a:ext uri="{FF2B5EF4-FFF2-40B4-BE49-F238E27FC236}">
                <a16:creationId xmlns:a16="http://schemas.microsoft.com/office/drawing/2014/main" id="{F7FD30F7-1A8C-0718-3CFA-9E23A641CD66}"/>
              </a:ext>
            </a:extLst>
          </p:cNvPr>
          <p:cNvSpPr txBox="1"/>
          <p:nvPr/>
        </p:nvSpPr>
        <p:spPr>
          <a:xfrm>
            <a:off x="3672285" y="5892329"/>
            <a:ext cx="1803761" cy="461665"/>
          </a:xfrm>
          <a:prstGeom prst="rect">
            <a:avLst/>
          </a:prstGeom>
          <a:noFill/>
        </p:spPr>
        <p:txBody>
          <a:bodyPr wrap="square" rtlCol="0">
            <a:spAutoFit/>
          </a:bodyPr>
          <a:lstStyle/>
          <a:p>
            <a:pPr algn="r"/>
            <a:r>
              <a:rPr lang="en-US" sz="2400" b="1" dirty="0">
                <a:solidFill>
                  <a:schemeClr val="accent2"/>
                </a:solidFill>
              </a:rPr>
              <a:t>Model</a:t>
            </a:r>
          </a:p>
        </p:txBody>
      </p:sp>
      <p:sp>
        <p:nvSpPr>
          <p:cNvPr id="109" name="TextBox 108">
            <a:extLst>
              <a:ext uri="{FF2B5EF4-FFF2-40B4-BE49-F238E27FC236}">
                <a16:creationId xmlns:a16="http://schemas.microsoft.com/office/drawing/2014/main" id="{4B6418A4-B917-AF8F-9FDA-B9C72BE02966}"/>
              </a:ext>
            </a:extLst>
          </p:cNvPr>
          <p:cNvSpPr txBox="1"/>
          <p:nvPr/>
        </p:nvSpPr>
        <p:spPr>
          <a:xfrm>
            <a:off x="7026757" y="5925303"/>
            <a:ext cx="1803761" cy="461665"/>
          </a:xfrm>
          <a:prstGeom prst="rect">
            <a:avLst/>
          </a:prstGeom>
          <a:noFill/>
        </p:spPr>
        <p:txBody>
          <a:bodyPr wrap="square" rtlCol="0">
            <a:spAutoFit/>
          </a:bodyPr>
          <a:lstStyle/>
          <a:p>
            <a:r>
              <a:rPr lang="en-US" sz="2400" b="1" dirty="0">
                <a:solidFill>
                  <a:srgbClr val="ED7D31"/>
                </a:solidFill>
              </a:rPr>
              <a:t>Controller</a:t>
            </a:r>
          </a:p>
        </p:txBody>
      </p:sp>
      <p:sp>
        <p:nvSpPr>
          <p:cNvPr id="113" name="TextBox 112">
            <a:extLst>
              <a:ext uri="{FF2B5EF4-FFF2-40B4-BE49-F238E27FC236}">
                <a16:creationId xmlns:a16="http://schemas.microsoft.com/office/drawing/2014/main" id="{32C7BDBF-70FC-A052-59F1-E0DF98545407}"/>
              </a:ext>
            </a:extLst>
          </p:cNvPr>
          <p:cNvSpPr txBox="1"/>
          <p:nvPr/>
        </p:nvSpPr>
        <p:spPr>
          <a:xfrm>
            <a:off x="5368809" y="5929209"/>
            <a:ext cx="1803761" cy="461665"/>
          </a:xfrm>
          <a:prstGeom prst="rect">
            <a:avLst/>
          </a:prstGeom>
          <a:noFill/>
        </p:spPr>
        <p:txBody>
          <a:bodyPr wrap="square" rtlCol="0">
            <a:spAutoFit/>
          </a:bodyPr>
          <a:lstStyle/>
          <a:p>
            <a:pPr algn="ctr"/>
            <a:r>
              <a:rPr lang="en-US" sz="2400" b="1" dirty="0">
                <a:solidFill>
                  <a:srgbClr val="ED7D31"/>
                </a:solidFill>
              </a:rPr>
              <a:t>View</a:t>
            </a:r>
          </a:p>
        </p:txBody>
      </p:sp>
      <p:grpSp>
        <p:nvGrpSpPr>
          <p:cNvPr id="115" name="Group 114">
            <a:extLst>
              <a:ext uri="{FF2B5EF4-FFF2-40B4-BE49-F238E27FC236}">
                <a16:creationId xmlns:a16="http://schemas.microsoft.com/office/drawing/2014/main" id="{E0EA8E96-946E-6D92-98F1-20A8B8B2975B}"/>
              </a:ext>
            </a:extLst>
          </p:cNvPr>
          <p:cNvGrpSpPr/>
          <p:nvPr/>
        </p:nvGrpSpPr>
        <p:grpSpPr>
          <a:xfrm>
            <a:off x="6143831" y="3881038"/>
            <a:ext cx="253718" cy="253718"/>
            <a:chOff x="4950818" y="1089890"/>
            <a:chExt cx="2296004" cy="2296004"/>
          </a:xfrm>
        </p:grpSpPr>
        <p:sp>
          <p:nvSpPr>
            <p:cNvPr id="116" name="Oval 115">
              <a:extLst>
                <a:ext uri="{FF2B5EF4-FFF2-40B4-BE49-F238E27FC236}">
                  <a16:creationId xmlns:a16="http://schemas.microsoft.com/office/drawing/2014/main" id="{55B40EDD-DE15-16AB-45F4-17F1524F6C5D}"/>
                </a:ext>
              </a:extLst>
            </p:cNvPr>
            <p:cNvSpPr/>
            <p:nvPr/>
          </p:nvSpPr>
          <p:spPr>
            <a:xfrm>
              <a:off x="4950818" y="1089890"/>
              <a:ext cx="2296004" cy="2296004"/>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00EFF83-ADA7-8CF4-FFAC-D37320B88789}"/>
                </a:ext>
              </a:extLst>
            </p:cNvPr>
            <p:cNvSpPr/>
            <p:nvPr/>
          </p:nvSpPr>
          <p:spPr>
            <a:xfrm>
              <a:off x="5536063" y="1675135"/>
              <a:ext cx="1125523" cy="11255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4">
            <a:extLst>
              <a:ext uri="{FF2B5EF4-FFF2-40B4-BE49-F238E27FC236}">
                <a16:creationId xmlns:a16="http://schemas.microsoft.com/office/drawing/2014/main" id="{601EA25C-FB10-43E6-92B9-F8CC6699A392}"/>
              </a:ext>
            </a:extLst>
          </p:cNvPr>
          <p:cNvGrpSpPr/>
          <p:nvPr/>
        </p:nvGrpSpPr>
        <p:grpSpPr>
          <a:xfrm>
            <a:off x="-4291688" y="884447"/>
            <a:ext cx="2916000" cy="2916000"/>
            <a:chOff x="3354429" y="3172449"/>
            <a:chExt cx="1188000" cy="1187100"/>
          </a:xfrm>
        </p:grpSpPr>
        <p:sp>
          <p:nvSpPr>
            <p:cNvPr id="37" name="TextBox 27">
              <a:extLst>
                <a:ext uri="{FF2B5EF4-FFF2-40B4-BE49-F238E27FC236}">
                  <a16:creationId xmlns:a16="http://schemas.microsoft.com/office/drawing/2014/main" id="{3091B88F-145F-4997-BC75-0A98587D0874}"/>
                </a:ext>
              </a:extLst>
            </p:cNvPr>
            <p:cNvSpPr txBox="1"/>
            <p:nvPr/>
          </p:nvSpPr>
          <p:spPr>
            <a:xfrm>
              <a:off x="3392958" y="3713618"/>
              <a:ext cx="1110164" cy="291312"/>
            </a:xfrm>
            <a:prstGeom prst="rect">
              <a:avLst/>
            </a:prstGeom>
            <a:noFill/>
          </p:spPr>
          <p:txBody>
            <a:bodyPr lIns="0" tIns="0" rIns="0" bIns="0" rtlCol="0" anchor="t">
              <a:spAutoFit/>
            </a:bodyPr>
            <a:lstStyle/>
            <a:p>
              <a:pPr algn="ctr">
                <a:lnSpc>
                  <a:spcPts val="4806"/>
                </a:lnSpc>
              </a:pPr>
              <a:r>
                <a:rPr lang="en-US" sz="6600" b="1" dirty="0">
                  <a:solidFill>
                    <a:srgbClr val="FFC107"/>
                  </a:solidFill>
                  <a:latin typeface="Nunito"/>
                </a:rPr>
                <a:t>8</a:t>
              </a:r>
            </a:p>
          </p:txBody>
        </p:sp>
        <p:grpSp>
          <p:nvGrpSpPr>
            <p:cNvPr id="38" name="Group 6">
              <a:extLst>
                <a:ext uri="{FF2B5EF4-FFF2-40B4-BE49-F238E27FC236}">
                  <a16:creationId xmlns:a16="http://schemas.microsoft.com/office/drawing/2014/main" id="{E5CD2E02-9E77-49E9-A39A-B5F1A163195C}"/>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39" name="Google Shape;65;p15">
                <a:extLst>
                  <a:ext uri="{FF2B5EF4-FFF2-40B4-BE49-F238E27FC236}">
                    <a16:creationId xmlns:a16="http://schemas.microsoft.com/office/drawing/2014/main" id="{B272ADB7-8D81-4C83-8E8A-8C2638F0A2A5}"/>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6;p15">
                <a:extLst>
                  <a:ext uri="{FF2B5EF4-FFF2-40B4-BE49-F238E27FC236}">
                    <a16:creationId xmlns:a16="http://schemas.microsoft.com/office/drawing/2014/main" id="{17072636-803A-476B-B3CC-47CEA1965B93}"/>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2" name="ZoneTexte 41">
            <a:extLst>
              <a:ext uri="{FF2B5EF4-FFF2-40B4-BE49-F238E27FC236}">
                <a16:creationId xmlns:a16="http://schemas.microsoft.com/office/drawing/2014/main" id="{98E52E70-9A45-4399-A0F9-E4EF65DB1BD3}"/>
              </a:ext>
            </a:extLst>
          </p:cNvPr>
          <p:cNvSpPr txBox="1"/>
          <p:nvPr/>
        </p:nvSpPr>
        <p:spPr>
          <a:xfrm>
            <a:off x="-6547552" y="4013883"/>
            <a:ext cx="8279606" cy="830997"/>
          </a:xfrm>
          <a:prstGeom prst="rect">
            <a:avLst/>
          </a:prstGeom>
          <a:noFill/>
        </p:spPr>
        <p:txBody>
          <a:bodyPr wrap="square">
            <a:spAutoFit/>
          </a:bodyPr>
          <a:lstStyle/>
          <a:p>
            <a:pPr marL="0" algn="ctr" rtl="0" eaLnBrk="1" latinLnBrk="0" hangingPunct="1">
              <a:spcBef>
                <a:spcPts val="0"/>
              </a:spcBef>
              <a:spcAft>
                <a:spcPts val="0"/>
              </a:spcAft>
            </a:pPr>
            <a:r>
              <a:rPr lang="en-US" sz="4800" b="1" dirty="0">
                <a:solidFill>
                  <a:srgbClr val="FFC107"/>
                </a:solidFill>
                <a:latin typeface="Times New Roman" panose="02020603050405020304" pitchFamily="18" charset="0"/>
                <a:cs typeface="Times New Roman" panose="02020603050405020304" pitchFamily="18" charset="0"/>
              </a:rPr>
              <a:t>Démonstration</a:t>
            </a:r>
            <a:endParaRPr lang="fr-FR" sz="4800" b="1" dirty="0">
              <a:solidFill>
                <a:srgbClr val="FFC10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5461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5"/>
                                        </p:tgtEl>
                                        <p:attrNameLst>
                                          <p:attrName>style.visibility</p:attrName>
                                        </p:attrNameLst>
                                      </p:cBhvr>
                                      <p:to>
                                        <p:strVal val="visible"/>
                                      </p:to>
                                    </p:set>
                                    <p:animEffect transition="in" filter="fade">
                                      <p:cBhvr>
                                        <p:cTn id="11" dur="500"/>
                                        <p:tgtEl>
                                          <p:spTgt spid="11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5"/>
                                        </p:tgtEl>
                                        <p:attrNameLst>
                                          <p:attrName>style.visibility</p:attrName>
                                        </p:attrNameLst>
                                      </p:cBhvr>
                                      <p:to>
                                        <p:strVal val="visible"/>
                                      </p:to>
                                    </p:set>
                                    <p:animEffect transition="in" filter="fade">
                                      <p:cBhvr>
                                        <p:cTn id="15" dur="500"/>
                                        <p:tgtEl>
                                          <p:spTgt spid="9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5"/>
                                        </p:tgtEl>
                                        <p:attrNameLst>
                                          <p:attrName>style.visibility</p:attrName>
                                        </p:attrNameLst>
                                      </p:cBhvr>
                                      <p:to>
                                        <p:strVal val="visible"/>
                                      </p:to>
                                    </p:set>
                                    <p:animEffect transition="in" filter="fade">
                                      <p:cBhvr>
                                        <p:cTn id="19" dur="500"/>
                                        <p:tgtEl>
                                          <p:spTgt spid="10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3"/>
                                        </p:tgtEl>
                                        <p:attrNameLst>
                                          <p:attrName>style.visibility</p:attrName>
                                        </p:attrNameLst>
                                      </p:cBhvr>
                                      <p:to>
                                        <p:strVal val="visible"/>
                                      </p:to>
                                    </p:set>
                                    <p:animEffect transition="in" filter="fade">
                                      <p:cBhvr>
                                        <p:cTn id="23" dur="500"/>
                                        <p:tgtEl>
                                          <p:spTgt spid="113"/>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9"/>
                                        </p:tgtEl>
                                        <p:attrNameLst>
                                          <p:attrName>style.visibility</p:attrName>
                                        </p:attrNameLst>
                                      </p:cBhvr>
                                      <p:to>
                                        <p:strVal val="visible"/>
                                      </p:to>
                                    </p:set>
                                    <p:animEffect transition="in" filter="fade">
                                      <p:cBhvr>
                                        <p:cTn id="2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9" grpId="0"/>
      <p:bldP spid="1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36B31C5-BAF8-44BF-89C3-552EDDF4FE21}"/>
              </a:ext>
            </a:extLst>
          </p:cNvPr>
          <p:cNvGrpSpPr/>
          <p:nvPr/>
        </p:nvGrpSpPr>
        <p:grpSpPr>
          <a:xfrm>
            <a:off x="4466550" y="1542375"/>
            <a:ext cx="2916000" cy="2916000"/>
            <a:chOff x="3354429" y="3172449"/>
            <a:chExt cx="1188000" cy="1187100"/>
          </a:xfrm>
        </p:grpSpPr>
        <p:sp>
          <p:nvSpPr>
            <p:cNvPr id="6" name="TextBox 27">
              <a:extLst>
                <a:ext uri="{FF2B5EF4-FFF2-40B4-BE49-F238E27FC236}">
                  <a16:creationId xmlns:a16="http://schemas.microsoft.com/office/drawing/2014/main" id="{248C2F31-6097-4A64-9E87-9639EDA56DC7}"/>
                </a:ext>
              </a:extLst>
            </p:cNvPr>
            <p:cNvSpPr txBox="1"/>
            <p:nvPr/>
          </p:nvSpPr>
          <p:spPr>
            <a:xfrm>
              <a:off x="3392958" y="3713618"/>
              <a:ext cx="1110164" cy="291312"/>
            </a:xfrm>
            <a:prstGeom prst="rect">
              <a:avLst/>
            </a:prstGeom>
            <a:noFill/>
          </p:spPr>
          <p:txBody>
            <a:bodyPr lIns="0" tIns="0" rIns="0" bIns="0" rtlCol="0" anchor="t">
              <a:spAutoFit/>
            </a:bodyPr>
            <a:lstStyle/>
            <a:p>
              <a:pPr algn="ctr">
                <a:lnSpc>
                  <a:spcPts val="4806"/>
                </a:lnSpc>
              </a:pPr>
              <a:r>
                <a:rPr lang="en-US" sz="6600" b="1" dirty="0">
                  <a:solidFill>
                    <a:srgbClr val="FFC107"/>
                  </a:solidFill>
                  <a:latin typeface="Nunito"/>
                </a:rPr>
                <a:t>8</a:t>
              </a:r>
            </a:p>
          </p:txBody>
        </p:sp>
        <p:grpSp>
          <p:nvGrpSpPr>
            <p:cNvPr id="7" name="Group 6">
              <a:extLst>
                <a:ext uri="{FF2B5EF4-FFF2-40B4-BE49-F238E27FC236}">
                  <a16:creationId xmlns:a16="http://schemas.microsoft.com/office/drawing/2014/main" id="{69354F09-20FD-4C07-955A-55AE72255171}"/>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8" name="Google Shape;65;p15">
                <a:extLst>
                  <a:ext uri="{FF2B5EF4-FFF2-40B4-BE49-F238E27FC236}">
                    <a16:creationId xmlns:a16="http://schemas.microsoft.com/office/drawing/2014/main" id="{5B26C9AF-CD19-4E47-A981-668CD4698D61}"/>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FFC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p15">
                <a:extLst>
                  <a:ext uri="{FF2B5EF4-FFF2-40B4-BE49-F238E27FC236}">
                    <a16:creationId xmlns:a16="http://schemas.microsoft.com/office/drawing/2014/main" id="{2FCB5A73-B791-4F9B-917A-26BEBB00D7C9}"/>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FFC1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3" name="ZoneTexte 12">
            <a:extLst>
              <a:ext uri="{FF2B5EF4-FFF2-40B4-BE49-F238E27FC236}">
                <a16:creationId xmlns:a16="http://schemas.microsoft.com/office/drawing/2014/main" id="{7E4C48DB-B4F9-4F86-89B7-2FBEFB4725CE}"/>
              </a:ext>
            </a:extLst>
          </p:cNvPr>
          <p:cNvSpPr txBox="1"/>
          <p:nvPr/>
        </p:nvSpPr>
        <p:spPr>
          <a:xfrm>
            <a:off x="3305174" y="4602024"/>
            <a:ext cx="6093618" cy="923330"/>
          </a:xfrm>
          <a:prstGeom prst="rect">
            <a:avLst/>
          </a:prstGeom>
          <a:noFill/>
        </p:spPr>
        <p:txBody>
          <a:bodyPr wrap="square">
            <a:spAutoFit/>
          </a:bodyPr>
          <a:lstStyle/>
          <a:p>
            <a:pPr marL="0" algn="ctr" rtl="0" eaLnBrk="1" latinLnBrk="0" hangingPunct="1">
              <a:spcBef>
                <a:spcPts val="0"/>
              </a:spcBef>
              <a:spcAft>
                <a:spcPts val="0"/>
              </a:spcAft>
            </a:pPr>
            <a:r>
              <a:rPr lang="en-US" sz="5400" b="1" dirty="0">
                <a:solidFill>
                  <a:srgbClr val="FFC107"/>
                </a:solidFill>
                <a:latin typeface="Times New Roman" panose="02020603050405020304" pitchFamily="18" charset="0"/>
                <a:cs typeface="Times New Roman" panose="02020603050405020304" pitchFamily="18" charset="0"/>
              </a:rPr>
              <a:t>Démonstration</a:t>
            </a:r>
            <a:endParaRPr lang="fr-FR" sz="5400" b="1" dirty="0">
              <a:solidFill>
                <a:srgbClr val="FFC107"/>
              </a:solidFill>
              <a:latin typeface="Times New Roman" panose="02020603050405020304" pitchFamily="18" charset="0"/>
              <a:cs typeface="Times New Roman" panose="02020603050405020304" pitchFamily="18" charset="0"/>
            </a:endParaRPr>
          </a:p>
        </p:txBody>
      </p:sp>
      <p:grpSp>
        <p:nvGrpSpPr>
          <p:cNvPr id="10" name="Group 53">
            <a:extLst>
              <a:ext uri="{FF2B5EF4-FFF2-40B4-BE49-F238E27FC236}">
                <a16:creationId xmlns:a16="http://schemas.microsoft.com/office/drawing/2014/main" id="{38C6E447-3C68-4E0E-9CAE-64DFB3C058F0}"/>
              </a:ext>
            </a:extLst>
          </p:cNvPr>
          <p:cNvGrpSpPr/>
          <p:nvPr/>
        </p:nvGrpSpPr>
        <p:grpSpPr>
          <a:xfrm>
            <a:off x="11682821" y="6282000"/>
            <a:ext cx="509179" cy="576000"/>
            <a:chOff x="11602707" y="6123456"/>
            <a:chExt cx="642009" cy="734544"/>
          </a:xfrm>
          <a:solidFill>
            <a:srgbClr val="003076"/>
          </a:solidFill>
        </p:grpSpPr>
        <p:sp>
          <p:nvSpPr>
            <p:cNvPr id="11" name="Freeform: Shape 54">
              <a:extLst>
                <a:ext uri="{FF2B5EF4-FFF2-40B4-BE49-F238E27FC236}">
                  <a16:creationId xmlns:a16="http://schemas.microsoft.com/office/drawing/2014/main" id="{5858FAE1-741F-4C4A-BF4C-92E7071D2DBF}"/>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2" name="Group 55">
              <a:extLst>
                <a:ext uri="{FF2B5EF4-FFF2-40B4-BE49-F238E27FC236}">
                  <a16:creationId xmlns:a16="http://schemas.microsoft.com/office/drawing/2014/main" id="{118850B9-BCED-472C-8523-24122BC50C61}"/>
                </a:ext>
              </a:extLst>
            </p:cNvPr>
            <p:cNvGrpSpPr/>
            <p:nvPr/>
          </p:nvGrpSpPr>
          <p:grpSpPr>
            <a:xfrm>
              <a:off x="11700021" y="6279077"/>
              <a:ext cx="544695" cy="578923"/>
              <a:chOff x="11700021" y="6279077"/>
              <a:chExt cx="544695" cy="578923"/>
            </a:xfrm>
            <a:grpFill/>
          </p:grpSpPr>
          <p:sp>
            <p:nvSpPr>
              <p:cNvPr id="14" name="Freeform: Shape 56">
                <a:extLst>
                  <a:ext uri="{FF2B5EF4-FFF2-40B4-BE49-F238E27FC236}">
                    <a16:creationId xmlns:a16="http://schemas.microsoft.com/office/drawing/2014/main" id="{2211ABB1-B703-493A-A2F1-4C7FC871ED56}"/>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5" name="Slide Number Placeholder 1">
                <a:extLst>
                  <a:ext uri="{FF2B5EF4-FFF2-40B4-BE49-F238E27FC236}">
                    <a16:creationId xmlns:a16="http://schemas.microsoft.com/office/drawing/2014/main" id="{FB60E4B8-8201-4CB0-8DAD-89B15FCCB22D}"/>
                  </a:ext>
                </a:extLst>
              </p:cNvPr>
              <p:cNvSpPr txBox="1">
                <a:spLocks/>
              </p:cNvSpPr>
              <p:nvPr/>
            </p:nvSpPr>
            <p:spPr>
              <a:xfrm>
                <a:off x="11700021"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30</a:t>
                </a:r>
              </a:p>
            </p:txBody>
          </p:sp>
        </p:grpSp>
      </p:grpSp>
    </p:spTree>
    <p:extLst>
      <p:ext uri="{BB962C8B-B14F-4D97-AF65-F5344CB8AC3E}">
        <p14:creationId xmlns:p14="http://schemas.microsoft.com/office/powerpoint/2010/main" val="2104825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hlinkClick r:id="rId3"/>
            <a:extLst>
              <a:ext uri="{FF2B5EF4-FFF2-40B4-BE49-F238E27FC236}">
                <a16:creationId xmlns:a16="http://schemas.microsoft.com/office/drawing/2014/main" id="{1C4F724A-314E-4557-ABE8-ED6022AB26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3367" y="690562"/>
            <a:ext cx="5476875" cy="5476875"/>
          </a:xfrm>
          <a:prstGeom prst="rect">
            <a:avLst/>
          </a:prstGeom>
        </p:spPr>
      </p:pic>
      <p:sp>
        <p:nvSpPr>
          <p:cNvPr id="13" name="ZoneTexte 12">
            <a:extLst>
              <a:ext uri="{FF2B5EF4-FFF2-40B4-BE49-F238E27FC236}">
                <a16:creationId xmlns:a16="http://schemas.microsoft.com/office/drawing/2014/main" id="{2698B445-E417-4482-8CFC-7FCE049852D5}"/>
              </a:ext>
            </a:extLst>
          </p:cNvPr>
          <p:cNvSpPr txBox="1"/>
          <p:nvPr/>
        </p:nvSpPr>
        <p:spPr>
          <a:xfrm>
            <a:off x="-1789318" y="752781"/>
            <a:ext cx="9202992" cy="493918"/>
          </a:xfrm>
          <a:prstGeom prst="rect">
            <a:avLst/>
          </a:prstGeom>
          <a:noFill/>
        </p:spPr>
        <p:txBody>
          <a:bodyPr wrap="square">
            <a:spAutoFit/>
          </a:bodyPr>
          <a:lstStyle/>
          <a:p>
            <a:pPr marL="0" algn="ctr" rtl="0" eaLnBrk="1" latinLnBrk="0" hangingPunct="1">
              <a:lnSpc>
                <a:spcPts val="2800"/>
              </a:lnSpc>
              <a:spcBef>
                <a:spcPts val="0"/>
              </a:spcBef>
              <a:spcAft>
                <a:spcPts val="0"/>
              </a:spcAft>
            </a:pPr>
            <a:r>
              <a:rPr lang="fr-FR" sz="4400" b="1" i="1" dirty="0">
                <a:solidFill>
                  <a:srgbClr val="003076"/>
                </a:solidFill>
                <a:latin typeface="Times New Roman" panose="02020603050405020304" pitchFamily="18" charset="0"/>
                <a:cs typeface="Times New Roman" panose="02020603050405020304" pitchFamily="18" charset="0"/>
              </a:rPr>
              <a:t>Démonstration</a:t>
            </a:r>
          </a:p>
        </p:txBody>
      </p:sp>
      <p:grpSp>
        <p:nvGrpSpPr>
          <p:cNvPr id="4" name="Group 9">
            <a:extLst>
              <a:ext uri="{FF2B5EF4-FFF2-40B4-BE49-F238E27FC236}">
                <a16:creationId xmlns:a16="http://schemas.microsoft.com/office/drawing/2014/main" id="{B9A0B2DE-A3B9-4016-9C58-C52C5A0A2166}"/>
              </a:ext>
            </a:extLst>
          </p:cNvPr>
          <p:cNvGrpSpPr/>
          <p:nvPr/>
        </p:nvGrpSpPr>
        <p:grpSpPr>
          <a:xfrm>
            <a:off x="-5189342" y="999740"/>
            <a:ext cx="2916000" cy="2916000"/>
            <a:chOff x="3354429" y="3172449"/>
            <a:chExt cx="1188000" cy="1187100"/>
          </a:xfrm>
        </p:grpSpPr>
        <p:sp>
          <p:nvSpPr>
            <p:cNvPr id="5" name="TextBox 27">
              <a:extLst>
                <a:ext uri="{FF2B5EF4-FFF2-40B4-BE49-F238E27FC236}">
                  <a16:creationId xmlns:a16="http://schemas.microsoft.com/office/drawing/2014/main" id="{3AA50E28-E1D4-4D7E-9B1A-E2D4CEB9C34B}"/>
                </a:ext>
              </a:extLst>
            </p:cNvPr>
            <p:cNvSpPr txBox="1"/>
            <p:nvPr/>
          </p:nvSpPr>
          <p:spPr>
            <a:xfrm>
              <a:off x="3392958" y="3652127"/>
              <a:ext cx="1110164" cy="291312"/>
            </a:xfrm>
            <a:prstGeom prst="rect">
              <a:avLst/>
            </a:prstGeom>
            <a:noFill/>
          </p:spPr>
          <p:txBody>
            <a:bodyPr lIns="0" tIns="0" rIns="0" bIns="0" rtlCol="0" anchor="t">
              <a:spAutoFit/>
            </a:bodyPr>
            <a:lstStyle/>
            <a:p>
              <a:pPr algn="ctr">
                <a:lnSpc>
                  <a:spcPts val="4806"/>
                </a:lnSpc>
              </a:pPr>
              <a:r>
                <a:rPr lang="en-US" sz="6600" b="1" dirty="0">
                  <a:solidFill>
                    <a:srgbClr val="A9B5FF"/>
                  </a:solidFill>
                  <a:latin typeface="Nunito"/>
                </a:rPr>
                <a:t>9</a:t>
              </a:r>
            </a:p>
          </p:txBody>
        </p:sp>
        <p:grpSp>
          <p:nvGrpSpPr>
            <p:cNvPr id="6" name="Group 11">
              <a:extLst>
                <a:ext uri="{FF2B5EF4-FFF2-40B4-BE49-F238E27FC236}">
                  <a16:creationId xmlns:a16="http://schemas.microsoft.com/office/drawing/2014/main" id="{C0BE9BB7-C66F-4A84-BE6D-280CBAD540C4}"/>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7" name="Google Shape;65;p15">
                <a:extLst>
                  <a:ext uri="{FF2B5EF4-FFF2-40B4-BE49-F238E27FC236}">
                    <a16:creationId xmlns:a16="http://schemas.microsoft.com/office/drawing/2014/main" id="{BCE7A84C-F3E6-42D1-8438-AAED1EAF41D0}"/>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6;p15">
                <a:extLst>
                  <a:ext uri="{FF2B5EF4-FFF2-40B4-BE49-F238E27FC236}">
                    <a16:creationId xmlns:a16="http://schemas.microsoft.com/office/drawing/2014/main" id="{7BF4AA9A-FFC8-4648-8CDD-085791F38D52}"/>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 name="ZoneTexte 10">
            <a:extLst>
              <a:ext uri="{FF2B5EF4-FFF2-40B4-BE49-F238E27FC236}">
                <a16:creationId xmlns:a16="http://schemas.microsoft.com/office/drawing/2014/main" id="{54F08996-069A-46D6-BD97-92D20FA14D63}"/>
              </a:ext>
            </a:extLst>
          </p:cNvPr>
          <p:cNvSpPr txBox="1"/>
          <p:nvPr/>
        </p:nvSpPr>
        <p:spPr>
          <a:xfrm>
            <a:off x="-8727143" y="4512315"/>
            <a:ext cx="10334717" cy="505908"/>
          </a:xfrm>
          <a:prstGeom prst="rect">
            <a:avLst/>
          </a:prstGeom>
          <a:noFill/>
        </p:spPr>
        <p:txBody>
          <a:bodyPr wrap="square">
            <a:spAutoFit/>
          </a:bodyPr>
          <a:lstStyle/>
          <a:p>
            <a:pPr algn="ctr">
              <a:lnSpc>
                <a:spcPts val="2800"/>
              </a:lnSpc>
            </a:pPr>
            <a:r>
              <a:rPr lang="en-US" sz="4800" b="1" dirty="0">
                <a:solidFill>
                  <a:srgbClr val="A9B5FF"/>
                </a:solidFill>
                <a:latin typeface="Times New Roman" panose="02020603050405020304" pitchFamily="18" charset="0"/>
                <a:cs typeface="Times New Roman" panose="02020603050405020304" pitchFamily="18" charset="0"/>
              </a:rPr>
              <a:t>Conclusion</a:t>
            </a:r>
            <a:r>
              <a:rPr lang="en-US" sz="4800" b="1" dirty="0">
                <a:solidFill>
                  <a:srgbClr val="4472C4"/>
                </a:solidFill>
                <a:latin typeface="Times New Roman" panose="02020603050405020304" pitchFamily="18" charset="0"/>
                <a:cs typeface="Times New Roman" panose="02020603050405020304" pitchFamily="18" charset="0"/>
              </a:rPr>
              <a:t> </a:t>
            </a:r>
            <a:r>
              <a:rPr lang="en-US" sz="4800" b="1" dirty="0">
                <a:solidFill>
                  <a:srgbClr val="A9B5FF"/>
                </a:solidFill>
                <a:latin typeface="Times New Roman" panose="02020603050405020304" pitchFamily="18" charset="0"/>
                <a:cs typeface="Times New Roman" panose="02020603050405020304" pitchFamily="18" charset="0"/>
              </a:rPr>
              <a:t>et</a:t>
            </a:r>
            <a:r>
              <a:rPr lang="en-US" sz="4800" b="1" dirty="0">
                <a:solidFill>
                  <a:srgbClr val="4472C4"/>
                </a:solidFill>
                <a:latin typeface="Times New Roman" panose="02020603050405020304" pitchFamily="18" charset="0"/>
                <a:cs typeface="Times New Roman" panose="02020603050405020304" pitchFamily="18" charset="0"/>
              </a:rPr>
              <a:t> </a:t>
            </a:r>
            <a:r>
              <a:rPr lang="en-US" sz="4800" b="1" dirty="0">
                <a:solidFill>
                  <a:srgbClr val="A9B5FF"/>
                </a:solidFill>
                <a:latin typeface="Times New Roman" panose="02020603050405020304" pitchFamily="18" charset="0"/>
                <a:cs typeface="Times New Roman" panose="02020603050405020304" pitchFamily="18" charset="0"/>
              </a:rPr>
              <a:t>perspectives</a:t>
            </a:r>
          </a:p>
        </p:txBody>
      </p:sp>
      <p:grpSp>
        <p:nvGrpSpPr>
          <p:cNvPr id="12" name="Group 30">
            <a:extLst>
              <a:ext uri="{FF2B5EF4-FFF2-40B4-BE49-F238E27FC236}">
                <a16:creationId xmlns:a16="http://schemas.microsoft.com/office/drawing/2014/main" id="{E8B6BD8D-D831-48D0-8FB5-88F5FA38AD21}"/>
              </a:ext>
            </a:extLst>
          </p:cNvPr>
          <p:cNvGrpSpPr/>
          <p:nvPr/>
        </p:nvGrpSpPr>
        <p:grpSpPr>
          <a:xfrm>
            <a:off x="11724572" y="6292069"/>
            <a:ext cx="539659" cy="576000"/>
            <a:chOff x="11602707" y="6123456"/>
            <a:chExt cx="680441" cy="734544"/>
          </a:xfrm>
          <a:solidFill>
            <a:srgbClr val="003076"/>
          </a:solidFill>
        </p:grpSpPr>
        <p:sp>
          <p:nvSpPr>
            <p:cNvPr id="14" name="Freeform: Shape 31">
              <a:extLst>
                <a:ext uri="{FF2B5EF4-FFF2-40B4-BE49-F238E27FC236}">
                  <a16:creationId xmlns:a16="http://schemas.microsoft.com/office/drawing/2014/main" id="{98EC28EF-2952-45A9-91D7-F69E27CE36EB}"/>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5" name="Group 32">
              <a:extLst>
                <a:ext uri="{FF2B5EF4-FFF2-40B4-BE49-F238E27FC236}">
                  <a16:creationId xmlns:a16="http://schemas.microsoft.com/office/drawing/2014/main" id="{E79FE371-AFD6-45E8-8F9D-D4BDAE05C1A7}"/>
                </a:ext>
              </a:extLst>
            </p:cNvPr>
            <p:cNvGrpSpPr/>
            <p:nvPr/>
          </p:nvGrpSpPr>
          <p:grpSpPr>
            <a:xfrm>
              <a:off x="11738453" y="6279077"/>
              <a:ext cx="544695" cy="578923"/>
              <a:chOff x="11738453" y="6279077"/>
              <a:chExt cx="544695" cy="578923"/>
            </a:xfrm>
            <a:grpFill/>
          </p:grpSpPr>
          <p:sp>
            <p:nvSpPr>
              <p:cNvPr id="16" name="Freeform: Shape 33">
                <a:extLst>
                  <a:ext uri="{FF2B5EF4-FFF2-40B4-BE49-F238E27FC236}">
                    <a16:creationId xmlns:a16="http://schemas.microsoft.com/office/drawing/2014/main" id="{46DA274B-B7CB-4653-B899-CCA56C5A584F}"/>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7" name="Slide Number Placeholder 1">
                <a:extLst>
                  <a:ext uri="{FF2B5EF4-FFF2-40B4-BE49-F238E27FC236}">
                    <a16:creationId xmlns:a16="http://schemas.microsoft.com/office/drawing/2014/main" id="{33A11764-DC8A-44F3-A2E5-100725CF7B57}"/>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31</a:t>
                </a:r>
              </a:p>
            </p:txBody>
          </p:sp>
        </p:grpSp>
      </p:grpSp>
    </p:spTree>
    <p:extLst>
      <p:ext uri="{BB962C8B-B14F-4D97-AF65-F5344CB8AC3E}">
        <p14:creationId xmlns:p14="http://schemas.microsoft.com/office/powerpoint/2010/main" val="3009676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1767 0.05532 L 0.96615 0.10208 " pathEditMode="relative" rAng="0" ptsTypes="AA">
                                      <p:cBhvr>
                                        <p:cTn id="13" dur="2000" fill="hold"/>
                                        <p:tgtEl>
                                          <p:spTgt spid="10"/>
                                        </p:tgtEl>
                                        <p:attrNameLst>
                                          <p:attrName>ppt_x</p:attrName>
                                          <p:attrName>ppt_y</p:attrName>
                                        </p:attrNameLst>
                                      </p:cBhvr>
                                      <p:rCtr x="39466" y="233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7">
            <a:extLst>
              <a:ext uri="{FF2B5EF4-FFF2-40B4-BE49-F238E27FC236}">
                <a16:creationId xmlns:a16="http://schemas.microsoft.com/office/drawing/2014/main" id="{A2FBC713-0DCA-D078-1217-8401B17FE5D6}"/>
              </a:ext>
            </a:extLst>
          </p:cNvPr>
          <p:cNvSpPr txBox="1"/>
          <p:nvPr/>
        </p:nvSpPr>
        <p:spPr>
          <a:xfrm>
            <a:off x="1598295" y="5216807"/>
            <a:ext cx="9784080" cy="431593"/>
          </a:xfrm>
          <a:prstGeom prst="rect">
            <a:avLst/>
          </a:prstGeom>
        </p:spPr>
        <p:txBody>
          <a:bodyPr wrap="square" lIns="0" tIns="0" rIns="0" bIns="0" rtlCol="0" anchor="t">
            <a:spAutoFit/>
          </a:bodyPr>
          <a:lstStyle/>
          <a:p>
            <a:pPr algn="ctr">
              <a:lnSpc>
                <a:spcPts val="2800"/>
              </a:lnSpc>
            </a:pPr>
            <a:r>
              <a:rPr lang="en-US" sz="5400" b="1" dirty="0">
                <a:solidFill>
                  <a:srgbClr val="A9B5FF"/>
                </a:solidFill>
                <a:latin typeface="Times New Roman" panose="02020603050405020304" pitchFamily="18" charset="0"/>
                <a:cs typeface="Times New Roman" panose="02020603050405020304" pitchFamily="18" charset="0"/>
              </a:rPr>
              <a:t>Conclusion</a:t>
            </a:r>
            <a:r>
              <a:rPr lang="en-US" sz="5400" b="1" dirty="0">
                <a:solidFill>
                  <a:srgbClr val="4472C4"/>
                </a:solidFill>
                <a:latin typeface="Times New Roman" panose="02020603050405020304" pitchFamily="18" charset="0"/>
                <a:cs typeface="Times New Roman" panose="02020603050405020304" pitchFamily="18" charset="0"/>
              </a:rPr>
              <a:t> </a:t>
            </a:r>
            <a:r>
              <a:rPr lang="en-US" sz="5400" b="1" dirty="0">
                <a:solidFill>
                  <a:srgbClr val="A9B5FF"/>
                </a:solidFill>
                <a:latin typeface="Times New Roman" panose="02020603050405020304" pitchFamily="18" charset="0"/>
                <a:cs typeface="Times New Roman" panose="02020603050405020304" pitchFamily="18" charset="0"/>
              </a:rPr>
              <a:t>et</a:t>
            </a:r>
            <a:r>
              <a:rPr lang="en-US" sz="5400" b="1" dirty="0">
                <a:solidFill>
                  <a:srgbClr val="4472C4"/>
                </a:solidFill>
                <a:latin typeface="Times New Roman" panose="02020603050405020304" pitchFamily="18" charset="0"/>
                <a:cs typeface="Times New Roman" panose="02020603050405020304" pitchFamily="18" charset="0"/>
              </a:rPr>
              <a:t> </a:t>
            </a:r>
            <a:r>
              <a:rPr lang="en-US" sz="5400" b="1" dirty="0">
                <a:solidFill>
                  <a:srgbClr val="A9B5FF"/>
                </a:solidFill>
                <a:latin typeface="Times New Roman" panose="02020603050405020304" pitchFamily="18" charset="0"/>
                <a:cs typeface="Times New Roman" panose="02020603050405020304" pitchFamily="18" charset="0"/>
              </a:rPr>
              <a:t>perspectives</a:t>
            </a:r>
          </a:p>
        </p:txBody>
      </p:sp>
      <p:grpSp>
        <p:nvGrpSpPr>
          <p:cNvPr id="11" name="Group 9">
            <a:extLst>
              <a:ext uri="{FF2B5EF4-FFF2-40B4-BE49-F238E27FC236}">
                <a16:creationId xmlns:a16="http://schemas.microsoft.com/office/drawing/2014/main" id="{A04203B2-2F02-4475-BDE8-16829D7EE72F}"/>
              </a:ext>
            </a:extLst>
          </p:cNvPr>
          <p:cNvGrpSpPr/>
          <p:nvPr/>
        </p:nvGrpSpPr>
        <p:grpSpPr>
          <a:xfrm>
            <a:off x="4638000" y="1750684"/>
            <a:ext cx="2916000" cy="2916000"/>
            <a:chOff x="3354429" y="3172449"/>
            <a:chExt cx="1188000" cy="1187100"/>
          </a:xfrm>
        </p:grpSpPr>
        <p:sp>
          <p:nvSpPr>
            <p:cNvPr id="12" name="TextBox 27">
              <a:extLst>
                <a:ext uri="{FF2B5EF4-FFF2-40B4-BE49-F238E27FC236}">
                  <a16:creationId xmlns:a16="http://schemas.microsoft.com/office/drawing/2014/main" id="{6A2AF12F-4680-4121-960E-477B6566BF05}"/>
                </a:ext>
              </a:extLst>
            </p:cNvPr>
            <p:cNvSpPr txBox="1"/>
            <p:nvPr/>
          </p:nvSpPr>
          <p:spPr>
            <a:xfrm>
              <a:off x="3392958" y="3652127"/>
              <a:ext cx="1110164" cy="291312"/>
            </a:xfrm>
            <a:prstGeom prst="rect">
              <a:avLst/>
            </a:prstGeom>
            <a:noFill/>
          </p:spPr>
          <p:txBody>
            <a:bodyPr lIns="0" tIns="0" rIns="0" bIns="0" rtlCol="0" anchor="t">
              <a:spAutoFit/>
            </a:bodyPr>
            <a:lstStyle/>
            <a:p>
              <a:pPr algn="ctr">
                <a:lnSpc>
                  <a:spcPts val="4806"/>
                </a:lnSpc>
              </a:pPr>
              <a:r>
                <a:rPr lang="en-US" sz="6600" b="1" dirty="0">
                  <a:solidFill>
                    <a:srgbClr val="A9B5FF"/>
                  </a:solidFill>
                  <a:latin typeface="Nunito"/>
                </a:rPr>
                <a:t>9</a:t>
              </a:r>
            </a:p>
          </p:txBody>
        </p:sp>
        <p:grpSp>
          <p:nvGrpSpPr>
            <p:cNvPr id="13" name="Group 11">
              <a:extLst>
                <a:ext uri="{FF2B5EF4-FFF2-40B4-BE49-F238E27FC236}">
                  <a16:creationId xmlns:a16="http://schemas.microsoft.com/office/drawing/2014/main" id="{0B9A6AF1-18D0-4BE4-B8BE-9817AEE306C1}"/>
                </a:ext>
              </a:extLst>
            </p:cNvPr>
            <p:cNvGrpSpPr/>
            <p:nvPr/>
          </p:nvGrpSpPr>
          <p:grpSpPr>
            <a:xfrm>
              <a:off x="3354429" y="3172449"/>
              <a:ext cx="1188000" cy="1187100"/>
              <a:chOff x="1419778" y="98360"/>
              <a:chExt cx="2499496" cy="2491814"/>
            </a:xfrm>
            <a:effectLst>
              <a:outerShdw blurRad="76200" dir="18900000" sy="23000" kx="-1200000" algn="bl" rotWithShape="0">
                <a:prstClr val="black">
                  <a:alpha val="20000"/>
                </a:prstClr>
              </a:outerShdw>
            </a:effectLst>
          </p:grpSpPr>
          <p:sp>
            <p:nvSpPr>
              <p:cNvPr id="14" name="Google Shape;65;p15">
                <a:extLst>
                  <a:ext uri="{FF2B5EF4-FFF2-40B4-BE49-F238E27FC236}">
                    <a16:creationId xmlns:a16="http://schemas.microsoft.com/office/drawing/2014/main" id="{07121373-0C50-4141-8494-B412AE3A77F2}"/>
                  </a:ext>
                </a:extLst>
              </p:cNvPr>
              <p:cNvSpPr/>
              <p:nvPr/>
            </p:nvSpPr>
            <p:spPr>
              <a:xfrm rot="268952">
                <a:off x="1419778" y="98360"/>
                <a:ext cx="2499496" cy="2491814"/>
              </a:xfrm>
              <a:custGeom>
                <a:avLst/>
                <a:gdLst/>
                <a:ahLst/>
                <a:cxnLst/>
                <a:rect l="l" t="t" r="r" b="b"/>
                <a:pathLst>
                  <a:path w="54339" h="54172" extrusionOk="0">
                    <a:moveTo>
                      <a:pt x="53879" y="32432"/>
                    </a:moveTo>
                    <a:cubicBezTo>
                      <a:pt x="54130" y="31135"/>
                      <a:pt x="54276" y="29796"/>
                      <a:pt x="54339" y="28457"/>
                    </a:cubicBezTo>
                    <a:lnTo>
                      <a:pt x="49736" y="26992"/>
                    </a:lnTo>
                    <a:cubicBezTo>
                      <a:pt x="49736" y="25799"/>
                      <a:pt x="49631" y="24628"/>
                      <a:pt x="49443" y="23477"/>
                    </a:cubicBezTo>
                    <a:lnTo>
                      <a:pt x="53669" y="21070"/>
                    </a:lnTo>
                    <a:cubicBezTo>
                      <a:pt x="53376" y="19773"/>
                      <a:pt x="53000" y="18518"/>
                      <a:pt x="52519" y="17304"/>
                    </a:cubicBezTo>
                    <a:lnTo>
                      <a:pt x="47727" y="17848"/>
                    </a:lnTo>
                    <a:cubicBezTo>
                      <a:pt x="47204" y="16739"/>
                      <a:pt x="46597" y="15651"/>
                      <a:pt x="45928" y="14647"/>
                    </a:cubicBezTo>
                    <a:lnTo>
                      <a:pt x="48815" y="10734"/>
                    </a:lnTo>
                    <a:cubicBezTo>
                      <a:pt x="48041" y="9709"/>
                      <a:pt x="47183" y="8726"/>
                      <a:pt x="46262" y="7826"/>
                    </a:cubicBezTo>
                    <a:lnTo>
                      <a:pt x="42099" y="10274"/>
                    </a:lnTo>
                    <a:cubicBezTo>
                      <a:pt x="41157" y="9437"/>
                      <a:pt x="40132" y="8684"/>
                      <a:pt x="39065" y="8014"/>
                    </a:cubicBezTo>
                    <a:lnTo>
                      <a:pt x="40111" y="3264"/>
                    </a:lnTo>
                    <a:cubicBezTo>
                      <a:pt x="39002" y="2658"/>
                      <a:pt x="37830" y="2135"/>
                      <a:pt x="36617" y="1695"/>
                    </a:cubicBezTo>
                    <a:lnTo>
                      <a:pt x="33813" y="5629"/>
                    </a:lnTo>
                    <a:cubicBezTo>
                      <a:pt x="32599" y="5252"/>
                      <a:pt x="31344" y="4980"/>
                      <a:pt x="30047" y="4813"/>
                    </a:cubicBezTo>
                    <a:lnTo>
                      <a:pt x="29084" y="63"/>
                    </a:lnTo>
                    <a:cubicBezTo>
                      <a:pt x="28456" y="21"/>
                      <a:pt x="27829" y="0"/>
                      <a:pt x="27180" y="0"/>
                    </a:cubicBezTo>
                    <a:cubicBezTo>
                      <a:pt x="26531" y="0"/>
                      <a:pt x="25904" y="21"/>
                      <a:pt x="25255" y="63"/>
                    </a:cubicBezTo>
                    <a:lnTo>
                      <a:pt x="24293" y="4813"/>
                    </a:lnTo>
                    <a:cubicBezTo>
                      <a:pt x="23016" y="4980"/>
                      <a:pt x="21761" y="5252"/>
                      <a:pt x="20547" y="5629"/>
                    </a:cubicBezTo>
                    <a:lnTo>
                      <a:pt x="17744" y="1695"/>
                    </a:lnTo>
                    <a:cubicBezTo>
                      <a:pt x="16530" y="2135"/>
                      <a:pt x="15358" y="2658"/>
                      <a:pt x="14249" y="3264"/>
                    </a:cubicBezTo>
                    <a:lnTo>
                      <a:pt x="15295" y="8014"/>
                    </a:lnTo>
                    <a:cubicBezTo>
                      <a:pt x="14228" y="8684"/>
                      <a:pt x="13203" y="9437"/>
                      <a:pt x="12262" y="10274"/>
                    </a:cubicBezTo>
                    <a:lnTo>
                      <a:pt x="8098" y="7826"/>
                    </a:lnTo>
                    <a:cubicBezTo>
                      <a:pt x="7177" y="8726"/>
                      <a:pt x="6319" y="9709"/>
                      <a:pt x="5524" y="10734"/>
                    </a:cubicBezTo>
                    <a:lnTo>
                      <a:pt x="8433" y="14647"/>
                    </a:lnTo>
                    <a:cubicBezTo>
                      <a:pt x="7742" y="15651"/>
                      <a:pt x="7156" y="16739"/>
                      <a:pt x="6633" y="17848"/>
                    </a:cubicBezTo>
                    <a:lnTo>
                      <a:pt x="1842" y="17304"/>
                    </a:lnTo>
                    <a:cubicBezTo>
                      <a:pt x="1360" y="18518"/>
                      <a:pt x="963" y="19773"/>
                      <a:pt x="670" y="21070"/>
                    </a:cubicBezTo>
                    <a:lnTo>
                      <a:pt x="4917" y="23477"/>
                    </a:lnTo>
                    <a:cubicBezTo>
                      <a:pt x="4729" y="24628"/>
                      <a:pt x="4624" y="25799"/>
                      <a:pt x="4624" y="26992"/>
                    </a:cubicBezTo>
                    <a:lnTo>
                      <a:pt x="0" y="28457"/>
                    </a:lnTo>
                    <a:cubicBezTo>
                      <a:pt x="63" y="29796"/>
                      <a:pt x="230" y="31135"/>
                      <a:pt x="482" y="32432"/>
                    </a:cubicBezTo>
                    <a:lnTo>
                      <a:pt x="5336" y="32892"/>
                    </a:lnTo>
                    <a:cubicBezTo>
                      <a:pt x="5629" y="34001"/>
                      <a:pt x="6005" y="35089"/>
                      <a:pt x="6445" y="36115"/>
                    </a:cubicBezTo>
                    <a:lnTo>
                      <a:pt x="2825" y="39316"/>
                    </a:lnTo>
                    <a:cubicBezTo>
                      <a:pt x="3432" y="40529"/>
                      <a:pt x="4122" y="41701"/>
                      <a:pt x="4917" y="42810"/>
                    </a:cubicBezTo>
                    <a:lnTo>
                      <a:pt x="9541" y="41262"/>
                    </a:lnTo>
                    <a:cubicBezTo>
                      <a:pt x="10211" y="42120"/>
                      <a:pt x="10964" y="42936"/>
                      <a:pt x="11759" y="43668"/>
                    </a:cubicBezTo>
                    <a:lnTo>
                      <a:pt x="9751" y="48083"/>
                    </a:lnTo>
                    <a:cubicBezTo>
                      <a:pt x="10818" y="48962"/>
                      <a:pt x="11927" y="49757"/>
                      <a:pt x="13119" y="50489"/>
                    </a:cubicBezTo>
                    <a:lnTo>
                      <a:pt x="16697" y="47183"/>
                    </a:lnTo>
                    <a:cubicBezTo>
                      <a:pt x="17639" y="47685"/>
                      <a:pt x="18622" y="48104"/>
                      <a:pt x="19627" y="48460"/>
                    </a:cubicBezTo>
                    <a:lnTo>
                      <a:pt x="19585" y="53314"/>
                    </a:lnTo>
                    <a:cubicBezTo>
                      <a:pt x="20903" y="53711"/>
                      <a:pt x="22263" y="53983"/>
                      <a:pt x="23665" y="54172"/>
                    </a:cubicBezTo>
                    <a:lnTo>
                      <a:pt x="25590" y="49715"/>
                    </a:lnTo>
                    <a:cubicBezTo>
                      <a:pt x="26113" y="49736"/>
                      <a:pt x="26636" y="49757"/>
                      <a:pt x="27180" y="49757"/>
                    </a:cubicBezTo>
                    <a:cubicBezTo>
                      <a:pt x="27703" y="49757"/>
                      <a:pt x="28226" y="49736"/>
                      <a:pt x="28749" y="49715"/>
                    </a:cubicBezTo>
                    <a:lnTo>
                      <a:pt x="30695" y="54172"/>
                    </a:lnTo>
                    <a:cubicBezTo>
                      <a:pt x="32097" y="53983"/>
                      <a:pt x="33457" y="53711"/>
                      <a:pt x="34775" y="53314"/>
                    </a:cubicBezTo>
                    <a:lnTo>
                      <a:pt x="34734" y="48460"/>
                    </a:lnTo>
                    <a:cubicBezTo>
                      <a:pt x="35738" y="48104"/>
                      <a:pt x="36721" y="47685"/>
                      <a:pt x="37642" y="47183"/>
                    </a:cubicBezTo>
                    <a:lnTo>
                      <a:pt x="41241" y="50489"/>
                    </a:lnTo>
                    <a:cubicBezTo>
                      <a:pt x="42433" y="49757"/>
                      <a:pt x="43542" y="48962"/>
                      <a:pt x="44609" y="48083"/>
                    </a:cubicBezTo>
                    <a:lnTo>
                      <a:pt x="42601" y="43668"/>
                    </a:lnTo>
                    <a:cubicBezTo>
                      <a:pt x="43396" y="42936"/>
                      <a:pt x="44128" y="42120"/>
                      <a:pt x="44819" y="41262"/>
                    </a:cubicBezTo>
                    <a:lnTo>
                      <a:pt x="49443" y="42810"/>
                    </a:lnTo>
                    <a:cubicBezTo>
                      <a:pt x="50217" y="41701"/>
                      <a:pt x="50928" y="40529"/>
                      <a:pt x="51535" y="39316"/>
                    </a:cubicBezTo>
                    <a:lnTo>
                      <a:pt x="47915" y="36115"/>
                    </a:lnTo>
                    <a:cubicBezTo>
                      <a:pt x="48355" y="35089"/>
                      <a:pt x="48731" y="34001"/>
                      <a:pt x="49024" y="32892"/>
                    </a:cubicBezTo>
                    <a:close/>
                    <a:moveTo>
                      <a:pt x="27180" y="45237"/>
                    </a:moveTo>
                    <a:cubicBezTo>
                      <a:pt x="17158" y="45237"/>
                      <a:pt x="9018" y="37119"/>
                      <a:pt x="9018" y="27076"/>
                    </a:cubicBezTo>
                    <a:cubicBezTo>
                      <a:pt x="9018" y="17053"/>
                      <a:pt x="17158" y="8935"/>
                      <a:pt x="27180" y="8935"/>
                    </a:cubicBezTo>
                    <a:cubicBezTo>
                      <a:pt x="37203" y="8935"/>
                      <a:pt x="45321" y="17053"/>
                      <a:pt x="45321" y="27076"/>
                    </a:cubicBezTo>
                    <a:cubicBezTo>
                      <a:pt x="45321" y="37119"/>
                      <a:pt x="37203" y="45237"/>
                      <a:pt x="27180" y="45237"/>
                    </a:cubicBezTo>
                    <a:close/>
                  </a:path>
                </a:pathLst>
              </a:custGeom>
              <a:solidFill>
                <a:srgbClr val="A9B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6;p15">
                <a:extLst>
                  <a:ext uri="{FF2B5EF4-FFF2-40B4-BE49-F238E27FC236}">
                    <a16:creationId xmlns:a16="http://schemas.microsoft.com/office/drawing/2014/main" id="{72D25654-9A70-4D47-BDD3-147747D1913C}"/>
                  </a:ext>
                </a:extLst>
              </p:cNvPr>
              <p:cNvSpPr/>
              <p:nvPr/>
            </p:nvSpPr>
            <p:spPr>
              <a:xfrm rot="268952">
                <a:off x="2007001" y="693182"/>
                <a:ext cx="1323414" cy="1323414"/>
              </a:xfrm>
              <a:custGeom>
                <a:avLst/>
                <a:gdLst/>
                <a:ahLst/>
                <a:cxnLst/>
                <a:rect l="l" t="t" r="r" b="b"/>
                <a:pathLst>
                  <a:path w="28771" h="28771" extrusionOk="0">
                    <a:moveTo>
                      <a:pt x="14396" y="0"/>
                    </a:moveTo>
                    <a:cubicBezTo>
                      <a:pt x="6445" y="0"/>
                      <a:pt x="1" y="6445"/>
                      <a:pt x="1" y="14375"/>
                    </a:cubicBezTo>
                    <a:cubicBezTo>
                      <a:pt x="1" y="22326"/>
                      <a:pt x="6445" y="28770"/>
                      <a:pt x="14396" y="28770"/>
                    </a:cubicBezTo>
                    <a:cubicBezTo>
                      <a:pt x="22347" y="28770"/>
                      <a:pt x="28771" y="22326"/>
                      <a:pt x="28771" y="14375"/>
                    </a:cubicBezTo>
                    <a:cubicBezTo>
                      <a:pt x="28771" y="6445"/>
                      <a:pt x="22347" y="0"/>
                      <a:pt x="14396" y="0"/>
                    </a:cubicBezTo>
                    <a:close/>
                  </a:path>
                </a:pathLst>
              </a:custGeom>
              <a:noFill/>
              <a:ln w="76200" cap="flat" cmpd="sng">
                <a:solidFill>
                  <a:srgbClr val="A9B5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2099022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3B7DA16-4A74-2409-F12E-E8DCBB5D12E7}"/>
              </a:ext>
            </a:extLst>
          </p:cNvPr>
          <p:cNvGrpSpPr/>
          <p:nvPr/>
        </p:nvGrpSpPr>
        <p:grpSpPr>
          <a:xfrm>
            <a:off x="2481211" y="830997"/>
            <a:ext cx="1800000" cy="401534"/>
            <a:chOff x="1344580" y="830997"/>
            <a:chExt cx="1800000" cy="401534"/>
          </a:xfrm>
        </p:grpSpPr>
        <p:sp>
          <p:nvSpPr>
            <p:cNvPr id="20" name="Chevron 224">
              <a:extLst>
                <a:ext uri="{FF2B5EF4-FFF2-40B4-BE49-F238E27FC236}">
                  <a16:creationId xmlns:a16="http://schemas.microsoft.com/office/drawing/2014/main" id="{3E701C7D-F527-B620-2940-D083DC944BD9}"/>
                </a:ext>
              </a:extLst>
            </p:cNvPr>
            <p:cNvSpPr/>
            <p:nvPr/>
          </p:nvSpPr>
          <p:spPr>
            <a:xfrm>
              <a:off x="1344580" y="1124531"/>
              <a:ext cx="1800000" cy="108000"/>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1" name="Rectangle 20">
              <a:extLst>
                <a:ext uri="{FF2B5EF4-FFF2-40B4-BE49-F238E27FC236}">
                  <a16:creationId xmlns:a16="http://schemas.microsoft.com/office/drawing/2014/main" id="{7B71DABE-608A-ADA7-2091-F6F6030B7BCD}"/>
                </a:ext>
              </a:extLst>
            </p:cNvPr>
            <p:cNvSpPr/>
            <p:nvPr/>
          </p:nvSpPr>
          <p:spPr>
            <a:xfrm>
              <a:off x="1700762" y="830997"/>
              <a:ext cx="1003801"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Conclusion</a:t>
              </a:r>
            </a:p>
          </p:txBody>
        </p:sp>
      </p:grpSp>
      <p:grpSp>
        <p:nvGrpSpPr>
          <p:cNvPr id="25" name="Group 24">
            <a:extLst>
              <a:ext uri="{FF2B5EF4-FFF2-40B4-BE49-F238E27FC236}">
                <a16:creationId xmlns:a16="http://schemas.microsoft.com/office/drawing/2014/main" id="{98317A04-B151-42FE-3954-24E0A2172E58}"/>
              </a:ext>
            </a:extLst>
          </p:cNvPr>
          <p:cNvGrpSpPr/>
          <p:nvPr/>
        </p:nvGrpSpPr>
        <p:grpSpPr>
          <a:xfrm>
            <a:off x="8530960" y="832367"/>
            <a:ext cx="1800000" cy="401534"/>
            <a:chOff x="1344580" y="830997"/>
            <a:chExt cx="1800000" cy="401534"/>
          </a:xfrm>
        </p:grpSpPr>
        <p:sp>
          <p:nvSpPr>
            <p:cNvPr id="26" name="Chevron 224">
              <a:extLst>
                <a:ext uri="{FF2B5EF4-FFF2-40B4-BE49-F238E27FC236}">
                  <a16:creationId xmlns:a16="http://schemas.microsoft.com/office/drawing/2014/main" id="{2F2EC734-510C-A9B9-DE82-C0A3DCE92AF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7" name="Rectangle 26">
              <a:extLst>
                <a:ext uri="{FF2B5EF4-FFF2-40B4-BE49-F238E27FC236}">
                  <a16:creationId xmlns:a16="http://schemas.microsoft.com/office/drawing/2014/main" id="{AA7645C9-8B01-DD0E-1926-8A352FA473E1}"/>
                </a:ext>
              </a:extLst>
            </p:cNvPr>
            <p:cNvSpPr/>
            <p:nvPr/>
          </p:nvSpPr>
          <p:spPr>
            <a:xfrm>
              <a:off x="1660693" y="830997"/>
              <a:ext cx="1083951"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Perspectives</a:t>
              </a:r>
            </a:p>
          </p:txBody>
        </p:sp>
      </p:grpSp>
      <p:sp>
        <p:nvSpPr>
          <p:cNvPr id="31" name="Isosceles Triangle 225">
            <a:extLst>
              <a:ext uri="{FF2B5EF4-FFF2-40B4-BE49-F238E27FC236}">
                <a16:creationId xmlns:a16="http://schemas.microsoft.com/office/drawing/2014/main" id="{27A9A0B9-A03E-8529-F608-4D70FB08B160}"/>
              </a:ext>
            </a:extLst>
          </p:cNvPr>
          <p:cNvSpPr/>
          <p:nvPr/>
        </p:nvSpPr>
        <p:spPr>
          <a:xfrm rot="10800000">
            <a:off x="3169672"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B56F582F-18C1-4D84-6D1A-B33BB36BA3AB}"/>
              </a:ext>
            </a:extLst>
          </p:cNvPr>
          <p:cNvGrpSpPr/>
          <p:nvPr/>
        </p:nvGrpSpPr>
        <p:grpSpPr>
          <a:xfrm>
            <a:off x="11724572" y="6292069"/>
            <a:ext cx="539659" cy="576000"/>
            <a:chOff x="11602707" y="6123456"/>
            <a:chExt cx="680441" cy="734544"/>
          </a:xfrm>
          <a:solidFill>
            <a:srgbClr val="003076"/>
          </a:solidFill>
        </p:grpSpPr>
        <p:sp>
          <p:nvSpPr>
            <p:cNvPr id="3" name="Freeform: Shape 2">
              <a:extLst>
                <a:ext uri="{FF2B5EF4-FFF2-40B4-BE49-F238E27FC236}">
                  <a16:creationId xmlns:a16="http://schemas.microsoft.com/office/drawing/2014/main" id="{6E4D222A-3611-4CC6-6B8F-350E447EB167}"/>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4" name="Group 3">
              <a:extLst>
                <a:ext uri="{FF2B5EF4-FFF2-40B4-BE49-F238E27FC236}">
                  <a16:creationId xmlns:a16="http://schemas.microsoft.com/office/drawing/2014/main" id="{64A7E2C2-E6D6-3CF2-F182-65610E9C648A}"/>
                </a:ext>
              </a:extLst>
            </p:cNvPr>
            <p:cNvGrpSpPr/>
            <p:nvPr/>
          </p:nvGrpSpPr>
          <p:grpSpPr>
            <a:xfrm>
              <a:off x="11738453" y="6279077"/>
              <a:ext cx="544695" cy="578923"/>
              <a:chOff x="11738453" y="6279077"/>
              <a:chExt cx="544695" cy="578923"/>
            </a:xfrm>
            <a:grpFill/>
          </p:grpSpPr>
          <p:sp>
            <p:nvSpPr>
              <p:cNvPr id="6" name="Freeform: Shape 5">
                <a:extLst>
                  <a:ext uri="{FF2B5EF4-FFF2-40B4-BE49-F238E27FC236}">
                    <a16:creationId xmlns:a16="http://schemas.microsoft.com/office/drawing/2014/main" id="{464D5C2D-CB14-D138-B135-7878EA10BBA8}"/>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 name="Slide Number Placeholder 1">
                <a:extLst>
                  <a:ext uri="{FF2B5EF4-FFF2-40B4-BE49-F238E27FC236}">
                    <a16:creationId xmlns:a16="http://schemas.microsoft.com/office/drawing/2014/main" id="{0BDB0997-8CAF-1734-492E-7B75CD69FB76}"/>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33</a:t>
                </a:r>
              </a:p>
            </p:txBody>
          </p:sp>
        </p:grpSp>
      </p:grpSp>
      <p:sp>
        <p:nvSpPr>
          <p:cNvPr id="8" name="TextBox 37">
            <a:extLst>
              <a:ext uri="{FF2B5EF4-FFF2-40B4-BE49-F238E27FC236}">
                <a16:creationId xmlns:a16="http://schemas.microsoft.com/office/drawing/2014/main" id="{6121EFD0-9671-2167-2C76-A4282F4D62CE}"/>
              </a:ext>
            </a:extLst>
          </p:cNvPr>
          <p:cNvSpPr txBox="1"/>
          <p:nvPr/>
        </p:nvSpPr>
        <p:spPr>
          <a:xfrm>
            <a:off x="1341120" y="257697"/>
            <a:ext cx="9784080" cy="413575"/>
          </a:xfrm>
          <a:prstGeom prst="rect">
            <a:avLst/>
          </a:prstGeom>
        </p:spPr>
        <p:txBody>
          <a:bodyPr wrap="square" lIns="0" tIns="0" rIns="0" bIns="0" rtlCol="0" anchor="t">
            <a:spAutoFit/>
          </a:bodyPr>
          <a:lstStyle/>
          <a:p>
            <a:pPr algn="ctr">
              <a:lnSpc>
                <a:spcPts val="2800"/>
              </a:lnSpc>
            </a:pPr>
            <a:r>
              <a:rPr lang="en-US" sz="4400" b="1" dirty="0">
                <a:solidFill>
                  <a:srgbClr val="4472C4"/>
                </a:solidFill>
                <a:latin typeface="Times New Roman" panose="02020603050405020304" pitchFamily="18" charset="0"/>
                <a:cs typeface="Times New Roman" panose="02020603050405020304" pitchFamily="18" charset="0"/>
              </a:rPr>
              <a:t>Conclusion et perspectives</a:t>
            </a:r>
          </a:p>
        </p:txBody>
      </p:sp>
      <p:grpSp>
        <p:nvGrpSpPr>
          <p:cNvPr id="4130" name="Group 4129">
            <a:extLst>
              <a:ext uri="{FF2B5EF4-FFF2-40B4-BE49-F238E27FC236}">
                <a16:creationId xmlns:a16="http://schemas.microsoft.com/office/drawing/2014/main" id="{03B78944-907F-C788-7624-3B1AF69E119A}"/>
              </a:ext>
            </a:extLst>
          </p:cNvPr>
          <p:cNvGrpSpPr/>
          <p:nvPr/>
        </p:nvGrpSpPr>
        <p:grpSpPr>
          <a:xfrm>
            <a:off x="8029620" y="3069918"/>
            <a:ext cx="3217836" cy="576064"/>
            <a:chOff x="8029620" y="3069918"/>
            <a:chExt cx="3217836" cy="576064"/>
          </a:xfrm>
          <a:solidFill>
            <a:schemeClr val="bg1"/>
          </a:solidFill>
        </p:grpSpPr>
        <p:sp>
          <p:nvSpPr>
            <p:cNvPr id="10" name="Isosceles Triangle 9">
              <a:extLst>
                <a:ext uri="{FF2B5EF4-FFF2-40B4-BE49-F238E27FC236}">
                  <a16:creationId xmlns:a16="http://schemas.microsoft.com/office/drawing/2014/main" id="{D2E0924F-03B4-4BBA-9692-24B71BCAB9B7}"/>
                </a:ext>
              </a:extLst>
            </p:cNvPr>
            <p:cNvSpPr/>
            <p:nvPr/>
          </p:nvSpPr>
          <p:spPr>
            <a:xfrm rot="5400000">
              <a:off x="10610410" y="3008935"/>
              <a:ext cx="576064" cy="698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 name="Rectangle 10">
              <a:extLst>
                <a:ext uri="{FF2B5EF4-FFF2-40B4-BE49-F238E27FC236}">
                  <a16:creationId xmlns:a16="http://schemas.microsoft.com/office/drawing/2014/main" id="{E66C2DB9-6AEF-E02E-0A4F-20D8BC796A5B}"/>
                </a:ext>
              </a:extLst>
            </p:cNvPr>
            <p:cNvSpPr/>
            <p:nvPr/>
          </p:nvSpPr>
          <p:spPr>
            <a:xfrm>
              <a:off x="8029620" y="3069918"/>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33" name="Group 4132">
            <a:extLst>
              <a:ext uri="{FF2B5EF4-FFF2-40B4-BE49-F238E27FC236}">
                <a16:creationId xmlns:a16="http://schemas.microsoft.com/office/drawing/2014/main" id="{49DC0911-FE2D-B8CA-628D-C983E54A370C}"/>
              </a:ext>
            </a:extLst>
          </p:cNvPr>
          <p:cNvGrpSpPr/>
          <p:nvPr/>
        </p:nvGrpSpPr>
        <p:grpSpPr>
          <a:xfrm>
            <a:off x="944546" y="3059032"/>
            <a:ext cx="3217836" cy="580600"/>
            <a:chOff x="944546" y="3059032"/>
            <a:chExt cx="3217836" cy="580600"/>
          </a:xfrm>
          <a:solidFill>
            <a:schemeClr val="bg1"/>
          </a:solidFill>
        </p:grpSpPr>
        <p:sp>
          <p:nvSpPr>
            <p:cNvPr id="15" name="Isosceles Triangle 14">
              <a:extLst>
                <a:ext uri="{FF2B5EF4-FFF2-40B4-BE49-F238E27FC236}">
                  <a16:creationId xmlns:a16="http://schemas.microsoft.com/office/drawing/2014/main" id="{0924286C-9C16-70F9-0C8A-1B068BD1F085}"/>
                </a:ext>
              </a:extLst>
            </p:cNvPr>
            <p:cNvSpPr/>
            <p:nvPr/>
          </p:nvSpPr>
          <p:spPr>
            <a:xfrm rot="16200000">
              <a:off x="1005529" y="2998049"/>
              <a:ext cx="576064" cy="698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6" name="Rectangle 15">
              <a:extLst>
                <a:ext uri="{FF2B5EF4-FFF2-40B4-BE49-F238E27FC236}">
                  <a16:creationId xmlns:a16="http://schemas.microsoft.com/office/drawing/2014/main" id="{843AA8F9-198E-5221-973F-D5179B92915E}"/>
                </a:ext>
              </a:extLst>
            </p:cNvPr>
            <p:cNvSpPr/>
            <p:nvPr/>
          </p:nvSpPr>
          <p:spPr>
            <a:xfrm flipH="1">
              <a:off x="1642575" y="3063568"/>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32" name="Group 4131">
            <a:extLst>
              <a:ext uri="{FF2B5EF4-FFF2-40B4-BE49-F238E27FC236}">
                <a16:creationId xmlns:a16="http://schemas.microsoft.com/office/drawing/2014/main" id="{20EF276F-7762-3D5F-5837-EB5D8230EF2C}"/>
              </a:ext>
            </a:extLst>
          </p:cNvPr>
          <p:cNvGrpSpPr/>
          <p:nvPr/>
        </p:nvGrpSpPr>
        <p:grpSpPr>
          <a:xfrm>
            <a:off x="2394648" y="3054047"/>
            <a:ext cx="2519807" cy="879967"/>
            <a:chOff x="2394648" y="3054047"/>
            <a:chExt cx="2519807" cy="879967"/>
          </a:xfrm>
          <a:solidFill>
            <a:schemeClr val="bg1"/>
          </a:solidFill>
        </p:grpSpPr>
        <p:sp>
          <p:nvSpPr>
            <p:cNvPr id="17" name="Freeform 55">
              <a:extLst>
                <a:ext uri="{FF2B5EF4-FFF2-40B4-BE49-F238E27FC236}">
                  <a16:creationId xmlns:a16="http://schemas.microsoft.com/office/drawing/2014/main" id="{3DFE1542-47EC-5887-FCE5-76A553C1B1AF}"/>
                </a:ext>
              </a:extLst>
            </p:cNvPr>
            <p:cNvSpPr/>
            <p:nvPr/>
          </p:nvSpPr>
          <p:spPr>
            <a:xfrm flipH="1">
              <a:off x="2394650" y="305404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Rectangle 17">
              <a:extLst>
                <a:ext uri="{FF2B5EF4-FFF2-40B4-BE49-F238E27FC236}">
                  <a16:creationId xmlns:a16="http://schemas.microsoft.com/office/drawing/2014/main" id="{938BAD48-FFD9-EE9D-C7B9-995141BB49B5}"/>
                </a:ext>
              </a:extLst>
            </p:cNvPr>
            <p:cNvSpPr/>
            <p:nvPr/>
          </p:nvSpPr>
          <p:spPr>
            <a:xfrm flipH="1">
              <a:off x="2394648" y="3357950"/>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9" name="Group 4128">
            <a:extLst>
              <a:ext uri="{FF2B5EF4-FFF2-40B4-BE49-F238E27FC236}">
                <a16:creationId xmlns:a16="http://schemas.microsoft.com/office/drawing/2014/main" id="{DECBE037-8D9D-3E4C-BF20-FDC97059435A}"/>
              </a:ext>
            </a:extLst>
          </p:cNvPr>
          <p:cNvGrpSpPr/>
          <p:nvPr/>
        </p:nvGrpSpPr>
        <p:grpSpPr>
          <a:xfrm>
            <a:off x="7277547" y="3069917"/>
            <a:ext cx="2519807" cy="883147"/>
            <a:chOff x="7277547" y="3069917"/>
            <a:chExt cx="2519807" cy="883147"/>
          </a:xfrm>
          <a:solidFill>
            <a:schemeClr val="bg1"/>
          </a:solidFill>
        </p:grpSpPr>
        <p:sp>
          <p:nvSpPr>
            <p:cNvPr id="14" name="Freeform 56">
              <a:extLst>
                <a:ext uri="{FF2B5EF4-FFF2-40B4-BE49-F238E27FC236}">
                  <a16:creationId xmlns:a16="http://schemas.microsoft.com/office/drawing/2014/main" id="{1BEF3AE4-E1C3-165F-5F03-964A07885F93}"/>
                </a:ext>
              </a:extLst>
            </p:cNvPr>
            <p:cNvSpPr/>
            <p:nvPr/>
          </p:nvSpPr>
          <p:spPr>
            <a:xfrm>
              <a:off x="8029622" y="306991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3" name="Rectangle 22">
              <a:extLst>
                <a:ext uri="{FF2B5EF4-FFF2-40B4-BE49-F238E27FC236}">
                  <a16:creationId xmlns:a16="http://schemas.microsoft.com/office/drawing/2014/main" id="{996B8C89-4922-8422-6554-DFAB3BE65A11}"/>
                </a:ext>
              </a:extLst>
            </p:cNvPr>
            <p:cNvSpPr/>
            <p:nvPr/>
          </p:nvSpPr>
          <p:spPr>
            <a:xfrm>
              <a:off x="7277547" y="3377000"/>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8" name="Group 4127">
            <a:extLst>
              <a:ext uri="{FF2B5EF4-FFF2-40B4-BE49-F238E27FC236}">
                <a16:creationId xmlns:a16="http://schemas.microsoft.com/office/drawing/2014/main" id="{878F1602-C436-D699-2571-09654CC58501}"/>
              </a:ext>
            </a:extLst>
          </p:cNvPr>
          <p:cNvGrpSpPr/>
          <p:nvPr/>
        </p:nvGrpSpPr>
        <p:grpSpPr>
          <a:xfrm>
            <a:off x="6305554" y="3360976"/>
            <a:ext cx="2519807" cy="880120"/>
            <a:chOff x="6525473" y="3360976"/>
            <a:chExt cx="2519807" cy="880120"/>
          </a:xfrm>
          <a:solidFill>
            <a:schemeClr val="bg1"/>
          </a:solidFill>
        </p:grpSpPr>
        <p:sp>
          <p:nvSpPr>
            <p:cNvPr id="24" name="Freeform 53">
              <a:extLst>
                <a:ext uri="{FF2B5EF4-FFF2-40B4-BE49-F238E27FC236}">
                  <a16:creationId xmlns:a16="http://schemas.microsoft.com/office/drawing/2014/main" id="{6DCA4C63-4C11-722E-0A7B-09F1C97D4CDD}"/>
                </a:ext>
              </a:extLst>
            </p:cNvPr>
            <p:cNvSpPr/>
            <p:nvPr/>
          </p:nvSpPr>
          <p:spPr>
            <a:xfrm>
              <a:off x="7277547" y="3360976"/>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8" name="Rectangle 27">
              <a:extLst>
                <a:ext uri="{FF2B5EF4-FFF2-40B4-BE49-F238E27FC236}">
                  <a16:creationId xmlns:a16="http://schemas.microsoft.com/office/drawing/2014/main" id="{A0D2C0A9-C973-2791-8E02-2FE141F9D044}"/>
                </a:ext>
              </a:extLst>
            </p:cNvPr>
            <p:cNvSpPr/>
            <p:nvPr/>
          </p:nvSpPr>
          <p:spPr>
            <a:xfrm>
              <a:off x="6525473" y="3665032"/>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31" name="Group 4130">
            <a:extLst>
              <a:ext uri="{FF2B5EF4-FFF2-40B4-BE49-F238E27FC236}">
                <a16:creationId xmlns:a16="http://schemas.microsoft.com/office/drawing/2014/main" id="{B25706A7-BF7F-67F7-E3C0-DBF6D16AE21E}"/>
              </a:ext>
            </a:extLst>
          </p:cNvPr>
          <p:cNvGrpSpPr/>
          <p:nvPr/>
        </p:nvGrpSpPr>
        <p:grpSpPr>
          <a:xfrm>
            <a:off x="3459240" y="3357950"/>
            <a:ext cx="2519807" cy="883146"/>
            <a:chOff x="3146723" y="3357950"/>
            <a:chExt cx="2519807" cy="883146"/>
          </a:xfrm>
          <a:solidFill>
            <a:schemeClr val="bg1"/>
          </a:solidFill>
        </p:grpSpPr>
        <p:sp>
          <p:nvSpPr>
            <p:cNvPr id="22" name="Freeform 54">
              <a:extLst>
                <a:ext uri="{FF2B5EF4-FFF2-40B4-BE49-F238E27FC236}">
                  <a16:creationId xmlns:a16="http://schemas.microsoft.com/office/drawing/2014/main" id="{454A4B5C-F43D-96E0-33F6-40A55779E16E}"/>
                </a:ext>
              </a:extLst>
            </p:cNvPr>
            <p:cNvSpPr/>
            <p:nvPr/>
          </p:nvSpPr>
          <p:spPr>
            <a:xfrm flipH="1">
              <a:off x="3146723" y="3357950"/>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9" name="Rectangle 28">
              <a:extLst>
                <a:ext uri="{FF2B5EF4-FFF2-40B4-BE49-F238E27FC236}">
                  <a16:creationId xmlns:a16="http://schemas.microsoft.com/office/drawing/2014/main" id="{5EC4658F-B378-919E-F554-12FC5A90FF6D}"/>
                </a:ext>
              </a:extLst>
            </p:cNvPr>
            <p:cNvSpPr/>
            <p:nvPr/>
          </p:nvSpPr>
          <p:spPr>
            <a:xfrm flipH="1">
              <a:off x="3146723" y="3665032"/>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27" name="Group 4126">
            <a:extLst>
              <a:ext uri="{FF2B5EF4-FFF2-40B4-BE49-F238E27FC236}">
                <a16:creationId xmlns:a16="http://schemas.microsoft.com/office/drawing/2014/main" id="{9B2032E0-9E5E-CD80-4ACF-276D700B0386}"/>
              </a:ext>
            </a:extLst>
          </p:cNvPr>
          <p:cNvGrpSpPr/>
          <p:nvPr/>
        </p:nvGrpSpPr>
        <p:grpSpPr>
          <a:xfrm>
            <a:off x="4425966" y="3661824"/>
            <a:ext cx="3350485" cy="882996"/>
            <a:chOff x="4425966" y="3661824"/>
            <a:chExt cx="3350485" cy="882996"/>
          </a:xfrm>
        </p:grpSpPr>
        <p:sp>
          <p:nvSpPr>
            <p:cNvPr id="30" name="Freeform 12">
              <a:extLst>
                <a:ext uri="{FF2B5EF4-FFF2-40B4-BE49-F238E27FC236}">
                  <a16:creationId xmlns:a16="http://schemas.microsoft.com/office/drawing/2014/main" id="{B4747A8E-E1D9-3EAD-014A-F179F261CB9C}"/>
                </a:ext>
              </a:extLst>
            </p:cNvPr>
            <p:cNvSpPr/>
            <p:nvPr/>
          </p:nvSpPr>
          <p:spPr>
            <a:xfrm>
              <a:off x="6518334" y="3664853"/>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6" name="Freeform 52">
              <a:extLst>
                <a:ext uri="{FF2B5EF4-FFF2-40B4-BE49-F238E27FC236}">
                  <a16:creationId xmlns:a16="http://schemas.microsoft.com/office/drawing/2014/main" id="{2A8D4ACF-EFDE-D165-99D5-2390C97BBB41}"/>
                </a:ext>
              </a:extLst>
            </p:cNvPr>
            <p:cNvSpPr/>
            <p:nvPr/>
          </p:nvSpPr>
          <p:spPr>
            <a:xfrm flipH="1">
              <a:off x="4429000" y="3661824"/>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7" name="Rectangle 4096">
              <a:extLst>
                <a:ext uri="{FF2B5EF4-FFF2-40B4-BE49-F238E27FC236}">
                  <a16:creationId xmlns:a16="http://schemas.microsoft.com/office/drawing/2014/main" id="{8DB502A9-6640-F217-D06C-4272E7AEB75A}"/>
                </a:ext>
              </a:extLst>
            </p:cNvPr>
            <p:cNvSpPr/>
            <p:nvPr/>
          </p:nvSpPr>
          <p:spPr>
            <a:xfrm>
              <a:off x="4425966" y="3965764"/>
              <a:ext cx="3348036" cy="5760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4120" name="Rectangle 23">
            <a:extLst>
              <a:ext uri="{FF2B5EF4-FFF2-40B4-BE49-F238E27FC236}">
                <a16:creationId xmlns:a16="http://schemas.microsoft.com/office/drawing/2014/main" id="{F4C82862-8D33-E397-75D9-2D5255B3441F}"/>
              </a:ext>
            </a:extLst>
          </p:cNvPr>
          <p:cNvSpPr/>
          <p:nvPr/>
        </p:nvSpPr>
        <p:spPr>
          <a:xfrm>
            <a:off x="9128804" y="3529758"/>
            <a:ext cx="476152" cy="280084"/>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1" name="Oval 31">
            <a:extLst>
              <a:ext uri="{FF2B5EF4-FFF2-40B4-BE49-F238E27FC236}">
                <a16:creationId xmlns:a16="http://schemas.microsoft.com/office/drawing/2014/main" id="{1CCC2444-0040-A7C2-CED0-66DEF4375ED3}"/>
              </a:ext>
            </a:extLst>
          </p:cNvPr>
          <p:cNvSpPr/>
          <p:nvPr/>
        </p:nvSpPr>
        <p:spPr>
          <a:xfrm>
            <a:off x="8447067" y="3786968"/>
            <a:ext cx="354255" cy="357590"/>
          </a:xfrm>
          <a:custGeom>
            <a:avLst/>
            <a:gdLst/>
            <a:ahLst/>
            <a:cxnLst/>
            <a:rect l="l" t="t" r="r" b="b"/>
            <a:pathLst>
              <a:path w="3187187" h="3217189">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2" name="Rectangle 23">
            <a:extLst>
              <a:ext uri="{FF2B5EF4-FFF2-40B4-BE49-F238E27FC236}">
                <a16:creationId xmlns:a16="http://schemas.microsoft.com/office/drawing/2014/main" id="{FCB4789F-2151-A143-574F-D64FF7A84D1A}"/>
              </a:ext>
            </a:extLst>
          </p:cNvPr>
          <p:cNvSpPr/>
          <p:nvPr/>
        </p:nvSpPr>
        <p:spPr>
          <a:xfrm>
            <a:off x="1637964" y="3183138"/>
            <a:ext cx="485828" cy="313098"/>
          </a:xfrm>
          <a:custGeom>
            <a:avLst/>
            <a:gdLst/>
            <a:ahLst/>
            <a:cxnLst/>
            <a:rect l="l" t="t" r="r" b="b"/>
            <a:pathLst>
              <a:path w="3224845" h="2078296">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3" name="Oval 31">
            <a:extLst>
              <a:ext uri="{FF2B5EF4-FFF2-40B4-BE49-F238E27FC236}">
                <a16:creationId xmlns:a16="http://schemas.microsoft.com/office/drawing/2014/main" id="{FE314344-23ED-7D0B-1551-36A4BA6756A3}"/>
              </a:ext>
            </a:extLst>
          </p:cNvPr>
          <p:cNvSpPr/>
          <p:nvPr/>
        </p:nvSpPr>
        <p:spPr>
          <a:xfrm>
            <a:off x="2533500" y="3434242"/>
            <a:ext cx="407177" cy="401707"/>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4" name="Teardrop 17">
            <a:extLst>
              <a:ext uri="{FF2B5EF4-FFF2-40B4-BE49-F238E27FC236}">
                <a16:creationId xmlns:a16="http://schemas.microsoft.com/office/drawing/2014/main" id="{7BC4717C-DFCB-C4B7-CC32-83F2CCF5ACE1}"/>
              </a:ext>
            </a:extLst>
          </p:cNvPr>
          <p:cNvSpPr/>
          <p:nvPr/>
        </p:nvSpPr>
        <p:spPr>
          <a:xfrm rot="18900000">
            <a:off x="10192516" y="3174813"/>
            <a:ext cx="332582" cy="337808"/>
          </a:xfrm>
          <a:custGeom>
            <a:avLst/>
            <a:gdLst/>
            <a:ahLst/>
            <a:cxnLst/>
            <a:rect l="l" t="t" r="r" b="b"/>
            <a:pathLst>
              <a:path w="2646489" h="2688071">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5" name="Rectangle 23">
            <a:extLst>
              <a:ext uri="{FF2B5EF4-FFF2-40B4-BE49-F238E27FC236}">
                <a16:creationId xmlns:a16="http://schemas.microsoft.com/office/drawing/2014/main" id="{CA93F299-A080-DEA2-294F-07EFE159ADD4}"/>
              </a:ext>
            </a:extLst>
          </p:cNvPr>
          <p:cNvSpPr/>
          <p:nvPr/>
        </p:nvSpPr>
        <p:spPr>
          <a:xfrm>
            <a:off x="3295743" y="3732762"/>
            <a:ext cx="404773" cy="407167"/>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6" name="Freeform 20">
            <a:extLst>
              <a:ext uri="{FF2B5EF4-FFF2-40B4-BE49-F238E27FC236}">
                <a16:creationId xmlns:a16="http://schemas.microsoft.com/office/drawing/2014/main" id="{06319D45-5FAA-8422-4740-17EDB5A5D55E}"/>
              </a:ext>
            </a:extLst>
          </p:cNvPr>
          <p:cNvSpPr/>
          <p:nvPr/>
        </p:nvSpPr>
        <p:spPr>
          <a:xfrm>
            <a:off x="5916902" y="4036636"/>
            <a:ext cx="376670" cy="402560"/>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36" name="TextBox 4135">
            <a:extLst>
              <a:ext uri="{FF2B5EF4-FFF2-40B4-BE49-F238E27FC236}">
                <a16:creationId xmlns:a16="http://schemas.microsoft.com/office/drawing/2014/main" id="{036B6B28-397D-23F8-6EFA-2824B9DD96C4}"/>
              </a:ext>
            </a:extLst>
          </p:cNvPr>
          <p:cNvSpPr txBox="1"/>
          <p:nvPr/>
        </p:nvSpPr>
        <p:spPr>
          <a:xfrm>
            <a:off x="4325950" y="1956569"/>
            <a:ext cx="3660129" cy="923330"/>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Traçabilité améliorée des interventions et de l’historique des interventions</a:t>
            </a:r>
            <a:endParaRPr lang="fr-FR" dirty="0"/>
          </a:p>
        </p:txBody>
      </p:sp>
      <p:sp>
        <p:nvSpPr>
          <p:cNvPr id="4137" name="TextBox 4136">
            <a:extLst>
              <a:ext uri="{FF2B5EF4-FFF2-40B4-BE49-F238E27FC236}">
                <a16:creationId xmlns:a16="http://schemas.microsoft.com/office/drawing/2014/main" id="{F2714584-737B-0754-B58D-B89FD034CB31}"/>
              </a:ext>
            </a:extLst>
          </p:cNvPr>
          <p:cNvSpPr txBox="1"/>
          <p:nvPr/>
        </p:nvSpPr>
        <p:spPr>
          <a:xfrm>
            <a:off x="3008330" y="4658394"/>
            <a:ext cx="2767848" cy="646331"/>
          </a:xfrm>
          <a:prstGeom prst="rect">
            <a:avLst/>
          </a:prstGeom>
          <a:noFill/>
        </p:spPr>
        <p:txBody>
          <a:bodyPr wrap="square">
            <a:spAutoFit/>
          </a:bodyPr>
          <a:lstStyle/>
          <a:p>
            <a:pPr algn="ctr"/>
            <a:r>
              <a:rPr lang="fr-FR" dirty="0">
                <a:solidFill>
                  <a:schemeClr val="bg1"/>
                </a:solidFill>
                <a:latin typeface="Times New Roman" panose="02020603050405020304" pitchFamily="18" charset="0"/>
                <a:cs typeface="Times New Roman" panose="02020603050405020304" pitchFamily="18" charset="0"/>
              </a:rPr>
              <a:t>Des documents clairs, précis et non discutés</a:t>
            </a:r>
          </a:p>
        </p:txBody>
      </p:sp>
      <p:sp>
        <p:nvSpPr>
          <p:cNvPr id="4138" name="TextBox 4137">
            <a:extLst>
              <a:ext uri="{FF2B5EF4-FFF2-40B4-BE49-F238E27FC236}">
                <a16:creationId xmlns:a16="http://schemas.microsoft.com/office/drawing/2014/main" id="{B31FBA0D-C941-D832-E5B3-32CB99EE5DBB}"/>
              </a:ext>
            </a:extLst>
          </p:cNvPr>
          <p:cNvSpPr txBox="1"/>
          <p:nvPr/>
        </p:nvSpPr>
        <p:spPr>
          <a:xfrm>
            <a:off x="5871007" y="4665925"/>
            <a:ext cx="3660129" cy="646331"/>
          </a:xfrm>
          <a:prstGeom prst="rect">
            <a:avLst/>
          </a:prstGeom>
          <a:noFill/>
        </p:spPr>
        <p:txBody>
          <a:bodyPr wrap="square">
            <a:spAutoFit/>
          </a:bodyPr>
          <a:lstStyle/>
          <a:p>
            <a:pPr algn="ctr"/>
            <a:r>
              <a:rPr lang="fr-FR" dirty="0">
                <a:solidFill>
                  <a:schemeClr val="bg1"/>
                </a:solidFill>
                <a:latin typeface="Times New Roman" panose="02020603050405020304" pitchFamily="18" charset="0"/>
                <a:cs typeface="Times New Roman" panose="02020603050405020304" pitchFamily="18" charset="0"/>
              </a:rPr>
              <a:t> Renforcement de la traçabilité des inventaires</a:t>
            </a:r>
            <a:endParaRPr lang="fr-FR" dirty="0">
              <a:solidFill>
                <a:schemeClr val="bg1"/>
              </a:solidFill>
            </a:endParaRPr>
          </a:p>
        </p:txBody>
      </p:sp>
    </p:spTree>
    <p:extLst>
      <p:ext uri="{BB962C8B-B14F-4D97-AF65-F5344CB8AC3E}">
        <p14:creationId xmlns:p14="http://schemas.microsoft.com/office/powerpoint/2010/main" val="378368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127"/>
                                        </p:tgtEl>
                                        <p:attrNameLst>
                                          <p:attrName>style.visibility</p:attrName>
                                        </p:attrNameLst>
                                      </p:cBhvr>
                                      <p:to>
                                        <p:strVal val="visible"/>
                                      </p:to>
                                    </p:set>
                                    <p:animEffect transition="in" filter="wipe(down)">
                                      <p:cBhvr>
                                        <p:cTn id="7" dur="500"/>
                                        <p:tgtEl>
                                          <p:spTgt spid="412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3B7DA16-4A74-2409-F12E-E8DCBB5D12E7}"/>
              </a:ext>
            </a:extLst>
          </p:cNvPr>
          <p:cNvGrpSpPr/>
          <p:nvPr/>
        </p:nvGrpSpPr>
        <p:grpSpPr>
          <a:xfrm>
            <a:off x="2481211" y="830997"/>
            <a:ext cx="1800000" cy="401534"/>
            <a:chOff x="1344580" y="830997"/>
            <a:chExt cx="1800000" cy="401534"/>
          </a:xfrm>
        </p:grpSpPr>
        <p:sp>
          <p:nvSpPr>
            <p:cNvPr id="20" name="Chevron 224">
              <a:extLst>
                <a:ext uri="{FF2B5EF4-FFF2-40B4-BE49-F238E27FC236}">
                  <a16:creationId xmlns:a16="http://schemas.microsoft.com/office/drawing/2014/main" id="{3E701C7D-F527-B620-2940-D083DC944BD9}"/>
                </a:ext>
              </a:extLst>
            </p:cNvPr>
            <p:cNvSpPr/>
            <p:nvPr/>
          </p:nvSpPr>
          <p:spPr>
            <a:xfrm>
              <a:off x="1344580" y="1124531"/>
              <a:ext cx="1800000" cy="108000"/>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1" name="Rectangle 20">
              <a:extLst>
                <a:ext uri="{FF2B5EF4-FFF2-40B4-BE49-F238E27FC236}">
                  <a16:creationId xmlns:a16="http://schemas.microsoft.com/office/drawing/2014/main" id="{7B71DABE-608A-ADA7-2091-F6F6030B7BCD}"/>
                </a:ext>
              </a:extLst>
            </p:cNvPr>
            <p:cNvSpPr/>
            <p:nvPr/>
          </p:nvSpPr>
          <p:spPr>
            <a:xfrm>
              <a:off x="1700762" y="830997"/>
              <a:ext cx="1003801"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Conclusion</a:t>
              </a:r>
            </a:p>
          </p:txBody>
        </p:sp>
      </p:grpSp>
      <p:grpSp>
        <p:nvGrpSpPr>
          <p:cNvPr id="25" name="Group 24">
            <a:extLst>
              <a:ext uri="{FF2B5EF4-FFF2-40B4-BE49-F238E27FC236}">
                <a16:creationId xmlns:a16="http://schemas.microsoft.com/office/drawing/2014/main" id="{98317A04-B151-42FE-3954-24E0A2172E58}"/>
              </a:ext>
            </a:extLst>
          </p:cNvPr>
          <p:cNvGrpSpPr/>
          <p:nvPr/>
        </p:nvGrpSpPr>
        <p:grpSpPr>
          <a:xfrm>
            <a:off x="8530960" y="832367"/>
            <a:ext cx="1800000" cy="401534"/>
            <a:chOff x="1344580" y="830997"/>
            <a:chExt cx="1800000" cy="401534"/>
          </a:xfrm>
        </p:grpSpPr>
        <p:sp>
          <p:nvSpPr>
            <p:cNvPr id="26" name="Chevron 224">
              <a:extLst>
                <a:ext uri="{FF2B5EF4-FFF2-40B4-BE49-F238E27FC236}">
                  <a16:creationId xmlns:a16="http://schemas.microsoft.com/office/drawing/2014/main" id="{2F2EC734-510C-A9B9-DE82-C0A3DCE92AF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7" name="Rectangle 26">
              <a:extLst>
                <a:ext uri="{FF2B5EF4-FFF2-40B4-BE49-F238E27FC236}">
                  <a16:creationId xmlns:a16="http://schemas.microsoft.com/office/drawing/2014/main" id="{AA7645C9-8B01-DD0E-1926-8A352FA473E1}"/>
                </a:ext>
              </a:extLst>
            </p:cNvPr>
            <p:cNvSpPr/>
            <p:nvPr/>
          </p:nvSpPr>
          <p:spPr>
            <a:xfrm>
              <a:off x="1660693" y="830997"/>
              <a:ext cx="1083951"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Perspectives</a:t>
              </a:r>
            </a:p>
          </p:txBody>
        </p:sp>
      </p:grpSp>
      <p:sp>
        <p:nvSpPr>
          <p:cNvPr id="31" name="Isosceles Triangle 225">
            <a:extLst>
              <a:ext uri="{FF2B5EF4-FFF2-40B4-BE49-F238E27FC236}">
                <a16:creationId xmlns:a16="http://schemas.microsoft.com/office/drawing/2014/main" id="{27A9A0B9-A03E-8529-F608-4D70FB08B160}"/>
              </a:ext>
            </a:extLst>
          </p:cNvPr>
          <p:cNvSpPr/>
          <p:nvPr/>
        </p:nvSpPr>
        <p:spPr>
          <a:xfrm rot="10800000">
            <a:off x="3169672"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B56F582F-18C1-4D84-6D1A-B33BB36BA3AB}"/>
              </a:ext>
            </a:extLst>
          </p:cNvPr>
          <p:cNvGrpSpPr/>
          <p:nvPr/>
        </p:nvGrpSpPr>
        <p:grpSpPr>
          <a:xfrm>
            <a:off x="11724572" y="6292069"/>
            <a:ext cx="539659" cy="576000"/>
            <a:chOff x="11602707" y="6123456"/>
            <a:chExt cx="680441" cy="734544"/>
          </a:xfrm>
          <a:solidFill>
            <a:srgbClr val="003076"/>
          </a:solidFill>
        </p:grpSpPr>
        <p:sp>
          <p:nvSpPr>
            <p:cNvPr id="3" name="Freeform: Shape 2">
              <a:extLst>
                <a:ext uri="{FF2B5EF4-FFF2-40B4-BE49-F238E27FC236}">
                  <a16:creationId xmlns:a16="http://schemas.microsoft.com/office/drawing/2014/main" id="{6E4D222A-3611-4CC6-6B8F-350E447EB167}"/>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4" name="Group 3">
              <a:extLst>
                <a:ext uri="{FF2B5EF4-FFF2-40B4-BE49-F238E27FC236}">
                  <a16:creationId xmlns:a16="http://schemas.microsoft.com/office/drawing/2014/main" id="{64A7E2C2-E6D6-3CF2-F182-65610E9C648A}"/>
                </a:ext>
              </a:extLst>
            </p:cNvPr>
            <p:cNvGrpSpPr/>
            <p:nvPr/>
          </p:nvGrpSpPr>
          <p:grpSpPr>
            <a:xfrm>
              <a:off x="11738453" y="6279077"/>
              <a:ext cx="544695" cy="578923"/>
              <a:chOff x="11738453" y="6279077"/>
              <a:chExt cx="544695" cy="578923"/>
            </a:xfrm>
            <a:grpFill/>
          </p:grpSpPr>
          <p:sp>
            <p:nvSpPr>
              <p:cNvPr id="6" name="Freeform: Shape 5">
                <a:extLst>
                  <a:ext uri="{FF2B5EF4-FFF2-40B4-BE49-F238E27FC236}">
                    <a16:creationId xmlns:a16="http://schemas.microsoft.com/office/drawing/2014/main" id="{464D5C2D-CB14-D138-B135-7878EA10BBA8}"/>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 name="Slide Number Placeholder 1">
                <a:extLst>
                  <a:ext uri="{FF2B5EF4-FFF2-40B4-BE49-F238E27FC236}">
                    <a16:creationId xmlns:a16="http://schemas.microsoft.com/office/drawing/2014/main" id="{0BDB0997-8CAF-1734-492E-7B75CD69FB76}"/>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34</a:t>
                </a:r>
              </a:p>
            </p:txBody>
          </p:sp>
        </p:grpSp>
      </p:grpSp>
      <p:sp>
        <p:nvSpPr>
          <p:cNvPr id="8" name="TextBox 37">
            <a:extLst>
              <a:ext uri="{FF2B5EF4-FFF2-40B4-BE49-F238E27FC236}">
                <a16:creationId xmlns:a16="http://schemas.microsoft.com/office/drawing/2014/main" id="{6121EFD0-9671-2167-2C76-A4282F4D62CE}"/>
              </a:ext>
            </a:extLst>
          </p:cNvPr>
          <p:cNvSpPr txBox="1"/>
          <p:nvPr/>
        </p:nvSpPr>
        <p:spPr>
          <a:xfrm>
            <a:off x="1341120" y="257697"/>
            <a:ext cx="9784080" cy="413575"/>
          </a:xfrm>
          <a:prstGeom prst="rect">
            <a:avLst/>
          </a:prstGeom>
        </p:spPr>
        <p:txBody>
          <a:bodyPr wrap="square" lIns="0" tIns="0" rIns="0" bIns="0" rtlCol="0" anchor="t">
            <a:spAutoFit/>
          </a:bodyPr>
          <a:lstStyle/>
          <a:p>
            <a:pPr algn="ctr">
              <a:lnSpc>
                <a:spcPts val="2800"/>
              </a:lnSpc>
            </a:pPr>
            <a:r>
              <a:rPr lang="en-US" sz="4400" b="1" dirty="0">
                <a:solidFill>
                  <a:srgbClr val="4472C4"/>
                </a:solidFill>
                <a:latin typeface="Times New Roman" panose="02020603050405020304" pitchFamily="18" charset="0"/>
                <a:cs typeface="Times New Roman" panose="02020603050405020304" pitchFamily="18" charset="0"/>
              </a:rPr>
              <a:t>Conclusion et perspectives</a:t>
            </a:r>
          </a:p>
        </p:txBody>
      </p:sp>
      <p:grpSp>
        <p:nvGrpSpPr>
          <p:cNvPr id="4130" name="Group 4129">
            <a:extLst>
              <a:ext uri="{FF2B5EF4-FFF2-40B4-BE49-F238E27FC236}">
                <a16:creationId xmlns:a16="http://schemas.microsoft.com/office/drawing/2014/main" id="{03B78944-907F-C788-7624-3B1AF69E119A}"/>
              </a:ext>
            </a:extLst>
          </p:cNvPr>
          <p:cNvGrpSpPr/>
          <p:nvPr/>
        </p:nvGrpSpPr>
        <p:grpSpPr>
          <a:xfrm>
            <a:off x="7277267" y="3069918"/>
            <a:ext cx="3217836" cy="576064"/>
            <a:chOff x="8029620" y="3069918"/>
            <a:chExt cx="3217836" cy="576064"/>
          </a:xfrm>
          <a:solidFill>
            <a:schemeClr val="bg1"/>
          </a:solidFill>
        </p:grpSpPr>
        <p:sp>
          <p:nvSpPr>
            <p:cNvPr id="10" name="Isosceles Triangle 9">
              <a:extLst>
                <a:ext uri="{FF2B5EF4-FFF2-40B4-BE49-F238E27FC236}">
                  <a16:creationId xmlns:a16="http://schemas.microsoft.com/office/drawing/2014/main" id="{D2E0924F-03B4-4BBA-9692-24B71BCAB9B7}"/>
                </a:ext>
              </a:extLst>
            </p:cNvPr>
            <p:cNvSpPr/>
            <p:nvPr/>
          </p:nvSpPr>
          <p:spPr>
            <a:xfrm rot="5400000">
              <a:off x="10610410" y="3008935"/>
              <a:ext cx="576064" cy="698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 name="Rectangle 10">
              <a:extLst>
                <a:ext uri="{FF2B5EF4-FFF2-40B4-BE49-F238E27FC236}">
                  <a16:creationId xmlns:a16="http://schemas.microsoft.com/office/drawing/2014/main" id="{E66C2DB9-6AEF-E02E-0A4F-20D8BC796A5B}"/>
                </a:ext>
              </a:extLst>
            </p:cNvPr>
            <p:cNvSpPr/>
            <p:nvPr/>
          </p:nvSpPr>
          <p:spPr>
            <a:xfrm>
              <a:off x="8029620" y="3069918"/>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33" name="Group 4132">
            <a:extLst>
              <a:ext uri="{FF2B5EF4-FFF2-40B4-BE49-F238E27FC236}">
                <a16:creationId xmlns:a16="http://schemas.microsoft.com/office/drawing/2014/main" id="{49DC0911-FE2D-B8CA-628D-C983E54A370C}"/>
              </a:ext>
            </a:extLst>
          </p:cNvPr>
          <p:cNvGrpSpPr/>
          <p:nvPr/>
        </p:nvGrpSpPr>
        <p:grpSpPr>
          <a:xfrm>
            <a:off x="1164465" y="3059032"/>
            <a:ext cx="3217836" cy="580600"/>
            <a:chOff x="944546" y="3059032"/>
            <a:chExt cx="3217836" cy="580600"/>
          </a:xfrm>
          <a:solidFill>
            <a:schemeClr val="bg1"/>
          </a:solidFill>
        </p:grpSpPr>
        <p:sp>
          <p:nvSpPr>
            <p:cNvPr id="15" name="Isosceles Triangle 14">
              <a:extLst>
                <a:ext uri="{FF2B5EF4-FFF2-40B4-BE49-F238E27FC236}">
                  <a16:creationId xmlns:a16="http://schemas.microsoft.com/office/drawing/2014/main" id="{0924286C-9C16-70F9-0C8A-1B068BD1F085}"/>
                </a:ext>
              </a:extLst>
            </p:cNvPr>
            <p:cNvSpPr/>
            <p:nvPr/>
          </p:nvSpPr>
          <p:spPr>
            <a:xfrm rot="16200000">
              <a:off x="1005529" y="2998049"/>
              <a:ext cx="576064" cy="698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6" name="Rectangle 15">
              <a:extLst>
                <a:ext uri="{FF2B5EF4-FFF2-40B4-BE49-F238E27FC236}">
                  <a16:creationId xmlns:a16="http://schemas.microsoft.com/office/drawing/2014/main" id="{843AA8F9-198E-5221-973F-D5179B92915E}"/>
                </a:ext>
              </a:extLst>
            </p:cNvPr>
            <p:cNvSpPr/>
            <p:nvPr/>
          </p:nvSpPr>
          <p:spPr>
            <a:xfrm flipH="1">
              <a:off x="1642575" y="3063568"/>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32" name="Group 4131">
            <a:extLst>
              <a:ext uri="{FF2B5EF4-FFF2-40B4-BE49-F238E27FC236}">
                <a16:creationId xmlns:a16="http://schemas.microsoft.com/office/drawing/2014/main" id="{20EF276F-7762-3D5F-5837-EB5D8230EF2C}"/>
              </a:ext>
            </a:extLst>
          </p:cNvPr>
          <p:cNvGrpSpPr/>
          <p:nvPr/>
        </p:nvGrpSpPr>
        <p:grpSpPr>
          <a:xfrm>
            <a:off x="2579841" y="3054037"/>
            <a:ext cx="2519807" cy="879967"/>
            <a:chOff x="2394648" y="3054047"/>
            <a:chExt cx="2519807" cy="879967"/>
          </a:xfrm>
          <a:solidFill>
            <a:schemeClr val="bg1"/>
          </a:solidFill>
        </p:grpSpPr>
        <p:sp>
          <p:nvSpPr>
            <p:cNvPr id="17" name="Freeform 55">
              <a:extLst>
                <a:ext uri="{FF2B5EF4-FFF2-40B4-BE49-F238E27FC236}">
                  <a16:creationId xmlns:a16="http://schemas.microsoft.com/office/drawing/2014/main" id="{3DFE1542-47EC-5887-FCE5-76A553C1B1AF}"/>
                </a:ext>
              </a:extLst>
            </p:cNvPr>
            <p:cNvSpPr/>
            <p:nvPr/>
          </p:nvSpPr>
          <p:spPr>
            <a:xfrm flipH="1">
              <a:off x="2394650" y="305404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Rectangle 17">
              <a:extLst>
                <a:ext uri="{FF2B5EF4-FFF2-40B4-BE49-F238E27FC236}">
                  <a16:creationId xmlns:a16="http://schemas.microsoft.com/office/drawing/2014/main" id="{938BAD48-FFD9-EE9D-C7B9-995141BB49B5}"/>
                </a:ext>
              </a:extLst>
            </p:cNvPr>
            <p:cNvSpPr/>
            <p:nvPr/>
          </p:nvSpPr>
          <p:spPr>
            <a:xfrm flipH="1">
              <a:off x="2394648" y="3357950"/>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9" name="Group 4128">
            <a:extLst>
              <a:ext uri="{FF2B5EF4-FFF2-40B4-BE49-F238E27FC236}">
                <a16:creationId xmlns:a16="http://schemas.microsoft.com/office/drawing/2014/main" id="{DECBE037-8D9D-3E4C-BF20-FDC97059435A}"/>
              </a:ext>
            </a:extLst>
          </p:cNvPr>
          <p:cNvGrpSpPr/>
          <p:nvPr/>
        </p:nvGrpSpPr>
        <p:grpSpPr>
          <a:xfrm>
            <a:off x="7277547" y="3069907"/>
            <a:ext cx="2519807" cy="883147"/>
            <a:chOff x="7277547" y="3069917"/>
            <a:chExt cx="2519807" cy="883147"/>
          </a:xfrm>
          <a:solidFill>
            <a:schemeClr val="bg1"/>
          </a:solidFill>
        </p:grpSpPr>
        <p:sp>
          <p:nvSpPr>
            <p:cNvPr id="14" name="Freeform 56">
              <a:extLst>
                <a:ext uri="{FF2B5EF4-FFF2-40B4-BE49-F238E27FC236}">
                  <a16:creationId xmlns:a16="http://schemas.microsoft.com/office/drawing/2014/main" id="{1BEF3AE4-E1C3-165F-5F03-964A07885F93}"/>
                </a:ext>
              </a:extLst>
            </p:cNvPr>
            <p:cNvSpPr/>
            <p:nvPr/>
          </p:nvSpPr>
          <p:spPr>
            <a:xfrm>
              <a:off x="8029622" y="306991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3" name="Rectangle 22">
              <a:extLst>
                <a:ext uri="{FF2B5EF4-FFF2-40B4-BE49-F238E27FC236}">
                  <a16:creationId xmlns:a16="http://schemas.microsoft.com/office/drawing/2014/main" id="{996B8C89-4922-8422-6554-DFAB3BE65A11}"/>
                </a:ext>
              </a:extLst>
            </p:cNvPr>
            <p:cNvSpPr/>
            <p:nvPr/>
          </p:nvSpPr>
          <p:spPr>
            <a:xfrm>
              <a:off x="7277547" y="3377000"/>
              <a:ext cx="2519807"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8" name="Group 4127">
            <a:extLst>
              <a:ext uri="{FF2B5EF4-FFF2-40B4-BE49-F238E27FC236}">
                <a16:creationId xmlns:a16="http://schemas.microsoft.com/office/drawing/2014/main" id="{878F1602-C436-D699-2571-09654CC58501}"/>
              </a:ext>
            </a:extLst>
          </p:cNvPr>
          <p:cNvGrpSpPr/>
          <p:nvPr/>
        </p:nvGrpSpPr>
        <p:grpSpPr>
          <a:xfrm>
            <a:off x="6525473" y="3360976"/>
            <a:ext cx="2519807" cy="880120"/>
            <a:chOff x="6525473" y="3360976"/>
            <a:chExt cx="2519807" cy="880120"/>
          </a:xfrm>
        </p:grpSpPr>
        <p:sp>
          <p:nvSpPr>
            <p:cNvPr id="24" name="Freeform 53">
              <a:extLst>
                <a:ext uri="{FF2B5EF4-FFF2-40B4-BE49-F238E27FC236}">
                  <a16:creationId xmlns:a16="http://schemas.microsoft.com/office/drawing/2014/main" id="{6DCA4C63-4C11-722E-0A7B-09F1C97D4CDD}"/>
                </a:ext>
              </a:extLst>
            </p:cNvPr>
            <p:cNvSpPr/>
            <p:nvPr/>
          </p:nvSpPr>
          <p:spPr>
            <a:xfrm>
              <a:off x="7277547" y="3360976"/>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2">
                    <a:lumMod val="70000"/>
                  </a:schemeClr>
                </a:gs>
                <a:gs pos="97000">
                  <a:schemeClr val="accent2">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8" name="Rectangle 27">
              <a:extLst>
                <a:ext uri="{FF2B5EF4-FFF2-40B4-BE49-F238E27FC236}">
                  <a16:creationId xmlns:a16="http://schemas.microsoft.com/office/drawing/2014/main" id="{A0D2C0A9-C973-2791-8E02-2FE141F9D044}"/>
                </a:ext>
              </a:extLst>
            </p:cNvPr>
            <p:cNvSpPr/>
            <p:nvPr/>
          </p:nvSpPr>
          <p:spPr>
            <a:xfrm>
              <a:off x="6525473" y="3665032"/>
              <a:ext cx="2519807"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31" name="Group 4130">
            <a:extLst>
              <a:ext uri="{FF2B5EF4-FFF2-40B4-BE49-F238E27FC236}">
                <a16:creationId xmlns:a16="http://schemas.microsoft.com/office/drawing/2014/main" id="{B25706A7-BF7F-67F7-E3C0-DBF6D16AE21E}"/>
              </a:ext>
            </a:extLst>
          </p:cNvPr>
          <p:cNvGrpSpPr/>
          <p:nvPr/>
        </p:nvGrpSpPr>
        <p:grpSpPr>
          <a:xfrm>
            <a:off x="3146723" y="3357950"/>
            <a:ext cx="2519807" cy="883146"/>
            <a:chOff x="3146723" y="3357950"/>
            <a:chExt cx="2519807" cy="883146"/>
          </a:xfrm>
        </p:grpSpPr>
        <p:sp>
          <p:nvSpPr>
            <p:cNvPr id="22" name="Freeform 54">
              <a:extLst>
                <a:ext uri="{FF2B5EF4-FFF2-40B4-BE49-F238E27FC236}">
                  <a16:creationId xmlns:a16="http://schemas.microsoft.com/office/drawing/2014/main" id="{454A4B5C-F43D-96E0-33F6-40A55779E16E}"/>
                </a:ext>
              </a:extLst>
            </p:cNvPr>
            <p:cNvSpPr/>
            <p:nvPr/>
          </p:nvSpPr>
          <p:spPr>
            <a:xfrm flipH="1">
              <a:off x="3146723" y="3357950"/>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2">
                    <a:lumMod val="70000"/>
                  </a:schemeClr>
                </a:gs>
                <a:gs pos="97000">
                  <a:schemeClr val="accent2">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9" name="Rectangle 28">
              <a:extLst>
                <a:ext uri="{FF2B5EF4-FFF2-40B4-BE49-F238E27FC236}">
                  <a16:creationId xmlns:a16="http://schemas.microsoft.com/office/drawing/2014/main" id="{5EC4658F-B378-919E-F554-12FC5A90FF6D}"/>
                </a:ext>
              </a:extLst>
            </p:cNvPr>
            <p:cNvSpPr/>
            <p:nvPr/>
          </p:nvSpPr>
          <p:spPr>
            <a:xfrm flipH="1">
              <a:off x="3146723" y="3665032"/>
              <a:ext cx="2519807"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27" name="Group 4126">
            <a:extLst>
              <a:ext uri="{FF2B5EF4-FFF2-40B4-BE49-F238E27FC236}">
                <a16:creationId xmlns:a16="http://schemas.microsoft.com/office/drawing/2014/main" id="{9B2032E0-9E5E-CD80-4ACF-276D700B0386}"/>
              </a:ext>
            </a:extLst>
          </p:cNvPr>
          <p:cNvGrpSpPr/>
          <p:nvPr/>
        </p:nvGrpSpPr>
        <p:grpSpPr>
          <a:xfrm>
            <a:off x="4425966" y="3661824"/>
            <a:ext cx="3350485" cy="882996"/>
            <a:chOff x="4425966" y="3661824"/>
            <a:chExt cx="3350485" cy="882996"/>
          </a:xfrm>
        </p:grpSpPr>
        <p:sp>
          <p:nvSpPr>
            <p:cNvPr id="30" name="Freeform 12">
              <a:extLst>
                <a:ext uri="{FF2B5EF4-FFF2-40B4-BE49-F238E27FC236}">
                  <a16:creationId xmlns:a16="http://schemas.microsoft.com/office/drawing/2014/main" id="{B4747A8E-E1D9-3EAD-014A-F179F261CB9C}"/>
                </a:ext>
              </a:extLst>
            </p:cNvPr>
            <p:cNvSpPr/>
            <p:nvPr/>
          </p:nvSpPr>
          <p:spPr>
            <a:xfrm>
              <a:off x="6518334" y="3664853"/>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6" name="Freeform 52">
              <a:extLst>
                <a:ext uri="{FF2B5EF4-FFF2-40B4-BE49-F238E27FC236}">
                  <a16:creationId xmlns:a16="http://schemas.microsoft.com/office/drawing/2014/main" id="{2A8D4ACF-EFDE-D165-99D5-2390C97BBB41}"/>
                </a:ext>
              </a:extLst>
            </p:cNvPr>
            <p:cNvSpPr/>
            <p:nvPr/>
          </p:nvSpPr>
          <p:spPr>
            <a:xfrm flipH="1">
              <a:off x="4429000" y="3661824"/>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7" name="Rectangle 4096">
              <a:extLst>
                <a:ext uri="{FF2B5EF4-FFF2-40B4-BE49-F238E27FC236}">
                  <a16:creationId xmlns:a16="http://schemas.microsoft.com/office/drawing/2014/main" id="{8DB502A9-6640-F217-D06C-4272E7AEB75A}"/>
                </a:ext>
              </a:extLst>
            </p:cNvPr>
            <p:cNvSpPr/>
            <p:nvPr/>
          </p:nvSpPr>
          <p:spPr>
            <a:xfrm>
              <a:off x="4425966" y="3965764"/>
              <a:ext cx="3348036" cy="5760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4120" name="Rectangle 23">
            <a:extLst>
              <a:ext uri="{FF2B5EF4-FFF2-40B4-BE49-F238E27FC236}">
                <a16:creationId xmlns:a16="http://schemas.microsoft.com/office/drawing/2014/main" id="{F4C82862-8D33-E397-75D9-2D5255B3441F}"/>
              </a:ext>
            </a:extLst>
          </p:cNvPr>
          <p:cNvSpPr/>
          <p:nvPr/>
        </p:nvSpPr>
        <p:spPr>
          <a:xfrm>
            <a:off x="9128804" y="3529758"/>
            <a:ext cx="476152" cy="280084"/>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1" name="Oval 31">
            <a:extLst>
              <a:ext uri="{FF2B5EF4-FFF2-40B4-BE49-F238E27FC236}">
                <a16:creationId xmlns:a16="http://schemas.microsoft.com/office/drawing/2014/main" id="{1CCC2444-0040-A7C2-CED0-66DEF4375ED3}"/>
              </a:ext>
            </a:extLst>
          </p:cNvPr>
          <p:cNvSpPr/>
          <p:nvPr/>
        </p:nvSpPr>
        <p:spPr>
          <a:xfrm>
            <a:off x="8447067" y="3786968"/>
            <a:ext cx="354255" cy="357590"/>
          </a:xfrm>
          <a:custGeom>
            <a:avLst/>
            <a:gdLst/>
            <a:ahLst/>
            <a:cxnLst/>
            <a:rect l="l" t="t" r="r" b="b"/>
            <a:pathLst>
              <a:path w="3187187" h="3217189">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2" name="Rectangle 23">
            <a:extLst>
              <a:ext uri="{FF2B5EF4-FFF2-40B4-BE49-F238E27FC236}">
                <a16:creationId xmlns:a16="http://schemas.microsoft.com/office/drawing/2014/main" id="{FCB4789F-2151-A143-574F-D64FF7A84D1A}"/>
              </a:ext>
            </a:extLst>
          </p:cNvPr>
          <p:cNvSpPr/>
          <p:nvPr/>
        </p:nvSpPr>
        <p:spPr>
          <a:xfrm>
            <a:off x="1637964" y="3183138"/>
            <a:ext cx="485828" cy="313098"/>
          </a:xfrm>
          <a:custGeom>
            <a:avLst/>
            <a:gdLst/>
            <a:ahLst/>
            <a:cxnLst/>
            <a:rect l="l" t="t" r="r" b="b"/>
            <a:pathLst>
              <a:path w="3224845" h="2078296">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3" name="Oval 31">
            <a:extLst>
              <a:ext uri="{FF2B5EF4-FFF2-40B4-BE49-F238E27FC236}">
                <a16:creationId xmlns:a16="http://schemas.microsoft.com/office/drawing/2014/main" id="{FE314344-23ED-7D0B-1551-36A4BA6756A3}"/>
              </a:ext>
            </a:extLst>
          </p:cNvPr>
          <p:cNvSpPr/>
          <p:nvPr/>
        </p:nvSpPr>
        <p:spPr>
          <a:xfrm>
            <a:off x="2533500" y="3434242"/>
            <a:ext cx="407177" cy="401707"/>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4" name="Teardrop 17">
            <a:extLst>
              <a:ext uri="{FF2B5EF4-FFF2-40B4-BE49-F238E27FC236}">
                <a16:creationId xmlns:a16="http://schemas.microsoft.com/office/drawing/2014/main" id="{7BC4717C-DFCB-C4B7-CC32-83F2CCF5ACE1}"/>
              </a:ext>
            </a:extLst>
          </p:cNvPr>
          <p:cNvSpPr/>
          <p:nvPr/>
        </p:nvSpPr>
        <p:spPr>
          <a:xfrm rot="18900000">
            <a:off x="10192516" y="3174813"/>
            <a:ext cx="332582" cy="337808"/>
          </a:xfrm>
          <a:custGeom>
            <a:avLst/>
            <a:gdLst/>
            <a:ahLst/>
            <a:cxnLst/>
            <a:rect l="l" t="t" r="r" b="b"/>
            <a:pathLst>
              <a:path w="2646489" h="2688071">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5" name="Rectangle 23">
            <a:extLst>
              <a:ext uri="{FF2B5EF4-FFF2-40B4-BE49-F238E27FC236}">
                <a16:creationId xmlns:a16="http://schemas.microsoft.com/office/drawing/2014/main" id="{CA93F299-A080-DEA2-294F-07EFE159ADD4}"/>
              </a:ext>
            </a:extLst>
          </p:cNvPr>
          <p:cNvSpPr/>
          <p:nvPr/>
        </p:nvSpPr>
        <p:spPr>
          <a:xfrm>
            <a:off x="3295743" y="3732762"/>
            <a:ext cx="404773" cy="407167"/>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6" name="Freeform 20">
            <a:extLst>
              <a:ext uri="{FF2B5EF4-FFF2-40B4-BE49-F238E27FC236}">
                <a16:creationId xmlns:a16="http://schemas.microsoft.com/office/drawing/2014/main" id="{06319D45-5FAA-8422-4740-17EDB5A5D55E}"/>
              </a:ext>
            </a:extLst>
          </p:cNvPr>
          <p:cNvSpPr/>
          <p:nvPr/>
        </p:nvSpPr>
        <p:spPr>
          <a:xfrm>
            <a:off x="5916902" y="4036636"/>
            <a:ext cx="376670" cy="402560"/>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36" name="TextBox 4135">
            <a:extLst>
              <a:ext uri="{FF2B5EF4-FFF2-40B4-BE49-F238E27FC236}">
                <a16:creationId xmlns:a16="http://schemas.microsoft.com/office/drawing/2014/main" id="{036B6B28-397D-23F8-6EFA-2824B9DD96C4}"/>
              </a:ext>
            </a:extLst>
          </p:cNvPr>
          <p:cNvSpPr txBox="1"/>
          <p:nvPr/>
        </p:nvSpPr>
        <p:spPr>
          <a:xfrm>
            <a:off x="4325950" y="1956569"/>
            <a:ext cx="3660129" cy="923330"/>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Traçabilité améliorée des interventions et de l’historique des interventions</a:t>
            </a:r>
            <a:endParaRPr lang="fr-FR" dirty="0"/>
          </a:p>
        </p:txBody>
      </p:sp>
      <p:sp>
        <p:nvSpPr>
          <p:cNvPr id="5" name="TextBox 4">
            <a:extLst>
              <a:ext uri="{FF2B5EF4-FFF2-40B4-BE49-F238E27FC236}">
                <a16:creationId xmlns:a16="http://schemas.microsoft.com/office/drawing/2014/main" id="{4AAC72FB-B5F2-ACC0-68AA-DB07593DA550}"/>
              </a:ext>
            </a:extLst>
          </p:cNvPr>
          <p:cNvSpPr txBox="1"/>
          <p:nvPr/>
        </p:nvSpPr>
        <p:spPr>
          <a:xfrm>
            <a:off x="2186528" y="4658394"/>
            <a:ext cx="2767848" cy="369332"/>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Des informations fiables</a:t>
            </a:r>
          </a:p>
        </p:txBody>
      </p:sp>
      <p:sp>
        <p:nvSpPr>
          <p:cNvPr id="9" name="TextBox 8">
            <a:extLst>
              <a:ext uri="{FF2B5EF4-FFF2-40B4-BE49-F238E27FC236}">
                <a16:creationId xmlns:a16="http://schemas.microsoft.com/office/drawing/2014/main" id="{C1BCA15E-65A8-CD88-D363-C0965AF13F6A}"/>
              </a:ext>
            </a:extLst>
          </p:cNvPr>
          <p:cNvSpPr txBox="1"/>
          <p:nvPr/>
        </p:nvSpPr>
        <p:spPr>
          <a:xfrm>
            <a:off x="6137225" y="4665925"/>
            <a:ext cx="3660129" cy="646331"/>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 Renforcement de la gestion des stocks</a:t>
            </a:r>
            <a:endParaRPr lang="fr-FR" dirty="0"/>
          </a:p>
        </p:txBody>
      </p:sp>
      <p:sp>
        <p:nvSpPr>
          <p:cNvPr id="12" name="TextBox 11">
            <a:extLst>
              <a:ext uri="{FF2B5EF4-FFF2-40B4-BE49-F238E27FC236}">
                <a16:creationId xmlns:a16="http://schemas.microsoft.com/office/drawing/2014/main" id="{F967A1F2-280C-EE87-F25A-8C012C20A454}"/>
              </a:ext>
            </a:extLst>
          </p:cNvPr>
          <p:cNvSpPr txBox="1"/>
          <p:nvPr/>
        </p:nvSpPr>
        <p:spPr>
          <a:xfrm>
            <a:off x="1476981" y="2522059"/>
            <a:ext cx="2168704" cy="369332"/>
          </a:xfrm>
          <a:prstGeom prst="rect">
            <a:avLst/>
          </a:prstGeom>
          <a:noFill/>
        </p:spPr>
        <p:txBody>
          <a:bodyPr wrap="square">
            <a:spAutoFit/>
          </a:bodyPr>
          <a:lstStyle/>
          <a:p>
            <a:r>
              <a:rPr lang="fr-FR" dirty="0">
                <a:solidFill>
                  <a:schemeClr val="bg1"/>
                </a:solidFill>
                <a:latin typeface="Times New Roman" panose="02020603050405020304" pitchFamily="18" charset="0"/>
                <a:cs typeface="Times New Roman" panose="02020603050405020304" pitchFamily="18" charset="0"/>
              </a:rPr>
              <a:t>Travail en équipe </a:t>
            </a:r>
          </a:p>
        </p:txBody>
      </p:sp>
      <p:sp>
        <p:nvSpPr>
          <p:cNvPr id="4099" name="TextBox 4098">
            <a:extLst>
              <a:ext uri="{FF2B5EF4-FFF2-40B4-BE49-F238E27FC236}">
                <a16:creationId xmlns:a16="http://schemas.microsoft.com/office/drawing/2014/main" id="{FBCE32E4-93B9-CE47-9B94-8587383B2718}"/>
              </a:ext>
            </a:extLst>
          </p:cNvPr>
          <p:cNvSpPr txBox="1"/>
          <p:nvPr/>
        </p:nvSpPr>
        <p:spPr>
          <a:xfrm>
            <a:off x="8583069" y="2340973"/>
            <a:ext cx="3551475" cy="646331"/>
          </a:xfrm>
          <a:prstGeom prst="rect">
            <a:avLst/>
          </a:prstGeom>
          <a:noFill/>
        </p:spPr>
        <p:txBody>
          <a:bodyPr wrap="square">
            <a:spAutoFit/>
          </a:bodyPr>
          <a:lstStyle/>
          <a:p>
            <a:pPr algn="ctr"/>
            <a:r>
              <a:rPr lang="fr-FR" b="0" i="0" dirty="0">
                <a:solidFill>
                  <a:schemeClr val="bg1"/>
                </a:solidFill>
                <a:effectLst/>
                <a:latin typeface="Times New Roman" panose="02020603050405020304" pitchFamily="18" charset="0"/>
                <a:cs typeface="Times New Roman" panose="02020603050405020304" pitchFamily="18" charset="0"/>
              </a:rPr>
              <a:t>Enrichissement des connaissances dans plusieurs technologies.</a:t>
            </a:r>
            <a:endParaRPr lang="fr-FR"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2686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3B7DA16-4A74-2409-F12E-E8DCBB5D12E7}"/>
              </a:ext>
            </a:extLst>
          </p:cNvPr>
          <p:cNvGrpSpPr/>
          <p:nvPr/>
        </p:nvGrpSpPr>
        <p:grpSpPr>
          <a:xfrm>
            <a:off x="2481211" y="830997"/>
            <a:ext cx="1800000" cy="401534"/>
            <a:chOff x="1344580" y="830997"/>
            <a:chExt cx="1800000" cy="401534"/>
          </a:xfrm>
        </p:grpSpPr>
        <p:sp>
          <p:nvSpPr>
            <p:cNvPr id="20" name="Chevron 224">
              <a:extLst>
                <a:ext uri="{FF2B5EF4-FFF2-40B4-BE49-F238E27FC236}">
                  <a16:creationId xmlns:a16="http://schemas.microsoft.com/office/drawing/2014/main" id="{3E701C7D-F527-B620-2940-D083DC944BD9}"/>
                </a:ext>
              </a:extLst>
            </p:cNvPr>
            <p:cNvSpPr/>
            <p:nvPr/>
          </p:nvSpPr>
          <p:spPr>
            <a:xfrm>
              <a:off x="1344580" y="1124531"/>
              <a:ext cx="1800000" cy="108000"/>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1" name="Rectangle 20">
              <a:extLst>
                <a:ext uri="{FF2B5EF4-FFF2-40B4-BE49-F238E27FC236}">
                  <a16:creationId xmlns:a16="http://schemas.microsoft.com/office/drawing/2014/main" id="{7B71DABE-608A-ADA7-2091-F6F6030B7BCD}"/>
                </a:ext>
              </a:extLst>
            </p:cNvPr>
            <p:cNvSpPr/>
            <p:nvPr/>
          </p:nvSpPr>
          <p:spPr>
            <a:xfrm>
              <a:off x="1700762" y="830997"/>
              <a:ext cx="1003801"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Conclusion</a:t>
              </a:r>
            </a:p>
          </p:txBody>
        </p:sp>
      </p:grpSp>
      <p:grpSp>
        <p:nvGrpSpPr>
          <p:cNvPr id="25" name="Group 24">
            <a:extLst>
              <a:ext uri="{FF2B5EF4-FFF2-40B4-BE49-F238E27FC236}">
                <a16:creationId xmlns:a16="http://schemas.microsoft.com/office/drawing/2014/main" id="{98317A04-B151-42FE-3954-24E0A2172E58}"/>
              </a:ext>
            </a:extLst>
          </p:cNvPr>
          <p:cNvGrpSpPr/>
          <p:nvPr/>
        </p:nvGrpSpPr>
        <p:grpSpPr>
          <a:xfrm>
            <a:off x="8530960" y="832367"/>
            <a:ext cx="1800000" cy="401534"/>
            <a:chOff x="1344580" y="830997"/>
            <a:chExt cx="1800000" cy="401534"/>
          </a:xfrm>
        </p:grpSpPr>
        <p:sp>
          <p:nvSpPr>
            <p:cNvPr id="26" name="Chevron 224">
              <a:extLst>
                <a:ext uri="{FF2B5EF4-FFF2-40B4-BE49-F238E27FC236}">
                  <a16:creationId xmlns:a16="http://schemas.microsoft.com/office/drawing/2014/main" id="{2F2EC734-510C-A9B9-DE82-C0A3DCE92AFE}"/>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7" name="Rectangle 26">
              <a:extLst>
                <a:ext uri="{FF2B5EF4-FFF2-40B4-BE49-F238E27FC236}">
                  <a16:creationId xmlns:a16="http://schemas.microsoft.com/office/drawing/2014/main" id="{AA7645C9-8B01-DD0E-1926-8A352FA473E1}"/>
                </a:ext>
              </a:extLst>
            </p:cNvPr>
            <p:cNvSpPr/>
            <p:nvPr/>
          </p:nvSpPr>
          <p:spPr>
            <a:xfrm>
              <a:off x="1660693" y="830997"/>
              <a:ext cx="1083951"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Perspectives</a:t>
              </a:r>
            </a:p>
          </p:txBody>
        </p:sp>
      </p:grpSp>
      <p:sp>
        <p:nvSpPr>
          <p:cNvPr id="31" name="Isosceles Triangle 225">
            <a:extLst>
              <a:ext uri="{FF2B5EF4-FFF2-40B4-BE49-F238E27FC236}">
                <a16:creationId xmlns:a16="http://schemas.microsoft.com/office/drawing/2014/main" id="{27A9A0B9-A03E-8529-F608-4D70FB08B160}"/>
              </a:ext>
            </a:extLst>
          </p:cNvPr>
          <p:cNvSpPr/>
          <p:nvPr/>
        </p:nvSpPr>
        <p:spPr>
          <a:xfrm rot="10800000">
            <a:off x="3169672"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37">
            <a:extLst>
              <a:ext uri="{FF2B5EF4-FFF2-40B4-BE49-F238E27FC236}">
                <a16:creationId xmlns:a16="http://schemas.microsoft.com/office/drawing/2014/main" id="{6121EFD0-9671-2167-2C76-A4282F4D62CE}"/>
              </a:ext>
            </a:extLst>
          </p:cNvPr>
          <p:cNvSpPr txBox="1"/>
          <p:nvPr/>
        </p:nvSpPr>
        <p:spPr>
          <a:xfrm>
            <a:off x="1341120" y="257697"/>
            <a:ext cx="9784080" cy="413575"/>
          </a:xfrm>
          <a:prstGeom prst="rect">
            <a:avLst/>
          </a:prstGeom>
        </p:spPr>
        <p:txBody>
          <a:bodyPr wrap="square" lIns="0" tIns="0" rIns="0" bIns="0" rtlCol="0" anchor="t">
            <a:spAutoFit/>
          </a:bodyPr>
          <a:lstStyle/>
          <a:p>
            <a:pPr algn="ctr">
              <a:lnSpc>
                <a:spcPts val="2800"/>
              </a:lnSpc>
            </a:pPr>
            <a:r>
              <a:rPr lang="en-US" sz="4400" b="1" dirty="0">
                <a:solidFill>
                  <a:srgbClr val="4472C4"/>
                </a:solidFill>
                <a:latin typeface="Times New Roman" panose="02020603050405020304" pitchFamily="18" charset="0"/>
                <a:cs typeface="Times New Roman" panose="02020603050405020304" pitchFamily="18" charset="0"/>
              </a:rPr>
              <a:t>Conclusion et perspectives</a:t>
            </a:r>
          </a:p>
        </p:txBody>
      </p:sp>
      <p:grpSp>
        <p:nvGrpSpPr>
          <p:cNvPr id="4132" name="Group 4131">
            <a:extLst>
              <a:ext uri="{FF2B5EF4-FFF2-40B4-BE49-F238E27FC236}">
                <a16:creationId xmlns:a16="http://schemas.microsoft.com/office/drawing/2014/main" id="{20EF276F-7762-3D5F-5837-EB5D8230EF2C}"/>
              </a:ext>
            </a:extLst>
          </p:cNvPr>
          <p:cNvGrpSpPr/>
          <p:nvPr/>
        </p:nvGrpSpPr>
        <p:grpSpPr>
          <a:xfrm>
            <a:off x="2394648" y="3054047"/>
            <a:ext cx="2519807" cy="879967"/>
            <a:chOff x="2394648" y="3054047"/>
            <a:chExt cx="2519807" cy="879967"/>
          </a:xfrm>
        </p:grpSpPr>
        <p:sp>
          <p:nvSpPr>
            <p:cNvPr id="17" name="Freeform 55">
              <a:extLst>
                <a:ext uri="{FF2B5EF4-FFF2-40B4-BE49-F238E27FC236}">
                  <a16:creationId xmlns:a16="http://schemas.microsoft.com/office/drawing/2014/main" id="{3DFE1542-47EC-5887-FCE5-76A553C1B1AF}"/>
                </a:ext>
              </a:extLst>
            </p:cNvPr>
            <p:cNvSpPr/>
            <p:nvPr/>
          </p:nvSpPr>
          <p:spPr>
            <a:xfrm flipH="1">
              <a:off x="2394650" y="305404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3">
                    <a:lumMod val="70000"/>
                  </a:schemeClr>
                </a:gs>
                <a:gs pos="97000">
                  <a:schemeClr val="accent3">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Rectangle 17">
              <a:extLst>
                <a:ext uri="{FF2B5EF4-FFF2-40B4-BE49-F238E27FC236}">
                  <a16:creationId xmlns:a16="http://schemas.microsoft.com/office/drawing/2014/main" id="{938BAD48-FFD9-EE9D-C7B9-995141BB49B5}"/>
                </a:ext>
              </a:extLst>
            </p:cNvPr>
            <p:cNvSpPr/>
            <p:nvPr/>
          </p:nvSpPr>
          <p:spPr>
            <a:xfrm flipH="1">
              <a:off x="2394648" y="3357950"/>
              <a:ext cx="2519807" cy="5760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9" name="Group 4128">
            <a:extLst>
              <a:ext uri="{FF2B5EF4-FFF2-40B4-BE49-F238E27FC236}">
                <a16:creationId xmlns:a16="http://schemas.microsoft.com/office/drawing/2014/main" id="{DECBE037-8D9D-3E4C-BF20-FDC97059435A}"/>
              </a:ext>
            </a:extLst>
          </p:cNvPr>
          <p:cNvGrpSpPr/>
          <p:nvPr/>
        </p:nvGrpSpPr>
        <p:grpSpPr>
          <a:xfrm>
            <a:off x="7277547" y="3069917"/>
            <a:ext cx="2519807" cy="883147"/>
            <a:chOff x="7277547" y="3069917"/>
            <a:chExt cx="2519807" cy="883147"/>
          </a:xfrm>
        </p:grpSpPr>
        <p:sp>
          <p:nvSpPr>
            <p:cNvPr id="14" name="Freeform 56">
              <a:extLst>
                <a:ext uri="{FF2B5EF4-FFF2-40B4-BE49-F238E27FC236}">
                  <a16:creationId xmlns:a16="http://schemas.microsoft.com/office/drawing/2014/main" id="{1BEF3AE4-E1C3-165F-5F03-964A07885F93}"/>
                </a:ext>
              </a:extLst>
            </p:cNvPr>
            <p:cNvSpPr/>
            <p:nvPr/>
          </p:nvSpPr>
          <p:spPr>
            <a:xfrm>
              <a:off x="8029622" y="3069917"/>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3">
                    <a:lumMod val="70000"/>
                  </a:schemeClr>
                </a:gs>
                <a:gs pos="97000">
                  <a:schemeClr val="accent3">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3" name="Rectangle 22">
              <a:extLst>
                <a:ext uri="{FF2B5EF4-FFF2-40B4-BE49-F238E27FC236}">
                  <a16:creationId xmlns:a16="http://schemas.microsoft.com/office/drawing/2014/main" id="{996B8C89-4922-8422-6554-DFAB3BE65A11}"/>
                </a:ext>
              </a:extLst>
            </p:cNvPr>
            <p:cNvSpPr/>
            <p:nvPr/>
          </p:nvSpPr>
          <p:spPr>
            <a:xfrm>
              <a:off x="7277547" y="3377000"/>
              <a:ext cx="2519807" cy="5760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4128" name="Group 4127">
            <a:extLst>
              <a:ext uri="{FF2B5EF4-FFF2-40B4-BE49-F238E27FC236}">
                <a16:creationId xmlns:a16="http://schemas.microsoft.com/office/drawing/2014/main" id="{878F1602-C436-D699-2571-09654CC58501}"/>
              </a:ext>
            </a:extLst>
          </p:cNvPr>
          <p:cNvGrpSpPr/>
          <p:nvPr/>
        </p:nvGrpSpPr>
        <p:grpSpPr>
          <a:xfrm>
            <a:off x="6525473" y="3360976"/>
            <a:ext cx="2519807" cy="880120"/>
            <a:chOff x="6525473" y="3360976"/>
            <a:chExt cx="2519807" cy="880120"/>
          </a:xfrm>
        </p:grpSpPr>
        <p:sp>
          <p:nvSpPr>
            <p:cNvPr id="24" name="Freeform 53">
              <a:extLst>
                <a:ext uri="{FF2B5EF4-FFF2-40B4-BE49-F238E27FC236}">
                  <a16:creationId xmlns:a16="http://schemas.microsoft.com/office/drawing/2014/main" id="{6DCA4C63-4C11-722E-0A7B-09F1C97D4CDD}"/>
                </a:ext>
              </a:extLst>
            </p:cNvPr>
            <p:cNvSpPr/>
            <p:nvPr/>
          </p:nvSpPr>
          <p:spPr>
            <a:xfrm>
              <a:off x="7277547" y="3360976"/>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2">
                    <a:lumMod val="70000"/>
                  </a:schemeClr>
                </a:gs>
                <a:gs pos="97000">
                  <a:schemeClr val="accent2">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8" name="Rectangle 27">
              <a:extLst>
                <a:ext uri="{FF2B5EF4-FFF2-40B4-BE49-F238E27FC236}">
                  <a16:creationId xmlns:a16="http://schemas.microsoft.com/office/drawing/2014/main" id="{A0D2C0A9-C973-2791-8E02-2FE141F9D044}"/>
                </a:ext>
              </a:extLst>
            </p:cNvPr>
            <p:cNvSpPr/>
            <p:nvPr/>
          </p:nvSpPr>
          <p:spPr>
            <a:xfrm>
              <a:off x="6525473" y="3665032"/>
              <a:ext cx="2519807"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31" name="Group 4130">
            <a:extLst>
              <a:ext uri="{FF2B5EF4-FFF2-40B4-BE49-F238E27FC236}">
                <a16:creationId xmlns:a16="http://schemas.microsoft.com/office/drawing/2014/main" id="{B25706A7-BF7F-67F7-E3C0-DBF6D16AE21E}"/>
              </a:ext>
            </a:extLst>
          </p:cNvPr>
          <p:cNvGrpSpPr/>
          <p:nvPr/>
        </p:nvGrpSpPr>
        <p:grpSpPr>
          <a:xfrm>
            <a:off x="3146723" y="3357950"/>
            <a:ext cx="2519807" cy="883146"/>
            <a:chOff x="3146723" y="3357950"/>
            <a:chExt cx="2519807" cy="883146"/>
          </a:xfrm>
        </p:grpSpPr>
        <p:sp>
          <p:nvSpPr>
            <p:cNvPr id="22" name="Freeform 54">
              <a:extLst>
                <a:ext uri="{FF2B5EF4-FFF2-40B4-BE49-F238E27FC236}">
                  <a16:creationId xmlns:a16="http://schemas.microsoft.com/office/drawing/2014/main" id="{454A4B5C-F43D-96E0-33F6-40A55779E16E}"/>
                </a:ext>
              </a:extLst>
            </p:cNvPr>
            <p:cNvSpPr/>
            <p:nvPr/>
          </p:nvSpPr>
          <p:spPr>
            <a:xfrm flipH="1">
              <a:off x="3146723" y="3357950"/>
              <a:ext cx="1767732"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2">
                    <a:lumMod val="70000"/>
                  </a:schemeClr>
                </a:gs>
                <a:gs pos="97000">
                  <a:schemeClr val="accent2">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sp>
          <p:nvSpPr>
            <p:cNvPr id="29" name="Rectangle 28">
              <a:extLst>
                <a:ext uri="{FF2B5EF4-FFF2-40B4-BE49-F238E27FC236}">
                  <a16:creationId xmlns:a16="http://schemas.microsoft.com/office/drawing/2014/main" id="{5EC4658F-B378-919E-F554-12FC5A90FF6D}"/>
                </a:ext>
              </a:extLst>
            </p:cNvPr>
            <p:cNvSpPr/>
            <p:nvPr/>
          </p:nvSpPr>
          <p:spPr>
            <a:xfrm flipH="1">
              <a:off x="3146723" y="3665032"/>
              <a:ext cx="2519807" cy="576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bg1"/>
                </a:solidFill>
              </a:endParaRPr>
            </a:p>
          </p:txBody>
        </p:sp>
      </p:grpSp>
      <p:grpSp>
        <p:nvGrpSpPr>
          <p:cNvPr id="4127" name="Group 4126">
            <a:extLst>
              <a:ext uri="{FF2B5EF4-FFF2-40B4-BE49-F238E27FC236}">
                <a16:creationId xmlns:a16="http://schemas.microsoft.com/office/drawing/2014/main" id="{9B2032E0-9E5E-CD80-4ACF-276D700B0386}"/>
              </a:ext>
            </a:extLst>
          </p:cNvPr>
          <p:cNvGrpSpPr/>
          <p:nvPr/>
        </p:nvGrpSpPr>
        <p:grpSpPr>
          <a:xfrm>
            <a:off x="4425966" y="3661824"/>
            <a:ext cx="3350485" cy="882996"/>
            <a:chOff x="4425966" y="3661824"/>
            <a:chExt cx="3350485" cy="882996"/>
          </a:xfrm>
        </p:grpSpPr>
        <p:sp>
          <p:nvSpPr>
            <p:cNvPr id="30" name="Freeform 12">
              <a:extLst>
                <a:ext uri="{FF2B5EF4-FFF2-40B4-BE49-F238E27FC236}">
                  <a16:creationId xmlns:a16="http://schemas.microsoft.com/office/drawing/2014/main" id="{B4747A8E-E1D9-3EAD-014A-F179F261CB9C}"/>
                </a:ext>
              </a:extLst>
            </p:cNvPr>
            <p:cNvSpPr/>
            <p:nvPr/>
          </p:nvSpPr>
          <p:spPr>
            <a:xfrm>
              <a:off x="6518334" y="3664853"/>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6" name="Freeform 52">
              <a:extLst>
                <a:ext uri="{FF2B5EF4-FFF2-40B4-BE49-F238E27FC236}">
                  <a16:creationId xmlns:a16="http://schemas.microsoft.com/office/drawing/2014/main" id="{2A8D4ACF-EFDE-D165-99D5-2390C97BBB41}"/>
                </a:ext>
              </a:extLst>
            </p:cNvPr>
            <p:cNvSpPr/>
            <p:nvPr/>
          </p:nvSpPr>
          <p:spPr>
            <a:xfrm flipH="1">
              <a:off x="4429000" y="3661824"/>
              <a:ext cx="1258117" cy="879967"/>
            </a:xfrm>
            <a:custGeom>
              <a:avLst/>
              <a:gdLst/>
              <a:ahLst/>
              <a:cxnLst/>
              <a:rect l="l" t="t" r="r" b="b"/>
              <a:pathLst>
                <a:path w="895077" h="879967">
                  <a:moveTo>
                    <a:pt x="0" y="0"/>
                  </a:moveTo>
                  <a:lnTo>
                    <a:pt x="888256" y="300169"/>
                  </a:lnTo>
                  <a:lnTo>
                    <a:pt x="895077" y="301554"/>
                  </a:lnTo>
                  <a:lnTo>
                    <a:pt x="895077" y="879967"/>
                  </a:lnTo>
                  <a:lnTo>
                    <a:pt x="11956" y="582109"/>
                  </a:lnTo>
                  <a:lnTo>
                    <a:pt x="0" y="565456"/>
                  </a:lnTo>
                  <a:close/>
                </a:path>
              </a:pathLst>
            </a:custGeom>
            <a:gradFill>
              <a:gsLst>
                <a:gs pos="3000">
                  <a:schemeClr val="accent1">
                    <a:lumMod val="70000"/>
                  </a:schemeClr>
                </a:gs>
                <a:gs pos="97000">
                  <a:schemeClr val="accent1">
                    <a:lumMod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97" name="Rectangle 4096">
              <a:extLst>
                <a:ext uri="{FF2B5EF4-FFF2-40B4-BE49-F238E27FC236}">
                  <a16:creationId xmlns:a16="http://schemas.microsoft.com/office/drawing/2014/main" id="{8DB502A9-6640-F217-D06C-4272E7AEB75A}"/>
                </a:ext>
              </a:extLst>
            </p:cNvPr>
            <p:cNvSpPr/>
            <p:nvPr/>
          </p:nvSpPr>
          <p:spPr>
            <a:xfrm>
              <a:off x="4425966" y="3965764"/>
              <a:ext cx="3348036" cy="5760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4120" name="Rectangle 23">
            <a:extLst>
              <a:ext uri="{FF2B5EF4-FFF2-40B4-BE49-F238E27FC236}">
                <a16:creationId xmlns:a16="http://schemas.microsoft.com/office/drawing/2014/main" id="{F4C82862-8D33-E397-75D9-2D5255B3441F}"/>
              </a:ext>
            </a:extLst>
          </p:cNvPr>
          <p:cNvSpPr/>
          <p:nvPr/>
        </p:nvSpPr>
        <p:spPr>
          <a:xfrm>
            <a:off x="9128804" y="3529758"/>
            <a:ext cx="476152" cy="280084"/>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1" name="Oval 31">
            <a:extLst>
              <a:ext uri="{FF2B5EF4-FFF2-40B4-BE49-F238E27FC236}">
                <a16:creationId xmlns:a16="http://schemas.microsoft.com/office/drawing/2014/main" id="{1CCC2444-0040-A7C2-CED0-66DEF4375ED3}"/>
              </a:ext>
            </a:extLst>
          </p:cNvPr>
          <p:cNvSpPr/>
          <p:nvPr/>
        </p:nvSpPr>
        <p:spPr>
          <a:xfrm>
            <a:off x="8447067" y="3786968"/>
            <a:ext cx="354255" cy="357590"/>
          </a:xfrm>
          <a:custGeom>
            <a:avLst/>
            <a:gdLst/>
            <a:ahLst/>
            <a:cxnLst/>
            <a:rect l="l" t="t" r="r" b="b"/>
            <a:pathLst>
              <a:path w="3187187" h="3217189">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2" name="Rectangle 23">
            <a:extLst>
              <a:ext uri="{FF2B5EF4-FFF2-40B4-BE49-F238E27FC236}">
                <a16:creationId xmlns:a16="http://schemas.microsoft.com/office/drawing/2014/main" id="{FCB4789F-2151-A143-574F-D64FF7A84D1A}"/>
              </a:ext>
            </a:extLst>
          </p:cNvPr>
          <p:cNvSpPr/>
          <p:nvPr/>
        </p:nvSpPr>
        <p:spPr>
          <a:xfrm>
            <a:off x="1637964" y="3183138"/>
            <a:ext cx="485828" cy="313098"/>
          </a:xfrm>
          <a:custGeom>
            <a:avLst/>
            <a:gdLst/>
            <a:ahLst/>
            <a:cxnLst/>
            <a:rect l="l" t="t" r="r" b="b"/>
            <a:pathLst>
              <a:path w="3224845" h="2078296">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3" name="Oval 31">
            <a:extLst>
              <a:ext uri="{FF2B5EF4-FFF2-40B4-BE49-F238E27FC236}">
                <a16:creationId xmlns:a16="http://schemas.microsoft.com/office/drawing/2014/main" id="{FE314344-23ED-7D0B-1551-36A4BA6756A3}"/>
              </a:ext>
            </a:extLst>
          </p:cNvPr>
          <p:cNvSpPr/>
          <p:nvPr/>
        </p:nvSpPr>
        <p:spPr>
          <a:xfrm>
            <a:off x="2533500" y="3434242"/>
            <a:ext cx="407177" cy="401707"/>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4" name="Teardrop 17">
            <a:extLst>
              <a:ext uri="{FF2B5EF4-FFF2-40B4-BE49-F238E27FC236}">
                <a16:creationId xmlns:a16="http://schemas.microsoft.com/office/drawing/2014/main" id="{7BC4717C-DFCB-C4B7-CC32-83F2CCF5ACE1}"/>
              </a:ext>
            </a:extLst>
          </p:cNvPr>
          <p:cNvSpPr/>
          <p:nvPr/>
        </p:nvSpPr>
        <p:spPr>
          <a:xfrm rot="18900000">
            <a:off x="10192516" y="3174813"/>
            <a:ext cx="332582" cy="337808"/>
          </a:xfrm>
          <a:custGeom>
            <a:avLst/>
            <a:gdLst/>
            <a:ahLst/>
            <a:cxnLst/>
            <a:rect l="l" t="t" r="r" b="b"/>
            <a:pathLst>
              <a:path w="2646489" h="2688071">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5" name="Rectangle 23">
            <a:extLst>
              <a:ext uri="{FF2B5EF4-FFF2-40B4-BE49-F238E27FC236}">
                <a16:creationId xmlns:a16="http://schemas.microsoft.com/office/drawing/2014/main" id="{CA93F299-A080-DEA2-294F-07EFE159ADD4}"/>
              </a:ext>
            </a:extLst>
          </p:cNvPr>
          <p:cNvSpPr/>
          <p:nvPr/>
        </p:nvSpPr>
        <p:spPr>
          <a:xfrm>
            <a:off x="3295743" y="3732762"/>
            <a:ext cx="404773" cy="407167"/>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26" name="Freeform 20">
            <a:extLst>
              <a:ext uri="{FF2B5EF4-FFF2-40B4-BE49-F238E27FC236}">
                <a16:creationId xmlns:a16="http://schemas.microsoft.com/office/drawing/2014/main" id="{06319D45-5FAA-8422-4740-17EDB5A5D55E}"/>
              </a:ext>
            </a:extLst>
          </p:cNvPr>
          <p:cNvSpPr/>
          <p:nvPr/>
        </p:nvSpPr>
        <p:spPr>
          <a:xfrm>
            <a:off x="5916902" y="4036636"/>
            <a:ext cx="376670" cy="402560"/>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35" name="TextBox 4134">
            <a:extLst>
              <a:ext uri="{FF2B5EF4-FFF2-40B4-BE49-F238E27FC236}">
                <a16:creationId xmlns:a16="http://schemas.microsoft.com/office/drawing/2014/main" id="{22F6786A-76B1-D22C-3170-165E3F5EBE4B}"/>
              </a:ext>
            </a:extLst>
          </p:cNvPr>
          <p:cNvSpPr txBox="1"/>
          <p:nvPr/>
        </p:nvSpPr>
        <p:spPr>
          <a:xfrm>
            <a:off x="6137225" y="4665925"/>
            <a:ext cx="3660129" cy="646331"/>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 Renforcement de la gestion des stocks</a:t>
            </a:r>
            <a:endParaRPr lang="fr-FR" dirty="0"/>
          </a:p>
        </p:txBody>
      </p:sp>
      <p:sp>
        <p:nvSpPr>
          <p:cNvPr id="4136" name="TextBox 4135">
            <a:extLst>
              <a:ext uri="{FF2B5EF4-FFF2-40B4-BE49-F238E27FC236}">
                <a16:creationId xmlns:a16="http://schemas.microsoft.com/office/drawing/2014/main" id="{036B6B28-397D-23F8-6EFA-2824B9DD96C4}"/>
              </a:ext>
            </a:extLst>
          </p:cNvPr>
          <p:cNvSpPr txBox="1"/>
          <p:nvPr/>
        </p:nvSpPr>
        <p:spPr>
          <a:xfrm>
            <a:off x="4325950" y="1956569"/>
            <a:ext cx="3660129" cy="923330"/>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Traçabilité améliorée des interventions et de l’historique des interventions</a:t>
            </a:r>
            <a:endParaRPr lang="fr-FR" dirty="0"/>
          </a:p>
        </p:txBody>
      </p:sp>
      <p:sp>
        <p:nvSpPr>
          <p:cNvPr id="9" name="TextBox 8">
            <a:extLst>
              <a:ext uri="{FF2B5EF4-FFF2-40B4-BE49-F238E27FC236}">
                <a16:creationId xmlns:a16="http://schemas.microsoft.com/office/drawing/2014/main" id="{0A1CBB09-A0C0-1F45-7953-052408A0CA73}"/>
              </a:ext>
            </a:extLst>
          </p:cNvPr>
          <p:cNvSpPr txBox="1"/>
          <p:nvPr/>
        </p:nvSpPr>
        <p:spPr>
          <a:xfrm>
            <a:off x="2186528" y="4658394"/>
            <a:ext cx="2767848" cy="369332"/>
          </a:xfrm>
          <a:prstGeom prst="rect">
            <a:avLst/>
          </a:prstGeom>
          <a:noFill/>
        </p:spPr>
        <p:txBody>
          <a:bodyPr wrap="square">
            <a:spAutoFit/>
          </a:bodyPr>
          <a:lstStyle/>
          <a:p>
            <a:pPr algn="ctr"/>
            <a:r>
              <a:rPr lang="fr-FR" dirty="0">
                <a:latin typeface="Times New Roman" panose="02020603050405020304" pitchFamily="18" charset="0"/>
                <a:cs typeface="Times New Roman" panose="02020603050405020304" pitchFamily="18" charset="0"/>
              </a:rPr>
              <a:t>Des informations fiables</a:t>
            </a:r>
          </a:p>
        </p:txBody>
      </p:sp>
      <p:grpSp>
        <p:nvGrpSpPr>
          <p:cNvPr id="5" name="Group 4">
            <a:extLst>
              <a:ext uri="{FF2B5EF4-FFF2-40B4-BE49-F238E27FC236}">
                <a16:creationId xmlns:a16="http://schemas.microsoft.com/office/drawing/2014/main" id="{689753A6-FB17-F2E7-72CA-4BEDBA67DCBB}"/>
              </a:ext>
            </a:extLst>
          </p:cNvPr>
          <p:cNvGrpSpPr/>
          <p:nvPr/>
        </p:nvGrpSpPr>
        <p:grpSpPr>
          <a:xfrm>
            <a:off x="11724572" y="6292069"/>
            <a:ext cx="539659" cy="576000"/>
            <a:chOff x="11602707" y="6123456"/>
            <a:chExt cx="680441" cy="734544"/>
          </a:xfrm>
          <a:solidFill>
            <a:srgbClr val="003076"/>
          </a:solidFill>
        </p:grpSpPr>
        <p:sp>
          <p:nvSpPr>
            <p:cNvPr id="12" name="Freeform: Shape 11">
              <a:extLst>
                <a:ext uri="{FF2B5EF4-FFF2-40B4-BE49-F238E27FC236}">
                  <a16:creationId xmlns:a16="http://schemas.microsoft.com/office/drawing/2014/main" id="{B56883F9-718B-E6E6-FFC2-2C3E06857B4D}"/>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4098" name="Group 4097">
              <a:extLst>
                <a:ext uri="{FF2B5EF4-FFF2-40B4-BE49-F238E27FC236}">
                  <a16:creationId xmlns:a16="http://schemas.microsoft.com/office/drawing/2014/main" id="{37531382-BC34-9F42-74FD-096E2FDDF040}"/>
                </a:ext>
              </a:extLst>
            </p:cNvPr>
            <p:cNvGrpSpPr/>
            <p:nvPr/>
          </p:nvGrpSpPr>
          <p:grpSpPr>
            <a:xfrm>
              <a:off x="11738453" y="6279077"/>
              <a:ext cx="544695" cy="578923"/>
              <a:chOff x="11738453" y="6279077"/>
              <a:chExt cx="544695" cy="578923"/>
            </a:xfrm>
            <a:grpFill/>
          </p:grpSpPr>
          <p:sp>
            <p:nvSpPr>
              <p:cNvPr id="4100" name="Freeform: Shape 4099">
                <a:extLst>
                  <a:ext uri="{FF2B5EF4-FFF2-40B4-BE49-F238E27FC236}">
                    <a16:creationId xmlns:a16="http://schemas.microsoft.com/office/drawing/2014/main" id="{BF5E21B6-C120-BB2B-7A8D-BAB6E9B03520}"/>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4101" name="Slide Number Placeholder 1">
                <a:extLst>
                  <a:ext uri="{FF2B5EF4-FFF2-40B4-BE49-F238E27FC236}">
                    <a16:creationId xmlns:a16="http://schemas.microsoft.com/office/drawing/2014/main" id="{30BD29BE-EB4D-CE0B-7800-F6E0025829E6}"/>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35</a:t>
                </a:r>
              </a:p>
            </p:txBody>
          </p:sp>
        </p:grpSp>
      </p:grpSp>
    </p:spTree>
    <p:extLst>
      <p:ext uri="{BB962C8B-B14F-4D97-AF65-F5344CB8AC3E}">
        <p14:creationId xmlns:p14="http://schemas.microsoft.com/office/powerpoint/2010/main" val="2583349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8">
            <a:extLst>
              <a:ext uri="{FF2B5EF4-FFF2-40B4-BE49-F238E27FC236}">
                <a16:creationId xmlns:a16="http://schemas.microsoft.com/office/drawing/2014/main" id="{8967A1F3-4637-D485-3F7F-183A4D67FFB0}"/>
              </a:ext>
            </a:extLst>
          </p:cNvPr>
          <p:cNvSpPr/>
          <p:nvPr/>
        </p:nvSpPr>
        <p:spPr>
          <a:xfrm>
            <a:off x="4623919" y="4225346"/>
            <a:ext cx="1080000" cy="0"/>
          </a:xfrm>
          <a:custGeom>
            <a:avLst/>
            <a:gdLst>
              <a:gd name="connsiteX0" fmla="*/ 0 w 2307771"/>
              <a:gd name="connsiteY0" fmla="*/ 653143 h 653143"/>
              <a:gd name="connsiteX1" fmla="*/ 1480457 w 2307771"/>
              <a:gd name="connsiteY1" fmla="*/ 0 h 653143"/>
              <a:gd name="connsiteX2" fmla="*/ 2307771 w 2307771"/>
              <a:gd name="connsiteY2" fmla="*/ 0 h 653143"/>
            </a:gdLst>
            <a:ahLst/>
            <a:cxnLst>
              <a:cxn ang="0">
                <a:pos x="connsiteX0" y="connsiteY0"/>
              </a:cxn>
              <a:cxn ang="0">
                <a:pos x="connsiteX1" y="connsiteY1"/>
              </a:cxn>
              <a:cxn ang="0">
                <a:pos x="connsiteX2" y="connsiteY2"/>
              </a:cxn>
            </a:cxnLst>
            <a:rect l="l" t="t" r="r" b="b"/>
            <a:pathLst>
              <a:path w="2307771" h="653143">
                <a:moveTo>
                  <a:pt x="0" y="653143"/>
                </a:moveTo>
                <a:lnTo>
                  <a:pt x="1480457" y="0"/>
                </a:lnTo>
                <a:lnTo>
                  <a:pt x="2307771" y="0"/>
                </a:lnTo>
              </a:path>
            </a:pathLst>
          </a:custGeom>
          <a:ln w="15875">
            <a:solidFill>
              <a:schemeClr val="tx1">
                <a:lumMod val="50000"/>
                <a:lumOff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grpSp>
        <p:nvGrpSpPr>
          <p:cNvPr id="19" name="Group 18">
            <a:extLst>
              <a:ext uri="{FF2B5EF4-FFF2-40B4-BE49-F238E27FC236}">
                <a16:creationId xmlns:a16="http://schemas.microsoft.com/office/drawing/2014/main" id="{B3B7DA16-4A74-2409-F12E-E8DCBB5D12E7}"/>
              </a:ext>
            </a:extLst>
          </p:cNvPr>
          <p:cNvGrpSpPr/>
          <p:nvPr/>
        </p:nvGrpSpPr>
        <p:grpSpPr>
          <a:xfrm>
            <a:off x="2481211" y="830997"/>
            <a:ext cx="1800000" cy="401534"/>
            <a:chOff x="1344580" y="830997"/>
            <a:chExt cx="1800000" cy="401534"/>
          </a:xfrm>
        </p:grpSpPr>
        <p:sp>
          <p:nvSpPr>
            <p:cNvPr id="20" name="Chevron 224">
              <a:extLst>
                <a:ext uri="{FF2B5EF4-FFF2-40B4-BE49-F238E27FC236}">
                  <a16:creationId xmlns:a16="http://schemas.microsoft.com/office/drawing/2014/main" id="{3E701C7D-F527-B620-2940-D083DC944BD9}"/>
                </a:ext>
              </a:extLst>
            </p:cNvPr>
            <p:cNvSpPr/>
            <p:nvPr/>
          </p:nvSpPr>
          <p:spPr>
            <a:xfrm>
              <a:off x="1344580" y="1124531"/>
              <a:ext cx="1800000" cy="108000"/>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1" name="Rectangle 20">
              <a:extLst>
                <a:ext uri="{FF2B5EF4-FFF2-40B4-BE49-F238E27FC236}">
                  <a16:creationId xmlns:a16="http://schemas.microsoft.com/office/drawing/2014/main" id="{7B71DABE-608A-ADA7-2091-F6F6030B7BCD}"/>
                </a:ext>
              </a:extLst>
            </p:cNvPr>
            <p:cNvSpPr/>
            <p:nvPr/>
          </p:nvSpPr>
          <p:spPr>
            <a:xfrm>
              <a:off x="1700762" y="830997"/>
              <a:ext cx="1003801" cy="307777"/>
            </a:xfrm>
            <a:prstGeom prst="rect">
              <a:avLst/>
            </a:prstGeom>
          </p:spPr>
          <p:txBody>
            <a:bodyPr wrap="none">
              <a:spAutoFit/>
            </a:bodyPr>
            <a:lstStyle/>
            <a:p>
              <a:pPr algn="ctr"/>
              <a:r>
                <a:rPr lang="fr-FR" sz="1400" dirty="0">
                  <a:solidFill>
                    <a:schemeClr val="bg1">
                      <a:lumMod val="65000"/>
                    </a:schemeClr>
                  </a:solidFill>
                  <a:latin typeface="Times New Roman" panose="02020603050405020304" pitchFamily="18" charset="0"/>
                  <a:cs typeface="Times New Roman" panose="02020603050405020304" pitchFamily="18" charset="0"/>
                </a:rPr>
                <a:t>Conclusion</a:t>
              </a:r>
            </a:p>
          </p:txBody>
        </p:sp>
      </p:grpSp>
      <p:grpSp>
        <p:nvGrpSpPr>
          <p:cNvPr id="25" name="Group 24">
            <a:extLst>
              <a:ext uri="{FF2B5EF4-FFF2-40B4-BE49-F238E27FC236}">
                <a16:creationId xmlns:a16="http://schemas.microsoft.com/office/drawing/2014/main" id="{98317A04-B151-42FE-3954-24E0A2172E58}"/>
              </a:ext>
            </a:extLst>
          </p:cNvPr>
          <p:cNvGrpSpPr/>
          <p:nvPr/>
        </p:nvGrpSpPr>
        <p:grpSpPr>
          <a:xfrm>
            <a:off x="8530960" y="832367"/>
            <a:ext cx="1800000" cy="401534"/>
            <a:chOff x="1344580" y="830997"/>
            <a:chExt cx="1800000" cy="401534"/>
          </a:xfrm>
        </p:grpSpPr>
        <p:sp>
          <p:nvSpPr>
            <p:cNvPr id="26" name="Chevron 224">
              <a:extLst>
                <a:ext uri="{FF2B5EF4-FFF2-40B4-BE49-F238E27FC236}">
                  <a16:creationId xmlns:a16="http://schemas.microsoft.com/office/drawing/2014/main" id="{2F2EC734-510C-A9B9-DE82-C0A3DCE92AFE}"/>
                </a:ext>
              </a:extLst>
            </p:cNvPr>
            <p:cNvSpPr/>
            <p:nvPr/>
          </p:nvSpPr>
          <p:spPr>
            <a:xfrm>
              <a:off x="1344580" y="1124531"/>
              <a:ext cx="1800000" cy="108000"/>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n w="18415" cmpd="sng">
                  <a:solidFill>
                    <a:srgbClr val="FFFFFF"/>
                  </a:solidFill>
                  <a:prstDash val="solid"/>
                </a:ln>
                <a:solidFill>
                  <a:schemeClr val="bg1">
                    <a:lumMod val="65000"/>
                  </a:schemeClr>
                </a:solidFill>
                <a:effectLst>
                  <a:outerShdw blurRad="63500" dir="3600000" algn="tl" rotWithShape="0">
                    <a:srgbClr val="000000">
                      <a:alpha val="70000"/>
                    </a:srgbClr>
                  </a:outerShdw>
                </a:effectLst>
                <a:latin typeface="Century Gothic" pitchFamily="34" charset="0"/>
              </a:endParaRPr>
            </a:p>
          </p:txBody>
        </p:sp>
        <p:sp>
          <p:nvSpPr>
            <p:cNvPr id="27" name="Rectangle 26">
              <a:extLst>
                <a:ext uri="{FF2B5EF4-FFF2-40B4-BE49-F238E27FC236}">
                  <a16:creationId xmlns:a16="http://schemas.microsoft.com/office/drawing/2014/main" id="{AA7645C9-8B01-DD0E-1926-8A352FA473E1}"/>
                </a:ext>
              </a:extLst>
            </p:cNvPr>
            <p:cNvSpPr/>
            <p:nvPr/>
          </p:nvSpPr>
          <p:spPr>
            <a:xfrm>
              <a:off x="1660693" y="830997"/>
              <a:ext cx="1083951" cy="307777"/>
            </a:xfrm>
            <a:prstGeom prst="rect">
              <a:avLst/>
            </a:prstGeom>
          </p:spPr>
          <p:txBody>
            <a:bodyPr wrap="none">
              <a:spAutoFit/>
            </a:bodyPr>
            <a:lstStyle/>
            <a:p>
              <a:pPr algn="ctr"/>
              <a:r>
                <a:rPr lang="fr-FR" sz="1400" dirty="0">
                  <a:latin typeface="Times New Roman" panose="02020603050405020304" pitchFamily="18" charset="0"/>
                  <a:cs typeface="Times New Roman" panose="02020603050405020304" pitchFamily="18" charset="0"/>
                </a:rPr>
                <a:t>Perspectives</a:t>
              </a:r>
            </a:p>
          </p:txBody>
        </p:sp>
      </p:grpSp>
      <p:sp>
        <p:nvSpPr>
          <p:cNvPr id="31" name="Isosceles Triangle 225">
            <a:extLst>
              <a:ext uri="{FF2B5EF4-FFF2-40B4-BE49-F238E27FC236}">
                <a16:creationId xmlns:a16="http://schemas.microsoft.com/office/drawing/2014/main" id="{27A9A0B9-A03E-8529-F608-4D70FB08B160}"/>
              </a:ext>
            </a:extLst>
          </p:cNvPr>
          <p:cNvSpPr/>
          <p:nvPr/>
        </p:nvSpPr>
        <p:spPr>
          <a:xfrm rot="10800000">
            <a:off x="9219952" y="1276121"/>
            <a:ext cx="288000" cy="144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37">
            <a:extLst>
              <a:ext uri="{FF2B5EF4-FFF2-40B4-BE49-F238E27FC236}">
                <a16:creationId xmlns:a16="http://schemas.microsoft.com/office/drawing/2014/main" id="{6121EFD0-9671-2167-2C76-A4282F4D62CE}"/>
              </a:ext>
            </a:extLst>
          </p:cNvPr>
          <p:cNvSpPr txBox="1"/>
          <p:nvPr/>
        </p:nvSpPr>
        <p:spPr>
          <a:xfrm>
            <a:off x="1341120" y="257697"/>
            <a:ext cx="9784080" cy="413575"/>
          </a:xfrm>
          <a:prstGeom prst="rect">
            <a:avLst/>
          </a:prstGeom>
        </p:spPr>
        <p:txBody>
          <a:bodyPr wrap="square" lIns="0" tIns="0" rIns="0" bIns="0" rtlCol="0" anchor="t">
            <a:spAutoFit/>
          </a:bodyPr>
          <a:lstStyle/>
          <a:p>
            <a:pPr algn="ctr">
              <a:lnSpc>
                <a:spcPts val="2800"/>
              </a:lnSpc>
            </a:pPr>
            <a:r>
              <a:rPr lang="en-US" sz="4400" b="1" dirty="0">
                <a:solidFill>
                  <a:srgbClr val="4472C4"/>
                </a:solidFill>
                <a:latin typeface="Times New Roman" panose="02020603050405020304" pitchFamily="18" charset="0"/>
                <a:cs typeface="Times New Roman" panose="02020603050405020304" pitchFamily="18" charset="0"/>
              </a:rPr>
              <a:t>Conclusion et perspectives</a:t>
            </a:r>
          </a:p>
        </p:txBody>
      </p:sp>
      <p:sp>
        <p:nvSpPr>
          <p:cNvPr id="5" name="TextBox 4">
            <a:extLst>
              <a:ext uri="{FF2B5EF4-FFF2-40B4-BE49-F238E27FC236}">
                <a16:creationId xmlns:a16="http://schemas.microsoft.com/office/drawing/2014/main" id="{30D5AB4E-2AEF-A4CA-D1E1-4E6DBB0715EA}"/>
              </a:ext>
            </a:extLst>
          </p:cNvPr>
          <p:cNvSpPr txBox="1"/>
          <p:nvPr/>
        </p:nvSpPr>
        <p:spPr>
          <a:xfrm>
            <a:off x="5571149" y="2735549"/>
            <a:ext cx="6261083" cy="1200329"/>
          </a:xfrm>
          <a:prstGeom prst="rect">
            <a:avLst/>
          </a:prstGeom>
          <a:noFill/>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Etendre des nouveaux modules (module de la gestion des fournisseurs , un module de statistiques, …)</a:t>
            </a:r>
          </a:p>
        </p:txBody>
      </p:sp>
      <p:sp>
        <p:nvSpPr>
          <p:cNvPr id="9" name="TextBox 8">
            <a:extLst>
              <a:ext uri="{FF2B5EF4-FFF2-40B4-BE49-F238E27FC236}">
                <a16:creationId xmlns:a16="http://schemas.microsoft.com/office/drawing/2014/main" id="{085B4DAD-CBB1-A6F6-15D9-0720C6E4D710}"/>
              </a:ext>
            </a:extLst>
          </p:cNvPr>
          <p:cNvSpPr txBox="1"/>
          <p:nvPr/>
        </p:nvSpPr>
        <p:spPr>
          <a:xfrm>
            <a:off x="5571150" y="5311636"/>
            <a:ext cx="5218638" cy="461665"/>
          </a:xfrm>
          <a:prstGeom prst="rect">
            <a:avLst/>
          </a:prstGeom>
          <a:noFill/>
        </p:spPr>
        <p:txBody>
          <a:bodyPr wrap="square" rtlCol="0">
            <a:spAutoFit/>
          </a:bodyPr>
          <a:lstStyle/>
          <a:p>
            <a:r>
              <a:rPr lang="fr-FR" sz="2400" dirty="0">
                <a:latin typeface="Times New Roman" panose="02020603050405020304" pitchFamily="18" charset="0"/>
                <a:cs typeface="Times New Roman" panose="02020603050405020304" pitchFamily="18" charset="0"/>
              </a:rPr>
              <a:t>Intégration de l’Intelligence Artificielle </a:t>
            </a:r>
          </a:p>
        </p:txBody>
      </p:sp>
      <p:grpSp>
        <p:nvGrpSpPr>
          <p:cNvPr id="33" name="Group 32">
            <a:extLst>
              <a:ext uri="{FF2B5EF4-FFF2-40B4-BE49-F238E27FC236}">
                <a16:creationId xmlns:a16="http://schemas.microsoft.com/office/drawing/2014/main" id="{D12D3217-454A-D6EF-6FE1-420EB17B4C7C}"/>
              </a:ext>
            </a:extLst>
          </p:cNvPr>
          <p:cNvGrpSpPr/>
          <p:nvPr/>
        </p:nvGrpSpPr>
        <p:grpSpPr>
          <a:xfrm>
            <a:off x="399296" y="2519717"/>
            <a:ext cx="4486275" cy="2895172"/>
            <a:chOff x="399296" y="2519717"/>
            <a:chExt cx="4486275" cy="2895172"/>
          </a:xfrm>
        </p:grpSpPr>
        <p:grpSp>
          <p:nvGrpSpPr>
            <p:cNvPr id="18" name="그룹 4">
              <a:extLst>
                <a:ext uri="{FF2B5EF4-FFF2-40B4-BE49-F238E27FC236}">
                  <a16:creationId xmlns:a16="http://schemas.microsoft.com/office/drawing/2014/main" id="{7C85E66B-F37C-7DB8-BFDE-ACCB799612C4}"/>
                </a:ext>
              </a:extLst>
            </p:cNvPr>
            <p:cNvGrpSpPr/>
            <p:nvPr/>
          </p:nvGrpSpPr>
          <p:grpSpPr>
            <a:xfrm rot="11435490" flipV="1">
              <a:off x="625228" y="3858784"/>
              <a:ext cx="3686366" cy="1556105"/>
              <a:chOff x="1682410" y="2217893"/>
              <a:chExt cx="2019261" cy="852379"/>
            </a:xfrm>
            <a:solidFill>
              <a:schemeClr val="accent4">
                <a:lumMod val="60000"/>
                <a:lumOff val="40000"/>
              </a:schemeClr>
            </a:solidFill>
          </p:grpSpPr>
          <p:grpSp>
            <p:nvGrpSpPr>
              <p:cNvPr id="22" name="그룹 5">
                <a:extLst>
                  <a:ext uri="{FF2B5EF4-FFF2-40B4-BE49-F238E27FC236}">
                    <a16:creationId xmlns:a16="http://schemas.microsoft.com/office/drawing/2014/main" id="{65FBF5C5-3B5B-6218-0765-075558988CD3}"/>
                  </a:ext>
                </a:extLst>
              </p:cNvPr>
              <p:cNvGrpSpPr/>
              <p:nvPr/>
            </p:nvGrpSpPr>
            <p:grpSpPr>
              <a:xfrm>
                <a:off x="1774163" y="2217893"/>
                <a:ext cx="1927508" cy="852379"/>
                <a:chOff x="1774163" y="2217893"/>
                <a:chExt cx="1927508" cy="852379"/>
              </a:xfrm>
              <a:grpFill/>
            </p:grpSpPr>
            <p:sp>
              <p:nvSpPr>
                <p:cNvPr id="24" name="Freeform 18">
                  <a:extLst>
                    <a:ext uri="{FF2B5EF4-FFF2-40B4-BE49-F238E27FC236}">
                      <a16:creationId xmlns:a16="http://schemas.microsoft.com/office/drawing/2014/main" id="{37453AB3-FB78-1F2F-80CB-6414AF937060}"/>
                    </a:ext>
                  </a:extLst>
                </p:cNvPr>
                <p:cNvSpPr/>
                <p:nvPr/>
              </p:nvSpPr>
              <p:spPr>
                <a:xfrm flipH="1">
                  <a:off x="1774163" y="2350717"/>
                  <a:ext cx="1600825" cy="719555"/>
                </a:xfrm>
                <a:custGeom>
                  <a:avLst/>
                  <a:gdLst>
                    <a:gd name="connsiteX0" fmla="*/ 4126727 w 4126727"/>
                    <a:gd name="connsiteY0" fmla="*/ 866693 h 1836752"/>
                    <a:gd name="connsiteX1" fmla="*/ 2782957 w 4126727"/>
                    <a:gd name="connsiteY1" fmla="*/ 0 h 1836752"/>
                    <a:gd name="connsiteX2" fmla="*/ 2703444 w 4126727"/>
                    <a:gd name="connsiteY2" fmla="*/ 7952 h 1836752"/>
                    <a:gd name="connsiteX3" fmla="*/ 1375576 w 4126727"/>
                    <a:gd name="connsiteY3" fmla="*/ 326004 h 1836752"/>
                    <a:gd name="connsiteX4" fmla="*/ 0 w 4126727"/>
                    <a:gd name="connsiteY4" fmla="*/ 477079 h 1836752"/>
                    <a:gd name="connsiteX5" fmla="*/ 1574358 w 4126727"/>
                    <a:gd name="connsiteY5" fmla="*/ 898498 h 1836752"/>
                    <a:gd name="connsiteX6" fmla="*/ 2576223 w 4126727"/>
                    <a:gd name="connsiteY6" fmla="*/ 1280160 h 1836752"/>
                    <a:gd name="connsiteX7" fmla="*/ 3267986 w 4126727"/>
                    <a:gd name="connsiteY7" fmla="*/ 1836752 h 1836752"/>
                    <a:gd name="connsiteX8" fmla="*/ 4126727 w 4126727"/>
                    <a:gd name="connsiteY8" fmla="*/ 866693 h 1836752"/>
                    <a:gd name="connsiteX0" fmla="*/ 4126727 w 4126727"/>
                    <a:gd name="connsiteY0" fmla="*/ 884466 h 1854525"/>
                    <a:gd name="connsiteX1" fmla="*/ 2782957 w 4126727"/>
                    <a:gd name="connsiteY1" fmla="*/ 17773 h 1854525"/>
                    <a:gd name="connsiteX2" fmla="*/ 2703444 w 4126727"/>
                    <a:gd name="connsiteY2" fmla="*/ 25725 h 1854525"/>
                    <a:gd name="connsiteX3" fmla="*/ 1375576 w 4126727"/>
                    <a:gd name="connsiteY3" fmla="*/ 343777 h 1854525"/>
                    <a:gd name="connsiteX4" fmla="*/ 0 w 4126727"/>
                    <a:gd name="connsiteY4" fmla="*/ 494852 h 1854525"/>
                    <a:gd name="connsiteX5" fmla="*/ 1574358 w 4126727"/>
                    <a:gd name="connsiteY5" fmla="*/ 916271 h 1854525"/>
                    <a:gd name="connsiteX6" fmla="*/ 2576223 w 4126727"/>
                    <a:gd name="connsiteY6" fmla="*/ 1297933 h 1854525"/>
                    <a:gd name="connsiteX7" fmla="*/ 3267986 w 4126727"/>
                    <a:gd name="connsiteY7" fmla="*/ 1854525 h 1854525"/>
                    <a:gd name="connsiteX8" fmla="*/ 4126727 w 4126727"/>
                    <a:gd name="connsiteY8" fmla="*/ 884466 h 1854525"/>
                    <a:gd name="connsiteX0" fmla="*/ 1375576 w 4126727"/>
                    <a:gd name="connsiteY0" fmla="*/ 331865 h 1842613"/>
                    <a:gd name="connsiteX1" fmla="*/ 0 w 4126727"/>
                    <a:gd name="connsiteY1" fmla="*/ 482940 h 1842613"/>
                    <a:gd name="connsiteX2" fmla="*/ 1574358 w 4126727"/>
                    <a:gd name="connsiteY2" fmla="*/ 904359 h 1842613"/>
                    <a:gd name="connsiteX3" fmla="*/ 2576223 w 4126727"/>
                    <a:gd name="connsiteY3" fmla="*/ 1286021 h 1842613"/>
                    <a:gd name="connsiteX4" fmla="*/ 3267986 w 4126727"/>
                    <a:gd name="connsiteY4" fmla="*/ 1842613 h 1842613"/>
                    <a:gd name="connsiteX5" fmla="*/ 4126727 w 4126727"/>
                    <a:gd name="connsiteY5" fmla="*/ 872554 h 1842613"/>
                    <a:gd name="connsiteX6" fmla="*/ 2782957 w 4126727"/>
                    <a:gd name="connsiteY6" fmla="*/ 5861 h 1842613"/>
                    <a:gd name="connsiteX7" fmla="*/ 2794884 w 4126727"/>
                    <a:gd name="connsiteY7" fmla="*/ 105253 h 1842613"/>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90578 h 1901326"/>
                    <a:gd name="connsiteX1" fmla="*/ 0 w 4063117"/>
                    <a:gd name="connsiteY1" fmla="*/ 541653 h 1901326"/>
                    <a:gd name="connsiteX2" fmla="*/ 1574358 w 4063117"/>
                    <a:gd name="connsiteY2" fmla="*/ 963072 h 1901326"/>
                    <a:gd name="connsiteX3" fmla="*/ 2576223 w 4063117"/>
                    <a:gd name="connsiteY3" fmla="*/ 1344734 h 1901326"/>
                    <a:gd name="connsiteX4" fmla="*/ 3267986 w 4063117"/>
                    <a:gd name="connsiteY4" fmla="*/ 1901326 h 1901326"/>
                    <a:gd name="connsiteX5" fmla="*/ 4063117 w 4063117"/>
                    <a:gd name="connsiteY5" fmla="*/ 994878 h 1901326"/>
                    <a:gd name="connsiteX6" fmla="*/ 2782957 w 4063117"/>
                    <a:gd name="connsiteY6" fmla="*/ 64574 h 1901326"/>
                    <a:gd name="connsiteX7" fmla="*/ 2178658 w 4063117"/>
                    <a:gd name="connsiteY7" fmla="*/ 96380 h 1901326"/>
                    <a:gd name="connsiteX8" fmla="*/ 1375576 w 4063117"/>
                    <a:gd name="connsiteY8" fmla="*/ 390578 h 1901326"/>
                    <a:gd name="connsiteX0" fmla="*/ 1375576 w 4063117"/>
                    <a:gd name="connsiteY0" fmla="*/ 383650 h 1894398"/>
                    <a:gd name="connsiteX1" fmla="*/ 0 w 4063117"/>
                    <a:gd name="connsiteY1" fmla="*/ 534725 h 1894398"/>
                    <a:gd name="connsiteX2" fmla="*/ 1574358 w 4063117"/>
                    <a:gd name="connsiteY2" fmla="*/ 956144 h 1894398"/>
                    <a:gd name="connsiteX3" fmla="*/ 2576223 w 4063117"/>
                    <a:gd name="connsiteY3" fmla="*/ 1337806 h 1894398"/>
                    <a:gd name="connsiteX4" fmla="*/ 3267986 w 4063117"/>
                    <a:gd name="connsiteY4" fmla="*/ 1894398 h 1894398"/>
                    <a:gd name="connsiteX5" fmla="*/ 4063117 w 4063117"/>
                    <a:gd name="connsiteY5" fmla="*/ 987950 h 1894398"/>
                    <a:gd name="connsiteX6" fmla="*/ 2782957 w 4063117"/>
                    <a:gd name="connsiteY6" fmla="*/ 57646 h 1894398"/>
                    <a:gd name="connsiteX7" fmla="*/ 2178658 w 4063117"/>
                    <a:gd name="connsiteY7" fmla="*/ 89452 h 1894398"/>
                    <a:gd name="connsiteX8" fmla="*/ 1375576 w 4063117"/>
                    <a:gd name="connsiteY8" fmla="*/ 383650 h 1894398"/>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625109 w 4112003"/>
                    <a:gd name="connsiteY3" fmla="*/ 1280160 h 1836752"/>
                    <a:gd name="connsiteX4" fmla="*/ 3316872 w 4112003"/>
                    <a:gd name="connsiteY4" fmla="*/ 1836752 h 1836752"/>
                    <a:gd name="connsiteX5" fmla="*/ 4112003 w 4112003"/>
                    <a:gd name="connsiteY5" fmla="*/ 930304 h 1836752"/>
                    <a:gd name="connsiteX6" fmla="*/ 2831843 w 4112003"/>
                    <a:gd name="connsiteY6" fmla="*/ 0 h 1836752"/>
                    <a:gd name="connsiteX7" fmla="*/ 2227544 w 4112003"/>
                    <a:gd name="connsiteY7" fmla="*/ 31806 h 1836752"/>
                    <a:gd name="connsiteX8" fmla="*/ 1424462 w 4112003"/>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132129 w 4112003"/>
                    <a:gd name="connsiteY3" fmla="*/ 993914 h 1836752"/>
                    <a:gd name="connsiteX4" fmla="*/ 2625109 w 4112003"/>
                    <a:gd name="connsiteY4" fmla="*/ 1280160 h 1836752"/>
                    <a:gd name="connsiteX5" fmla="*/ 3316872 w 4112003"/>
                    <a:gd name="connsiteY5" fmla="*/ 1836752 h 1836752"/>
                    <a:gd name="connsiteX6" fmla="*/ 4112003 w 4112003"/>
                    <a:gd name="connsiteY6" fmla="*/ 930304 h 1836752"/>
                    <a:gd name="connsiteX7" fmla="*/ 2831843 w 4112003"/>
                    <a:gd name="connsiteY7" fmla="*/ 0 h 1836752"/>
                    <a:gd name="connsiteX8" fmla="*/ 2227544 w 4112003"/>
                    <a:gd name="connsiteY8" fmla="*/ 31806 h 1836752"/>
                    <a:gd name="connsiteX9" fmla="*/ 1424462 w 4112003"/>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38408 h 1849156"/>
                    <a:gd name="connsiteX1" fmla="*/ 59649 w 4122766"/>
                    <a:gd name="connsiteY1" fmla="*/ 489483 h 1849156"/>
                    <a:gd name="connsiteX2" fmla="*/ 1634007 w 4122766"/>
                    <a:gd name="connsiteY2" fmla="*/ 910902 h 1849156"/>
                    <a:gd name="connsiteX3" fmla="*/ 2142892 w 4122766"/>
                    <a:gd name="connsiteY3" fmla="*/ 1006318 h 1849156"/>
                    <a:gd name="connsiteX4" fmla="*/ 2635872 w 4122766"/>
                    <a:gd name="connsiteY4" fmla="*/ 1292564 h 1849156"/>
                    <a:gd name="connsiteX5" fmla="*/ 3327635 w 4122766"/>
                    <a:gd name="connsiteY5" fmla="*/ 1849156 h 1849156"/>
                    <a:gd name="connsiteX6" fmla="*/ 4122766 w 4122766"/>
                    <a:gd name="connsiteY6" fmla="*/ 942708 h 1849156"/>
                    <a:gd name="connsiteX7" fmla="*/ 2842606 w 4122766"/>
                    <a:gd name="connsiteY7" fmla="*/ 12404 h 1849156"/>
                    <a:gd name="connsiteX8" fmla="*/ 2238307 w 4122766"/>
                    <a:gd name="connsiteY8" fmla="*/ 44210 h 1849156"/>
                    <a:gd name="connsiteX9" fmla="*/ 1435225 w 4122766"/>
                    <a:gd name="connsiteY9" fmla="*/ 338408 h 1849156"/>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39809 h 1850557"/>
                    <a:gd name="connsiteX1" fmla="*/ 59649 w 4122766"/>
                    <a:gd name="connsiteY1" fmla="*/ 490884 h 1850557"/>
                    <a:gd name="connsiteX2" fmla="*/ 1634007 w 4122766"/>
                    <a:gd name="connsiteY2" fmla="*/ 912303 h 1850557"/>
                    <a:gd name="connsiteX3" fmla="*/ 2142892 w 4122766"/>
                    <a:gd name="connsiteY3" fmla="*/ 1007719 h 1850557"/>
                    <a:gd name="connsiteX4" fmla="*/ 2635872 w 4122766"/>
                    <a:gd name="connsiteY4" fmla="*/ 1293965 h 1850557"/>
                    <a:gd name="connsiteX5" fmla="*/ 3327635 w 4122766"/>
                    <a:gd name="connsiteY5" fmla="*/ 1850557 h 1850557"/>
                    <a:gd name="connsiteX6" fmla="*/ 4122766 w 4122766"/>
                    <a:gd name="connsiteY6" fmla="*/ 944109 h 1850557"/>
                    <a:gd name="connsiteX7" fmla="*/ 2842606 w 4122766"/>
                    <a:gd name="connsiteY7" fmla="*/ 13805 h 1850557"/>
                    <a:gd name="connsiteX8" fmla="*/ 2166745 w 4122766"/>
                    <a:gd name="connsiteY8" fmla="*/ 93319 h 1850557"/>
                    <a:gd name="connsiteX9" fmla="*/ 1435225 w 4122766"/>
                    <a:gd name="connsiteY9" fmla="*/ 339809 h 1850557"/>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76690 h 1887438"/>
                    <a:gd name="connsiteX1" fmla="*/ 59649 w 4122766"/>
                    <a:gd name="connsiteY1" fmla="*/ 527765 h 1887438"/>
                    <a:gd name="connsiteX2" fmla="*/ 1634007 w 4122766"/>
                    <a:gd name="connsiteY2" fmla="*/ 949184 h 1887438"/>
                    <a:gd name="connsiteX3" fmla="*/ 2142892 w 4122766"/>
                    <a:gd name="connsiteY3" fmla="*/ 1044600 h 1887438"/>
                    <a:gd name="connsiteX4" fmla="*/ 2635872 w 4122766"/>
                    <a:gd name="connsiteY4" fmla="*/ 1330846 h 1887438"/>
                    <a:gd name="connsiteX5" fmla="*/ 3327635 w 4122766"/>
                    <a:gd name="connsiteY5" fmla="*/ 1887438 h 1887438"/>
                    <a:gd name="connsiteX6" fmla="*/ 4122766 w 4122766"/>
                    <a:gd name="connsiteY6" fmla="*/ 980990 h 1887438"/>
                    <a:gd name="connsiteX7" fmla="*/ 2842606 w 4122766"/>
                    <a:gd name="connsiteY7" fmla="*/ 18881 h 1887438"/>
                    <a:gd name="connsiteX8" fmla="*/ 2166745 w 4122766"/>
                    <a:gd name="connsiteY8" fmla="*/ 130200 h 1887438"/>
                    <a:gd name="connsiteX9" fmla="*/ 1435225 w 4122766"/>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548408 w 4067107"/>
                    <a:gd name="connsiteY4" fmla="*/ 1275187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089096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747240"/>
                    <a:gd name="connsiteX1" fmla="*/ 59649 w 4067107"/>
                    <a:gd name="connsiteY1" fmla="*/ 527765 h 1747240"/>
                    <a:gd name="connsiteX2" fmla="*/ 1634007 w 4067107"/>
                    <a:gd name="connsiteY2" fmla="*/ 949184 h 1747240"/>
                    <a:gd name="connsiteX3" fmla="*/ 2142892 w 4067107"/>
                    <a:gd name="connsiteY3" fmla="*/ 1044600 h 1747240"/>
                    <a:gd name="connsiteX4" fmla="*/ 2476846 w 4067107"/>
                    <a:gd name="connsiteY4" fmla="*/ 1378554 h 1747240"/>
                    <a:gd name="connsiteX5" fmla="*/ 3004138 w 4067107"/>
                    <a:gd name="connsiteY5" fmla="*/ 1747240 h 1747240"/>
                    <a:gd name="connsiteX6" fmla="*/ 4067107 w 4067107"/>
                    <a:gd name="connsiteY6" fmla="*/ 1036649 h 1747240"/>
                    <a:gd name="connsiteX7" fmla="*/ 2842606 w 4067107"/>
                    <a:gd name="connsiteY7" fmla="*/ 18881 h 1747240"/>
                    <a:gd name="connsiteX8" fmla="*/ 2166745 w 4067107"/>
                    <a:gd name="connsiteY8" fmla="*/ 130200 h 1747240"/>
                    <a:gd name="connsiteX9" fmla="*/ 1435225 w 4067107"/>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3004138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2806187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7153" h="1747240">
                      <a:moveTo>
                        <a:pt x="1435225" y="376690"/>
                      </a:moveTo>
                      <a:cubicBezTo>
                        <a:pt x="921041" y="355486"/>
                        <a:pt x="168317" y="374040"/>
                        <a:pt x="59649" y="527765"/>
                      </a:cubicBezTo>
                      <a:cubicBezTo>
                        <a:pt x="-282257" y="890874"/>
                        <a:pt x="926341" y="920030"/>
                        <a:pt x="1634007" y="949184"/>
                      </a:cubicBezTo>
                      <a:cubicBezTo>
                        <a:pt x="1755927" y="988940"/>
                        <a:pt x="2020972" y="1004844"/>
                        <a:pt x="2142892" y="1044600"/>
                      </a:cubicBezTo>
                      <a:lnTo>
                        <a:pt x="2476846" y="1378554"/>
                      </a:lnTo>
                      <a:lnTo>
                        <a:pt x="2806187" y="1747240"/>
                      </a:lnTo>
                      <a:lnTo>
                        <a:pt x="3887153" y="784714"/>
                      </a:lnTo>
                      <a:cubicBezTo>
                        <a:pt x="3502840" y="495816"/>
                        <a:pt x="3512746" y="372650"/>
                        <a:pt x="2842606" y="18881"/>
                      </a:cubicBezTo>
                      <a:cubicBezTo>
                        <a:pt x="2541783" y="-38103"/>
                        <a:pt x="2417210" y="44060"/>
                        <a:pt x="2166745" y="130200"/>
                      </a:cubicBezTo>
                      <a:cubicBezTo>
                        <a:pt x="1932182" y="184534"/>
                        <a:pt x="1811587" y="315730"/>
                        <a:pt x="1435225" y="376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Freeform 19">
                  <a:extLst>
                    <a:ext uri="{FF2B5EF4-FFF2-40B4-BE49-F238E27FC236}">
                      <a16:creationId xmlns:a16="http://schemas.microsoft.com/office/drawing/2014/main" id="{72DDB3FE-3330-0DA7-9777-E6A9F590248F}"/>
                    </a:ext>
                  </a:extLst>
                </p:cNvPr>
                <p:cNvSpPr/>
                <p:nvPr/>
              </p:nvSpPr>
              <p:spPr>
                <a:xfrm flipH="1">
                  <a:off x="2156087" y="2217893"/>
                  <a:ext cx="1545584" cy="794676"/>
                </a:xfrm>
                <a:custGeom>
                  <a:avLst/>
                  <a:gdLst>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35267 h 1979038"/>
                    <a:gd name="connsiteX1" fmla="*/ 659958 w 3347499"/>
                    <a:gd name="connsiteY1" fmla="*/ 78676 h 1979038"/>
                    <a:gd name="connsiteX2" fmla="*/ 373711 w 3347499"/>
                    <a:gd name="connsiteY2" fmla="*/ 23017 h 1979038"/>
                    <a:gd name="connsiteX3" fmla="*/ 95416 w 3347499"/>
                    <a:gd name="connsiteY3" fmla="*/ 38919 h 1979038"/>
                    <a:gd name="connsiteX4" fmla="*/ 111318 w 3347499"/>
                    <a:gd name="connsiteY4" fmla="*/ 134335 h 1979038"/>
                    <a:gd name="connsiteX5" fmla="*/ 0 w 3347499"/>
                    <a:gd name="connsiteY5" fmla="*/ 197946 h 1979038"/>
                    <a:gd name="connsiteX6" fmla="*/ 779228 w 3347499"/>
                    <a:gd name="connsiteY6" fmla="*/ 1247518 h 1979038"/>
                    <a:gd name="connsiteX7" fmla="*/ 1900362 w 3347499"/>
                    <a:gd name="connsiteY7" fmla="*/ 1979038 h 1979038"/>
                    <a:gd name="connsiteX8" fmla="*/ 3347499 w 3347499"/>
                    <a:gd name="connsiteY8" fmla="*/ 1637132 h 1979038"/>
                    <a:gd name="connsiteX9" fmla="*/ 1304013 w 3347499"/>
                    <a:gd name="connsiteY9" fmla="*/ 635267 h 1979038"/>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11318 w 3347499"/>
                    <a:gd name="connsiteY4" fmla="*/ 153906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811033 w 3347499"/>
                    <a:gd name="connsiteY6" fmla="*/ 1243235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863437"/>
                    <a:gd name="connsiteX1" fmla="*/ 659958 w 3347499"/>
                    <a:gd name="connsiteY1" fmla="*/ 98247 h 1863437"/>
                    <a:gd name="connsiteX2" fmla="*/ 373711 w 3347499"/>
                    <a:gd name="connsiteY2" fmla="*/ 42588 h 1863437"/>
                    <a:gd name="connsiteX3" fmla="*/ 95416 w 3347499"/>
                    <a:gd name="connsiteY3" fmla="*/ 58490 h 1863437"/>
                    <a:gd name="connsiteX4" fmla="*/ 174928 w 3347499"/>
                    <a:gd name="connsiteY4" fmla="*/ 177759 h 1863437"/>
                    <a:gd name="connsiteX5" fmla="*/ 0 w 3347499"/>
                    <a:gd name="connsiteY5" fmla="*/ 217517 h 1863437"/>
                    <a:gd name="connsiteX6" fmla="*/ 811033 w 3347499"/>
                    <a:gd name="connsiteY6" fmla="*/ 1243235 h 1863437"/>
                    <a:gd name="connsiteX7" fmla="*/ 1924216 w 3347499"/>
                    <a:gd name="connsiteY7" fmla="*/ 1863437 h 1863437"/>
                    <a:gd name="connsiteX8" fmla="*/ 3347499 w 3347499"/>
                    <a:gd name="connsiteY8" fmla="*/ 1656703 h 1863437"/>
                    <a:gd name="connsiteX9" fmla="*/ 1304013 w 3347499"/>
                    <a:gd name="connsiteY9" fmla="*/ 654838 h 1863437"/>
                    <a:gd name="connsiteX0" fmla="*/ 1304013 w 3347499"/>
                    <a:gd name="connsiteY0" fmla="*/ 654838 h 1982707"/>
                    <a:gd name="connsiteX1" fmla="*/ 659958 w 3347499"/>
                    <a:gd name="connsiteY1" fmla="*/ 98247 h 1982707"/>
                    <a:gd name="connsiteX2" fmla="*/ 373711 w 3347499"/>
                    <a:gd name="connsiteY2" fmla="*/ 42588 h 1982707"/>
                    <a:gd name="connsiteX3" fmla="*/ 95416 w 3347499"/>
                    <a:gd name="connsiteY3" fmla="*/ 58490 h 1982707"/>
                    <a:gd name="connsiteX4" fmla="*/ 174928 w 3347499"/>
                    <a:gd name="connsiteY4" fmla="*/ 177759 h 1982707"/>
                    <a:gd name="connsiteX5" fmla="*/ 0 w 3347499"/>
                    <a:gd name="connsiteY5" fmla="*/ 217517 h 1982707"/>
                    <a:gd name="connsiteX6" fmla="*/ 811033 w 3347499"/>
                    <a:gd name="connsiteY6" fmla="*/ 1243235 h 1982707"/>
                    <a:gd name="connsiteX7" fmla="*/ 2146852 w 3347499"/>
                    <a:gd name="connsiteY7" fmla="*/ 1982707 h 1982707"/>
                    <a:gd name="connsiteX8" fmla="*/ 3347499 w 3347499"/>
                    <a:gd name="connsiteY8" fmla="*/ 1656703 h 1982707"/>
                    <a:gd name="connsiteX9" fmla="*/ 1304013 w 3347499"/>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1304013 w 3387256"/>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304013 w 3387256"/>
                    <a:gd name="connsiteY10" fmla="*/ 654838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72207 w 3753016"/>
                    <a:gd name="connsiteY11" fmla="*/ 630984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5192 h 1985110"/>
                    <a:gd name="connsiteX1" fmla="*/ 699714 w 3753016"/>
                    <a:gd name="connsiteY1" fmla="*/ 92698 h 1985110"/>
                    <a:gd name="connsiteX2" fmla="*/ 397565 w 3753016"/>
                    <a:gd name="connsiteY2" fmla="*/ 37040 h 1985110"/>
                    <a:gd name="connsiteX3" fmla="*/ 95416 w 3753016"/>
                    <a:gd name="connsiteY3" fmla="*/ 60893 h 1985110"/>
                    <a:gd name="connsiteX4" fmla="*/ 119269 w 3753016"/>
                    <a:gd name="connsiteY4" fmla="*/ 172211 h 1985110"/>
                    <a:gd name="connsiteX5" fmla="*/ 0 w 3753016"/>
                    <a:gd name="connsiteY5" fmla="*/ 219920 h 1985110"/>
                    <a:gd name="connsiteX6" fmla="*/ 811033 w 3753016"/>
                    <a:gd name="connsiteY6" fmla="*/ 1245638 h 1985110"/>
                    <a:gd name="connsiteX7" fmla="*/ 2146852 w 3753016"/>
                    <a:gd name="connsiteY7" fmla="*/ 1985110 h 1985110"/>
                    <a:gd name="connsiteX8" fmla="*/ 3753016 w 3753016"/>
                    <a:gd name="connsiteY8" fmla="*/ 1500080 h 1985110"/>
                    <a:gd name="connsiteX9" fmla="*/ 2409244 w 3753016"/>
                    <a:gd name="connsiteY9" fmla="*/ 1293347 h 1985110"/>
                    <a:gd name="connsiteX10" fmla="*/ 755373 w 3753016"/>
                    <a:gd name="connsiteY10" fmla="*/ 871927 h 1985110"/>
                    <a:gd name="connsiteX11" fmla="*/ 1311965 w 3753016"/>
                    <a:gd name="connsiteY11" fmla="*/ 665192 h 1985110"/>
                    <a:gd name="connsiteX0" fmla="*/ 1311965 w 3753016"/>
                    <a:gd name="connsiteY0" fmla="*/ 670630 h 1990548"/>
                    <a:gd name="connsiteX1" fmla="*/ 699714 w 3753016"/>
                    <a:gd name="connsiteY1" fmla="*/ 98136 h 1990548"/>
                    <a:gd name="connsiteX2" fmla="*/ 453224 w 3753016"/>
                    <a:gd name="connsiteY2" fmla="*/ 26576 h 1990548"/>
                    <a:gd name="connsiteX3" fmla="*/ 95416 w 3753016"/>
                    <a:gd name="connsiteY3" fmla="*/ 66331 h 1990548"/>
                    <a:gd name="connsiteX4" fmla="*/ 119269 w 3753016"/>
                    <a:gd name="connsiteY4" fmla="*/ 177649 h 1990548"/>
                    <a:gd name="connsiteX5" fmla="*/ 0 w 3753016"/>
                    <a:gd name="connsiteY5" fmla="*/ 225358 h 1990548"/>
                    <a:gd name="connsiteX6" fmla="*/ 811033 w 3753016"/>
                    <a:gd name="connsiteY6" fmla="*/ 1251076 h 1990548"/>
                    <a:gd name="connsiteX7" fmla="*/ 2146852 w 3753016"/>
                    <a:gd name="connsiteY7" fmla="*/ 1990548 h 1990548"/>
                    <a:gd name="connsiteX8" fmla="*/ 3753016 w 3753016"/>
                    <a:gd name="connsiteY8" fmla="*/ 1505518 h 1990548"/>
                    <a:gd name="connsiteX9" fmla="*/ 2409244 w 3753016"/>
                    <a:gd name="connsiteY9" fmla="*/ 1298785 h 1990548"/>
                    <a:gd name="connsiteX10" fmla="*/ 755373 w 3753016"/>
                    <a:gd name="connsiteY10" fmla="*/ 877365 h 1990548"/>
                    <a:gd name="connsiteX11" fmla="*/ 1311965 w 3753016"/>
                    <a:gd name="connsiteY11" fmla="*/ 670630 h 1990548"/>
                    <a:gd name="connsiteX0" fmla="*/ 1311965 w 3753016"/>
                    <a:gd name="connsiteY0" fmla="*/ 671729 h 1991647"/>
                    <a:gd name="connsiteX1" fmla="*/ 699714 w 3753016"/>
                    <a:gd name="connsiteY1" fmla="*/ 99235 h 1991647"/>
                    <a:gd name="connsiteX2" fmla="*/ 453224 w 3753016"/>
                    <a:gd name="connsiteY2" fmla="*/ 27675 h 1991647"/>
                    <a:gd name="connsiteX3" fmla="*/ 95416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37304 w 3778355"/>
                    <a:gd name="connsiteY0" fmla="*/ 671729 h 1991647"/>
                    <a:gd name="connsiteX1" fmla="*/ 725053 w 3778355"/>
                    <a:gd name="connsiteY1" fmla="*/ 99235 h 1991647"/>
                    <a:gd name="connsiteX2" fmla="*/ 478563 w 3778355"/>
                    <a:gd name="connsiteY2" fmla="*/ 27675 h 1991647"/>
                    <a:gd name="connsiteX3" fmla="*/ 152560 w 3778355"/>
                    <a:gd name="connsiteY3" fmla="*/ 67430 h 1991647"/>
                    <a:gd name="connsiteX4" fmla="*/ 232072 w 3778355"/>
                    <a:gd name="connsiteY4" fmla="*/ 186702 h 1991647"/>
                    <a:gd name="connsiteX5" fmla="*/ 25339 w 3778355"/>
                    <a:gd name="connsiteY5" fmla="*/ 226457 h 1991647"/>
                    <a:gd name="connsiteX6" fmla="*/ 836372 w 3778355"/>
                    <a:gd name="connsiteY6" fmla="*/ 1252175 h 1991647"/>
                    <a:gd name="connsiteX7" fmla="*/ 2172191 w 3778355"/>
                    <a:gd name="connsiteY7" fmla="*/ 1991647 h 1991647"/>
                    <a:gd name="connsiteX8" fmla="*/ 3778355 w 3778355"/>
                    <a:gd name="connsiteY8" fmla="*/ 1506617 h 1991647"/>
                    <a:gd name="connsiteX9" fmla="*/ 2434583 w 3778355"/>
                    <a:gd name="connsiteY9" fmla="*/ 1299884 h 1991647"/>
                    <a:gd name="connsiteX10" fmla="*/ 780712 w 3778355"/>
                    <a:gd name="connsiteY10" fmla="*/ 878464 h 1991647"/>
                    <a:gd name="connsiteX11" fmla="*/ 1337304 w 3778355"/>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206733 w 3753016"/>
                    <a:gd name="connsiteY4" fmla="*/ 186702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9647"/>
                    <a:gd name="connsiteX1" fmla="*/ 699714 w 3753016"/>
                    <a:gd name="connsiteY1" fmla="*/ 99235 h 1929647"/>
                    <a:gd name="connsiteX2" fmla="*/ 453224 w 3753016"/>
                    <a:gd name="connsiteY2" fmla="*/ 27675 h 1929647"/>
                    <a:gd name="connsiteX3" fmla="*/ 127221 w 3753016"/>
                    <a:gd name="connsiteY3" fmla="*/ 67430 h 1929647"/>
                    <a:gd name="connsiteX4" fmla="*/ 166977 w 3753016"/>
                    <a:gd name="connsiteY4" fmla="*/ 154897 h 1929647"/>
                    <a:gd name="connsiteX5" fmla="*/ 0 w 3753016"/>
                    <a:gd name="connsiteY5" fmla="*/ 226457 h 1929647"/>
                    <a:gd name="connsiteX6" fmla="*/ 818984 w 3753016"/>
                    <a:gd name="connsiteY6" fmla="*/ 1347591 h 1929647"/>
                    <a:gd name="connsiteX7" fmla="*/ 2011680 w 3753016"/>
                    <a:gd name="connsiteY7" fmla="*/ 1928037 h 1929647"/>
                    <a:gd name="connsiteX8" fmla="*/ 3753016 w 3753016"/>
                    <a:gd name="connsiteY8" fmla="*/ 1506617 h 1929647"/>
                    <a:gd name="connsiteX9" fmla="*/ 2409244 w 3753016"/>
                    <a:gd name="connsiteY9" fmla="*/ 1299884 h 1929647"/>
                    <a:gd name="connsiteX10" fmla="*/ 755373 w 3753016"/>
                    <a:gd name="connsiteY10" fmla="*/ 878464 h 1929647"/>
                    <a:gd name="connsiteX11" fmla="*/ 1311965 w 3753016"/>
                    <a:gd name="connsiteY11" fmla="*/ 671729 h 192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53016" h="1929647">
                      <a:moveTo>
                        <a:pt x="1311965" y="671729"/>
                      </a:moveTo>
                      <a:cubicBezTo>
                        <a:pt x="1166191" y="480897"/>
                        <a:pt x="893195" y="-35936"/>
                        <a:pt x="699714" y="99235"/>
                      </a:cubicBezTo>
                      <a:cubicBezTo>
                        <a:pt x="667909" y="136342"/>
                        <a:pt x="636104" y="-73042"/>
                        <a:pt x="453224" y="27675"/>
                      </a:cubicBezTo>
                      <a:cubicBezTo>
                        <a:pt x="360459" y="32976"/>
                        <a:pt x="331304" y="-57141"/>
                        <a:pt x="127221" y="67430"/>
                      </a:cubicBezTo>
                      <a:cubicBezTo>
                        <a:pt x="74212" y="88634"/>
                        <a:pt x="188181" y="128392"/>
                        <a:pt x="166977" y="154897"/>
                      </a:cubicBezTo>
                      <a:cubicBezTo>
                        <a:pt x="145773" y="181402"/>
                        <a:pt x="70236" y="131041"/>
                        <a:pt x="0" y="226457"/>
                      </a:cubicBezTo>
                      <a:cubicBezTo>
                        <a:pt x="272995" y="600168"/>
                        <a:pt x="673210" y="1283981"/>
                        <a:pt x="818984" y="1347591"/>
                      </a:cubicBezTo>
                      <a:cubicBezTo>
                        <a:pt x="1216549" y="1541073"/>
                        <a:pt x="1741336" y="1885630"/>
                        <a:pt x="2011680" y="1928037"/>
                      </a:cubicBezTo>
                      <a:cubicBezTo>
                        <a:pt x="2266121" y="1954542"/>
                        <a:pt x="3172571" y="1647090"/>
                        <a:pt x="3753016" y="1506617"/>
                      </a:cubicBezTo>
                      <a:cubicBezTo>
                        <a:pt x="3697357" y="1407226"/>
                        <a:pt x="3208351" y="1168688"/>
                        <a:pt x="2409244" y="1299884"/>
                      </a:cubicBezTo>
                      <a:cubicBezTo>
                        <a:pt x="489003" y="1295909"/>
                        <a:pt x="734169" y="972555"/>
                        <a:pt x="755373" y="878464"/>
                      </a:cubicBezTo>
                      <a:cubicBezTo>
                        <a:pt x="816333" y="727390"/>
                        <a:pt x="1115833" y="695583"/>
                        <a:pt x="1311965" y="6717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직사각형 6">
                <a:extLst>
                  <a:ext uri="{FF2B5EF4-FFF2-40B4-BE49-F238E27FC236}">
                    <a16:creationId xmlns:a16="http://schemas.microsoft.com/office/drawing/2014/main" id="{C978BBC4-3284-A96A-3F13-8AB96A54AA1F}"/>
                  </a:ext>
                </a:extLst>
              </p:cNvPr>
              <p:cNvSpPr/>
              <p:nvPr/>
            </p:nvSpPr>
            <p:spPr>
              <a:xfrm rot="18740140">
                <a:off x="1894195" y="2506511"/>
                <a:ext cx="285737" cy="709307"/>
              </a:xfrm>
              <a:prstGeom prst="rect">
                <a:avLst/>
              </a:prstGeom>
              <a:grp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pic>
          <p:nvPicPr>
            <p:cNvPr id="29" name="Graphic 28">
              <a:extLst>
                <a:ext uri="{FF2B5EF4-FFF2-40B4-BE49-F238E27FC236}">
                  <a16:creationId xmlns:a16="http://schemas.microsoft.com/office/drawing/2014/main" id="{834FFC5A-1D41-40F1-9319-872114C67F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79462" flipH="1">
              <a:off x="399296" y="2519717"/>
              <a:ext cx="4486275" cy="1971675"/>
            </a:xfrm>
            <a:prstGeom prst="rect">
              <a:avLst/>
            </a:prstGeom>
          </p:spPr>
        </p:pic>
      </p:grpSp>
      <p:sp>
        <p:nvSpPr>
          <p:cNvPr id="30" name="Freeform 8">
            <a:extLst>
              <a:ext uri="{FF2B5EF4-FFF2-40B4-BE49-F238E27FC236}">
                <a16:creationId xmlns:a16="http://schemas.microsoft.com/office/drawing/2014/main" id="{A420AFD0-8F63-1720-E147-EA68F350AF0B}"/>
              </a:ext>
            </a:extLst>
          </p:cNvPr>
          <p:cNvSpPr/>
          <p:nvPr/>
        </p:nvSpPr>
        <p:spPr>
          <a:xfrm>
            <a:off x="2954215" y="2993278"/>
            <a:ext cx="2506193" cy="655673"/>
          </a:xfrm>
          <a:custGeom>
            <a:avLst/>
            <a:gdLst>
              <a:gd name="connsiteX0" fmla="*/ 0 w 2307771"/>
              <a:gd name="connsiteY0" fmla="*/ 653143 h 653143"/>
              <a:gd name="connsiteX1" fmla="*/ 1480457 w 2307771"/>
              <a:gd name="connsiteY1" fmla="*/ 0 h 653143"/>
              <a:gd name="connsiteX2" fmla="*/ 2307771 w 2307771"/>
              <a:gd name="connsiteY2" fmla="*/ 0 h 653143"/>
            </a:gdLst>
            <a:ahLst/>
            <a:cxnLst>
              <a:cxn ang="0">
                <a:pos x="connsiteX0" y="connsiteY0"/>
              </a:cxn>
              <a:cxn ang="0">
                <a:pos x="connsiteX1" y="connsiteY1"/>
              </a:cxn>
              <a:cxn ang="0">
                <a:pos x="connsiteX2" y="connsiteY2"/>
              </a:cxn>
            </a:cxnLst>
            <a:rect l="l" t="t" r="r" b="b"/>
            <a:pathLst>
              <a:path w="2307771" h="653143">
                <a:moveTo>
                  <a:pt x="0" y="653143"/>
                </a:moveTo>
                <a:lnTo>
                  <a:pt x="1480457" y="0"/>
                </a:lnTo>
                <a:lnTo>
                  <a:pt x="2307771" y="0"/>
                </a:lnTo>
              </a:path>
            </a:pathLst>
          </a:custGeom>
          <a:ln w="15875">
            <a:solidFill>
              <a:schemeClr val="tx1">
                <a:lumMod val="50000"/>
                <a:lumOff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32" name="Freeform 12">
            <a:extLst>
              <a:ext uri="{FF2B5EF4-FFF2-40B4-BE49-F238E27FC236}">
                <a16:creationId xmlns:a16="http://schemas.microsoft.com/office/drawing/2014/main" id="{E7D12F3B-D581-E29C-E309-B870A0A31D6B}"/>
              </a:ext>
            </a:extLst>
          </p:cNvPr>
          <p:cNvSpPr/>
          <p:nvPr/>
        </p:nvSpPr>
        <p:spPr>
          <a:xfrm>
            <a:off x="4249154" y="4683722"/>
            <a:ext cx="1253163" cy="858747"/>
          </a:xfrm>
          <a:custGeom>
            <a:avLst/>
            <a:gdLst>
              <a:gd name="connsiteX0" fmla="*/ 0 w 1175657"/>
              <a:gd name="connsiteY0" fmla="*/ 0 h 1110343"/>
              <a:gd name="connsiteX1" fmla="*/ 326572 w 1175657"/>
              <a:gd name="connsiteY1" fmla="*/ 1110343 h 1110343"/>
              <a:gd name="connsiteX2" fmla="*/ 1175657 w 1175657"/>
              <a:gd name="connsiteY2" fmla="*/ 1110343 h 1110343"/>
            </a:gdLst>
            <a:ahLst/>
            <a:cxnLst>
              <a:cxn ang="0">
                <a:pos x="connsiteX0" y="connsiteY0"/>
              </a:cxn>
              <a:cxn ang="0">
                <a:pos x="connsiteX1" y="connsiteY1"/>
              </a:cxn>
              <a:cxn ang="0">
                <a:pos x="connsiteX2" y="connsiteY2"/>
              </a:cxn>
            </a:cxnLst>
            <a:rect l="l" t="t" r="r" b="b"/>
            <a:pathLst>
              <a:path w="1175657" h="1110343">
                <a:moveTo>
                  <a:pt x="0" y="0"/>
                </a:moveTo>
                <a:lnTo>
                  <a:pt x="326572" y="1110343"/>
                </a:lnTo>
                <a:lnTo>
                  <a:pt x="1175657" y="1110343"/>
                </a:lnTo>
              </a:path>
            </a:pathLst>
          </a:custGeom>
          <a:ln w="15875">
            <a:solidFill>
              <a:schemeClr val="tx1">
                <a:lumMod val="50000"/>
                <a:lumOff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11" name="TextBox 10">
            <a:extLst>
              <a:ext uri="{FF2B5EF4-FFF2-40B4-BE49-F238E27FC236}">
                <a16:creationId xmlns:a16="http://schemas.microsoft.com/office/drawing/2014/main" id="{4A963184-6D9B-DB6B-30BC-31FCC4B90D5F}"/>
              </a:ext>
            </a:extLst>
          </p:cNvPr>
          <p:cNvSpPr txBox="1"/>
          <p:nvPr/>
        </p:nvSpPr>
        <p:spPr>
          <a:xfrm>
            <a:off x="5947699" y="3994513"/>
            <a:ext cx="6244242" cy="461665"/>
          </a:xfrm>
          <a:prstGeom prst="rect">
            <a:avLst/>
          </a:prstGeom>
          <a:noFill/>
        </p:spPr>
        <p:txBody>
          <a:bodyPr wrap="square" rtlCol="0">
            <a:spAutoFit/>
          </a:bodyPr>
          <a:lstStyle/>
          <a:p>
            <a:r>
              <a:rPr lang="fr-FR" sz="2400" dirty="0">
                <a:latin typeface="Times New Roman" panose="02020603050405020304" pitchFamily="18" charset="0"/>
                <a:cs typeface="Times New Roman" panose="02020603050405020304" pitchFamily="18" charset="0"/>
              </a:rPr>
              <a:t> Standardisation de l’application </a:t>
            </a:r>
          </a:p>
        </p:txBody>
      </p:sp>
      <p:grpSp>
        <p:nvGrpSpPr>
          <p:cNvPr id="12" name="Group 11">
            <a:extLst>
              <a:ext uri="{FF2B5EF4-FFF2-40B4-BE49-F238E27FC236}">
                <a16:creationId xmlns:a16="http://schemas.microsoft.com/office/drawing/2014/main" id="{5FBB06EE-6F42-0DEF-29C2-55ED4EC7094C}"/>
              </a:ext>
            </a:extLst>
          </p:cNvPr>
          <p:cNvGrpSpPr/>
          <p:nvPr/>
        </p:nvGrpSpPr>
        <p:grpSpPr>
          <a:xfrm>
            <a:off x="11724572" y="6292069"/>
            <a:ext cx="539659" cy="576000"/>
            <a:chOff x="11602707" y="6123456"/>
            <a:chExt cx="680441" cy="734544"/>
          </a:xfrm>
          <a:solidFill>
            <a:srgbClr val="003076"/>
          </a:solidFill>
        </p:grpSpPr>
        <p:sp>
          <p:nvSpPr>
            <p:cNvPr id="13" name="Freeform: Shape 12">
              <a:extLst>
                <a:ext uri="{FF2B5EF4-FFF2-40B4-BE49-F238E27FC236}">
                  <a16:creationId xmlns:a16="http://schemas.microsoft.com/office/drawing/2014/main" id="{60AF52A3-F3F0-DF93-EFCB-69FD996BBE3E}"/>
                </a:ext>
              </a:extLst>
            </p:cNvPr>
            <p:cNvSpPr/>
            <p:nvPr/>
          </p:nvSpPr>
          <p:spPr>
            <a:xfrm>
              <a:off x="11602707" y="6123456"/>
              <a:ext cx="589293" cy="734544"/>
            </a:xfrm>
            <a:custGeom>
              <a:avLst/>
              <a:gdLst>
                <a:gd name="connsiteX0" fmla="*/ 432864 w 589293"/>
                <a:gd name="connsiteY0" fmla="*/ 0 h 734544"/>
                <a:gd name="connsiteX1" fmla="*/ 487220 w 589293"/>
                <a:gd name="connsiteY1" fmla="*/ 90734 h 734544"/>
                <a:gd name="connsiteX2" fmla="*/ 570265 w 589293"/>
                <a:gd name="connsiteY2" fmla="*/ 79308 h 734544"/>
                <a:gd name="connsiteX3" fmla="*/ 589293 w 589293"/>
                <a:gd name="connsiteY3" fmla="*/ 12535 h 734544"/>
                <a:gd name="connsiteX4" fmla="*/ 589293 w 589293"/>
                <a:gd name="connsiteY4" fmla="*/ 175117 h 734544"/>
                <a:gd name="connsiteX5" fmla="*/ 545774 w 589293"/>
                <a:gd name="connsiteY5" fmla="*/ 176090 h 734544"/>
                <a:gd name="connsiteX6" fmla="*/ 199204 w 589293"/>
                <a:gd name="connsiteY6" fmla="*/ 539577 h 734544"/>
                <a:gd name="connsiteX7" fmla="*/ 218223 w 589293"/>
                <a:gd name="connsiteY7" fmla="*/ 696572 h 734544"/>
                <a:gd name="connsiteX8" fmla="*/ 235104 w 589293"/>
                <a:gd name="connsiteY8" fmla="*/ 734544 h 734544"/>
                <a:gd name="connsiteX9" fmla="*/ 125136 w 589293"/>
                <a:gd name="connsiteY9" fmla="*/ 734544 h 734544"/>
                <a:gd name="connsiteX10" fmla="*/ 127643 w 589293"/>
                <a:gd name="connsiteY10" fmla="*/ 732651 h 734544"/>
                <a:gd name="connsiteX11" fmla="*/ 108991 w 589293"/>
                <a:gd name="connsiteY11" fmla="*/ 660344 h 734544"/>
                <a:gd name="connsiteX12" fmla="*/ 3982 w 589293"/>
                <a:gd name="connsiteY12" fmla="*/ 642001 h 734544"/>
                <a:gd name="connsiteX13" fmla="*/ 284 w 589293"/>
                <a:gd name="connsiteY13" fmla="*/ 554338 h 734544"/>
                <a:gd name="connsiteX14" fmla="*/ 103577 w 589293"/>
                <a:gd name="connsiteY14" fmla="*/ 530233 h 734544"/>
                <a:gd name="connsiteX15" fmla="*/ 115983 w 589293"/>
                <a:gd name="connsiteY15" fmla="*/ 453944 h 734544"/>
                <a:gd name="connsiteX16" fmla="*/ 27539 w 589293"/>
                <a:gd name="connsiteY16" fmla="*/ 394102 h 734544"/>
                <a:gd name="connsiteX17" fmla="*/ 59533 w 589293"/>
                <a:gd name="connsiteY17" fmla="*/ 313831 h 734544"/>
                <a:gd name="connsiteX18" fmla="*/ 163025 w 589293"/>
                <a:gd name="connsiteY18" fmla="*/ 333902 h 734544"/>
                <a:gd name="connsiteX19" fmla="*/ 207740 w 589293"/>
                <a:gd name="connsiteY19" fmla="*/ 267047 h 734544"/>
                <a:gd name="connsiteX20" fmla="*/ 151038 w 589293"/>
                <a:gd name="connsiteY20" fmla="*/ 176591 h 734544"/>
                <a:gd name="connsiteX21" fmla="*/ 212121 w 589293"/>
                <a:gd name="connsiteY21" fmla="*/ 117459 h 734544"/>
                <a:gd name="connsiteX22" fmla="*/ 298686 w 589293"/>
                <a:gd name="connsiteY22" fmla="*/ 178055 h 734544"/>
                <a:gd name="connsiteX23" fmla="*/ 368664 w 589293"/>
                <a:gd name="connsiteY23" fmla="*/ 133864 h 734544"/>
                <a:gd name="connsiteX24" fmla="*/ 354000 w 589293"/>
                <a:gd name="connsiteY24" fmla="*/ 28306 h 734544"/>
                <a:gd name="connsiteX25" fmla="*/ 432864 w 589293"/>
                <a:gd name="connsiteY25" fmla="*/ 0 h 73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89293" h="734544">
                  <a:moveTo>
                    <a:pt x="432864" y="0"/>
                  </a:moveTo>
                  <a:lnTo>
                    <a:pt x="487220" y="90734"/>
                  </a:lnTo>
                  <a:cubicBezTo>
                    <a:pt x="514326" y="84572"/>
                    <a:pt x="542146" y="80774"/>
                    <a:pt x="570265" y="79308"/>
                  </a:cubicBezTo>
                  <a:lnTo>
                    <a:pt x="589293" y="12535"/>
                  </a:lnTo>
                  <a:lnTo>
                    <a:pt x="589293" y="175117"/>
                  </a:lnTo>
                  <a:lnTo>
                    <a:pt x="545774" y="176090"/>
                  </a:lnTo>
                  <a:cubicBezTo>
                    <a:pt x="362583" y="198896"/>
                    <a:pt x="214224" y="347980"/>
                    <a:pt x="199204" y="539577"/>
                  </a:cubicBezTo>
                  <a:cubicBezTo>
                    <a:pt x="194904" y="594428"/>
                    <a:pt x="201899" y="647520"/>
                    <a:pt x="218223" y="696572"/>
                  </a:cubicBezTo>
                  <a:lnTo>
                    <a:pt x="235104" y="734544"/>
                  </a:lnTo>
                  <a:lnTo>
                    <a:pt x="125136" y="734544"/>
                  </a:lnTo>
                  <a:lnTo>
                    <a:pt x="127643" y="732651"/>
                  </a:lnTo>
                  <a:cubicBezTo>
                    <a:pt x="119810" y="709484"/>
                    <a:pt x="113478" y="685073"/>
                    <a:pt x="108991" y="660344"/>
                  </a:cubicBezTo>
                  <a:lnTo>
                    <a:pt x="3982" y="642001"/>
                  </a:lnTo>
                  <a:cubicBezTo>
                    <a:pt x="710" y="613236"/>
                    <a:pt x="-636" y="583698"/>
                    <a:pt x="284" y="554338"/>
                  </a:cubicBezTo>
                  <a:lnTo>
                    <a:pt x="103577" y="530233"/>
                  </a:lnTo>
                  <a:cubicBezTo>
                    <a:pt x="105620" y="504171"/>
                    <a:pt x="109914" y="478768"/>
                    <a:pt x="115983" y="453944"/>
                  </a:cubicBezTo>
                  <a:lnTo>
                    <a:pt x="27539" y="394102"/>
                  </a:lnTo>
                  <a:cubicBezTo>
                    <a:pt x="36146" y="366268"/>
                    <a:pt x="46948" y="339529"/>
                    <a:pt x="59533" y="313831"/>
                  </a:cubicBezTo>
                  <a:lnTo>
                    <a:pt x="163025" y="333902"/>
                  </a:lnTo>
                  <a:cubicBezTo>
                    <a:pt x="176324" y="310568"/>
                    <a:pt x="190960" y="287800"/>
                    <a:pt x="207740" y="267047"/>
                  </a:cubicBezTo>
                  <a:lnTo>
                    <a:pt x="151038" y="176591"/>
                  </a:lnTo>
                  <a:cubicBezTo>
                    <a:pt x="170121" y="155557"/>
                    <a:pt x="190505" y="135547"/>
                    <a:pt x="212121" y="117459"/>
                  </a:cubicBezTo>
                  <a:lnTo>
                    <a:pt x="298686" y="178055"/>
                  </a:lnTo>
                  <a:cubicBezTo>
                    <a:pt x="320630" y="161377"/>
                    <a:pt x="344260" y="146678"/>
                    <a:pt x="368664" y="133864"/>
                  </a:cubicBezTo>
                  <a:lnTo>
                    <a:pt x="354000" y="28306"/>
                  </a:lnTo>
                  <a:cubicBezTo>
                    <a:pt x="379210" y="16962"/>
                    <a:pt x="405650" y="7539"/>
                    <a:pt x="432864"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14" name="Group 13">
              <a:extLst>
                <a:ext uri="{FF2B5EF4-FFF2-40B4-BE49-F238E27FC236}">
                  <a16:creationId xmlns:a16="http://schemas.microsoft.com/office/drawing/2014/main" id="{CF69F12B-932A-4A48-5519-F3E5F0176252}"/>
                </a:ext>
              </a:extLst>
            </p:cNvPr>
            <p:cNvGrpSpPr/>
            <p:nvPr/>
          </p:nvGrpSpPr>
          <p:grpSpPr>
            <a:xfrm>
              <a:off x="11738453" y="6279077"/>
              <a:ext cx="544695" cy="578923"/>
              <a:chOff x="11738453" y="6279077"/>
              <a:chExt cx="544695" cy="578923"/>
            </a:xfrm>
            <a:grpFill/>
          </p:grpSpPr>
          <p:sp>
            <p:nvSpPr>
              <p:cNvPr id="15" name="Freeform: Shape 14">
                <a:extLst>
                  <a:ext uri="{FF2B5EF4-FFF2-40B4-BE49-F238E27FC236}">
                    <a16:creationId xmlns:a16="http://schemas.microsoft.com/office/drawing/2014/main" id="{73D036A5-196A-4293-7A9F-621EDEB5701E}"/>
                  </a:ext>
                </a:extLst>
              </p:cNvPr>
              <p:cNvSpPr/>
              <p:nvPr/>
            </p:nvSpPr>
            <p:spPr>
              <a:xfrm>
                <a:off x="11746312" y="6279077"/>
                <a:ext cx="445688" cy="578923"/>
              </a:xfrm>
              <a:custGeom>
                <a:avLst/>
                <a:gdLst>
                  <a:gd name="connsiteX0" fmla="*/ 683850 w 683850"/>
                  <a:gd name="connsiteY0" fmla="*/ 0 h 802443"/>
                  <a:gd name="connsiteX1" fmla="*/ 683850 w 683850"/>
                  <a:gd name="connsiteY1" fmla="*/ 802443 h 802443"/>
                  <a:gd name="connsiteX2" fmla="*/ 11778 w 683850"/>
                  <a:gd name="connsiteY2" fmla="*/ 802443 h 802443"/>
                  <a:gd name="connsiteX3" fmla="*/ 0 w 683850"/>
                  <a:gd name="connsiteY3" fmla="*/ 685603 h 802443"/>
                  <a:gd name="connsiteX4" fmla="*/ 547587 w 683850"/>
                  <a:gd name="connsiteY4" fmla="*/ 13736 h 802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50" h="802443">
                    <a:moveTo>
                      <a:pt x="683850" y="0"/>
                    </a:moveTo>
                    <a:lnTo>
                      <a:pt x="683850" y="802443"/>
                    </a:lnTo>
                    <a:lnTo>
                      <a:pt x="11778" y="802443"/>
                    </a:lnTo>
                    <a:lnTo>
                      <a:pt x="0" y="685603"/>
                    </a:lnTo>
                    <a:cubicBezTo>
                      <a:pt x="0" y="354191"/>
                      <a:pt x="235080" y="77685"/>
                      <a:pt x="547587" y="137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6" name="Slide Number Placeholder 1">
                <a:extLst>
                  <a:ext uri="{FF2B5EF4-FFF2-40B4-BE49-F238E27FC236}">
                    <a16:creationId xmlns:a16="http://schemas.microsoft.com/office/drawing/2014/main" id="{241A8B45-E250-CB32-344C-6D71C7BE23BF}"/>
                  </a:ext>
                </a:extLst>
              </p:cNvPr>
              <p:cNvSpPr txBox="1">
                <a:spLocks/>
              </p:cNvSpPr>
              <p:nvPr/>
            </p:nvSpPr>
            <p:spPr>
              <a:xfrm>
                <a:off x="11738453" y="6409786"/>
                <a:ext cx="544695" cy="314325"/>
              </a:xfrm>
              <a:prstGeom prst="rect">
                <a:avLst/>
              </a:prstGeom>
              <a:noFill/>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600" b="1" dirty="0">
                    <a:solidFill>
                      <a:schemeClr val="bg1"/>
                    </a:solidFill>
                    <a:latin typeface="Times New Roman" panose="02020603050405020304" pitchFamily="18" charset="0"/>
                    <a:cs typeface="Times New Roman" panose="02020603050405020304" pitchFamily="18" charset="0"/>
                  </a:rPr>
                  <a:t>36</a:t>
                </a:r>
              </a:p>
            </p:txBody>
          </p:sp>
        </p:grpSp>
      </p:grpSp>
    </p:spTree>
    <p:extLst>
      <p:ext uri="{BB962C8B-B14F-4D97-AF65-F5344CB8AC3E}">
        <p14:creationId xmlns:p14="http://schemas.microsoft.com/office/powerpoint/2010/main" val="295437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down)">
                                      <p:cBhvr>
                                        <p:cTn id="11" dur="500"/>
                                        <p:tgtEl>
                                          <p:spTgt spid="3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p:bldP spid="9" grpId="0"/>
      <p:bldP spid="30" grpId="0" animBg="1"/>
      <p:bldP spid="32" grpId="0" animBg="1"/>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1"/>
          <p:cNvSpPr txBox="1"/>
          <p:nvPr/>
        </p:nvSpPr>
        <p:spPr>
          <a:xfrm>
            <a:off x="2807939" y="2545286"/>
            <a:ext cx="6576121" cy="2215991"/>
          </a:xfrm>
          <a:prstGeom prst="rect">
            <a:avLst/>
          </a:prstGeom>
          <a:noFill/>
        </p:spPr>
        <p:txBody>
          <a:bodyPr wrap="square" lIns="0" tIns="0" rIns="0" bIns="0" rtlCol="0">
            <a:spAutoFit/>
          </a:bodyPr>
          <a:lstStyle/>
          <a:p>
            <a:pPr algn="ctr"/>
            <a:r>
              <a:rPr lang="fr-FR" altLang="fr-FR" sz="4800" b="1" dirty="0">
                <a:solidFill>
                  <a:schemeClr val="tx1">
                    <a:lumMod val="75000"/>
                    <a:lumOff val="25000"/>
                  </a:schemeClr>
                </a:solidFill>
                <a:latin typeface="Signika" panose="02010003020600000004" pitchFamily="50" charset="0"/>
                <a:cs typeface="Clear Sans" panose="020B0503030202020304" pitchFamily="34" charset="0"/>
              </a:rPr>
              <a:t>Merci pour votre   attention   </a:t>
            </a:r>
          </a:p>
          <a:p>
            <a:pPr algn="ctr"/>
            <a:endParaRPr lang="en-GB" sz="4800" b="1" dirty="0">
              <a:solidFill>
                <a:schemeClr val="tx1">
                  <a:lumMod val="75000"/>
                  <a:lumOff val="25000"/>
                </a:schemeClr>
              </a:solidFill>
              <a:latin typeface="Signika" panose="02010003020600000004" pitchFamily="50" charset="0"/>
              <a:cs typeface="Clear Sans" panose="020B0503030202020304" pitchFamily="34" charset="0"/>
            </a:endParaRPr>
          </a:p>
        </p:txBody>
      </p:sp>
      <p:sp>
        <p:nvSpPr>
          <p:cNvPr id="99" name="Freeform 9"/>
          <p:cNvSpPr>
            <a:spLocks/>
          </p:cNvSpPr>
          <p:nvPr/>
        </p:nvSpPr>
        <p:spPr bwMode="auto">
          <a:xfrm>
            <a:off x="10431790" y="3115596"/>
            <a:ext cx="1901825" cy="1362075"/>
          </a:xfrm>
          <a:custGeom>
            <a:avLst/>
            <a:gdLst>
              <a:gd name="T0" fmla="*/ 464 w 504"/>
              <a:gd name="T1" fmla="*/ 178 h 360"/>
              <a:gd name="T2" fmla="*/ 468 w 504"/>
              <a:gd name="T3" fmla="*/ 144 h 360"/>
              <a:gd name="T4" fmla="*/ 324 w 504"/>
              <a:gd name="T5" fmla="*/ 0 h 360"/>
              <a:gd name="T6" fmla="*/ 196 w 504"/>
              <a:gd name="T7" fmla="*/ 79 h 360"/>
              <a:gd name="T8" fmla="*/ 162 w 504"/>
              <a:gd name="T9" fmla="*/ 72 h 360"/>
              <a:gd name="T10" fmla="*/ 72 w 504"/>
              <a:gd name="T11" fmla="*/ 159 h 360"/>
              <a:gd name="T12" fmla="*/ 0 w 504"/>
              <a:gd name="T13" fmla="*/ 252 h 360"/>
              <a:gd name="T14" fmla="*/ 144 w 504"/>
              <a:gd name="T15" fmla="*/ 360 h 360"/>
              <a:gd name="T16" fmla="*/ 360 w 504"/>
              <a:gd name="T17" fmla="*/ 360 h 360"/>
              <a:gd name="T18" fmla="*/ 504 w 504"/>
              <a:gd name="T19" fmla="*/ 252 h 360"/>
              <a:gd name="T20" fmla="*/ 464 w 504"/>
              <a:gd name="T21" fmla="*/ 178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4" h="360">
                <a:moveTo>
                  <a:pt x="464" y="178"/>
                </a:moveTo>
                <a:cubicBezTo>
                  <a:pt x="466" y="167"/>
                  <a:pt x="468" y="156"/>
                  <a:pt x="468" y="144"/>
                </a:cubicBezTo>
                <a:cubicBezTo>
                  <a:pt x="468" y="64"/>
                  <a:pt x="404" y="0"/>
                  <a:pt x="324" y="0"/>
                </a:cubicBezTo>
                <a:cubicBezTo>
                  <a:pt x="268" y="0"/>
                  <a:pt x="220" y="32"/>
                  <a:pt x="196" y="79"/>
                </a:cubicBezTo>
                <a:cubicBezTo>
                  <a:pt x="186" y="74"/>
                  <a:pt x="174" y="72"/>
                  <a:pt x="162" y="72"/>
                </a:cubicBezTo>
                <a:cubicBezTo>
                  <a:pt x="113" y="72"/>
                  <a:pt x="74" y="111"/>
                  <a:pt x="72" y="159"/>
                </a:cubicBezTo>
                <a:cubicBezTo>
                  <a:pt x="29" y="178"/>
                  <a:pt x="0" y="212"/>
                  <a:pt x="0" y="252"/>
                </a:cubicBezTo>
                <a:cubicBezTo>
                  <a:pt x="0" y="311"/>
                  <a:pt x="65" y="360"/>
                  <a:pt x="144" y="360"/>
                </a:cubicBezTo>
                <a:cubicBezTo>
                  <a:pt x="360" y="360"/>
                  <a:pt x="360" y="360"/>
                  <a:pt x="360" y="360"/>
                </a:cubicBezTo>
                <a:cubicBezTo>
                  <a:pt x="439" y="360"/>
                  <a:pt x="504" y="311"/>
                  <a:pt x="504" y="252"/>
                </a:cubicBezTo>
                <a:cubicBezTo>
                  <a:pt x="504" y="223"/>
                  <a:pt x="489" y="197"/>
                  <a:pt x="464" y="178"/>
                </a:cubicBezTo>
                <a:close/>
              </a:path>
            </a:pathLst>
          </a:custGeom>
          <a:solidFill>
            <a:schemeClr val="bg1">
              <a:alpha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 name="Rectangle 1">
            <a:extLst>
              <a:ext uri="{FF2B5EF4-FFF2-40B4-BE49-F238E27FC236}">
                <a16:creationId xmlns:a16="http://schemas.microsoft.com/office/drawing/2014/main" id="{E338153B-8489-4FC2-9A7F-3E1FD65132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5" name="Image 4">
            <a:extLst>
              <a:ext uri="{FF2B5EF4-FFF2-40B4-BE49-F238E27FC236}">
                <a16:creationId xmlns:a16="http://schemas.microsoft.com/office/drawing/2014/main" id="{5AF93E7A-180F-40C4-8CC1-1F7E0B486C93}"/>
              </a:ext>
            </a:extLst>
          </p:cNvPr>
          <p:cNvPicPr>
            <a:picLocks noChangeAspect="1"/>
          </p:cNvPicPr>
          <p:nvPr/>
        </p:nvPicPr>
        <p:blipFill>
          <a:blip r:embed="rId3"/>
          <a:stretch>
            <a:fillRect/>
          </a:stretch>
        </p:blipFill>
        <p:spPr>
          <a:xfrm>
            <a:off x="3089049" y="3115596"/>
            <a:ext cx="1606273" cy="1910478"/>
          </a:xfrm>
          <a:prstGeom prst="rect">
            <a:avLst/>
          </a:prstGeom>
        </p:spPr>
      </p:pic>
      <p:pic>
        <p:nvPicPr>
          <p:cNvPr id="11" name="Image 10">
            <a:extLst>
              <a:ext uri="{FF2B5EF4-FFF2-40B4-BE49-F238E27FC236}">
                <a16:creationId xmlns:a16="http://schemas.microsoft.com/office/drawing/2014/main" id="{6A6CBBCD-0843-4DCE-A6BE-0B988474E4B2}"/>
              </a:ext>
            </a:extLst>
          </p:cNvPr>
          <p:cNvPicPr>
            <a:picLocks noChangeAspect="1"/>
          </p:cNvPicPr>
          <p:nvPr/>
        </p:nvPicPr>
        <p:blipFill>
          <a:blip r:embed="rId4"/>
          <a:stretch>
            <a:fillRect/>
          </a:stretch>
        </p:blipFill>
        <p:spPr>
          <a:xfrm>
            <a:off x="8253934" y="1864248"/>
            <a:ext cx="1805473" cy="1362075"/>
          </a:xfrm>
          <a:prstGeom prst="rect">
            <a:avLst/>
          </a:prstGeom>
        </p:spPr>
      </p:pic>
    </p:spTree>
    <p:extLst>
      <p:ext uri="{BB962C8B-B14F-4D97-AF65-F5344CB8AC3E}">
        <p14:creationId xmlns:p14="http://schemas.microsoft.com/office/powerpoint/2010/main" val="2484805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92"/>
                                        </p:tgtEl>
                                        <p:attrNameLst>
                                          <p:attrName>style.visibility</p:attrName>
                                        </p:attrNameLst>
                                      </p:cBhvr>
                                      <p:to>
                                        <p:strVal val="visible"/>
                                      </p:to>
                                    </p:set>
                                    <p:anim calcmode="lin" valueType="num">
                                      <p:cBhvr>
                                        <p:cTn id="7" dur="500" fill="hold"/>
                                        <p:tgtEl>
                                          <p:spTgt spid="9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2"/>
                                        </p:tgtEl>
                                        <p:attrNameLst>
                                          <p:attrName>ppt_y</p:attrName>
                                        </p:attrNameLst>
                                      </p:cBhvr>
                                      <p:tavLst>
                                        <p:tav tm="0">
                                          <p:val>
                                            <p:strVal val="#ppt_y"/>
                                          </p:val>
                                        </p:tav>
                                        <p:tav tm="100000">
                                          <p:val>
                                            <p:strVal val="#ppt_y"/>
                                          </p:val>
                                        </p:tav>
                                      </p:tavLst>
                                    </p:anim>
                                    <p:anim calcmode="lin" valueType="num">
                                      <p:cBhvr>
                                        <p:cTn id="9" dur="500" fill="hold"/>
                                        <p:tgtEl>
                                          <p:spTgt spid="9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2"/>
                                        </p:tgtEl>
                                      </p:cBhvr>
                                    </p:animEffect>
                                  </p:childTnLst>
                                </p:cTn>
                              </p:par>
                            </p:childTnLst>
                          </p:cTn>
                        </p:par>
                        <p:par>
                          <p:cTn id="12" fill="hold">
                            <p:stCondLst>
                              <p:cond delay="1600"/>
                            </p:stCondLst>
                            <p:childTnLst>
                              <p:par>
                                <p:cTn id="13" presetID="42" presetClass="entr" presetSubtype="0" fill="hold" grpId="0"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fade">
                                      <p:cBhvr>
                                        <p:cTn id="15" dur="1000"/>
                                        <p:tgtEl>
                                          <p:spTgt spid="99"/>
                                        </p:tgtEl>
                                      </p:cBhvr>
                                    </p:animEffect>
                                    <p:anim calcmode="lin" valueType="num">
                                      <p:cBhvr>
                                        <p:cTn id="16" dur="1000" fill="hold"/>
                                        <p:tgtEl>
                                          <p:spTgt spid="99"/>
                                        </p:tgtEl>
                                        <p:attrNameLst>
                                          <p:attrName>ppt_x</p:attrName>
                                        </p:attrNameLst>
                                      </p:cBhvr>
                                      <p:tavLst>
                                        <p:tav tm="0">
                                          <p:val>
                                            <p:strVal val="#ppt_x"/>
                                          </p:val>
                                        </p:tav>
                                        <p:tav tm="100000">
                                          <p:val>
                                            <p:strVal val="#ppt_x"/>
                                          </p:val>
                                        </p:tav>
                                      </p:tavLst>
                                    </p:anim>
                                    <p:anim calcmode="lin" valueType="num">
                                      <p:cBhvr>
                                        <p:cTn id="17"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076"/>
        </a:solidFill>
        <a:ln>
          <a:noFill/>
        </a:ln>
      </a:spPr>
      <a:bodyPr wrap="square" rtlCol="0" anchor="ctr">
        <a:noAutofit/>
      </a:bodyP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0318FB82DD0D48A1E1AB26A4804BCC" ma:contentTypeVersion="2" ma:contentTypeDescription="Create a new document." ma:contentTypeScope="" ma:versionID="ca492abd8cecff59faf619691e64e53e">
  <xsd:schema xmlns:xsd="http://www.w3.org/2001/XMLSchema" xmlns:xs="http://www.w3.org/2001/XMLSchema" xmlns:p="http://schemas.microsoft.com/office/2006/metadata/properties" xmlns:ns3="d5dfa0e5-2a5e-45e1-812a-544b87f58137" targetNamespace="http://schemas.microsoft.com/office/2006/metadata/properties" ma:root="true" ma:fieldsID="9cae49af545e8f17b2c3b3ded0826fc2" ns3:_="">
    <xsd:import namespace="d5dfa0e5-2a5e-45e1-812a-544b87f58137"/>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dfa0e5-2a5e-45e1-812a-544b87f581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AAABE9-A0AC-4F06-9DD3-DD2B95249C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dfa0e5-2a5e-45e1-812a-544b87f581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B07EE3-C082-4012-8289-3DB5D772A76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d5dfa0e5-2a5e-45e1-812a-544b87f58137"/>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2292BBDE-9732-4CA2-81F5-7F7D7383F6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14048</TotalTime>
  <Words>3687</Words>
  <Application>Microsoft Office PowerPoint</Application>
  <PresentationFormat>Grand écran</PresentationFormat>
  <Paragraphs>590</Paragraphs>
  <Slides>43</Slides>
  <Notes>42</Notes>
  <HiddenSlides>0</HiddenSlides>
  <MMClips>0</MMClips>
  <ScaleCrop>false</ScaleCrop>
  <HeadingPairs>
    <vt:vector size="6" baseType="variant">
      <vt:variant>
        <vt:lpstr>Polices utilisées</vt:lpstr>
      </vt:variant>
      <vt:variant>
        <vt:i4>15</vt:i4>
      </vt:variant>
      <vt:variant>
        <vt:lpstr>Thème</vt:lpstr>
      </vt:variant>
      <vt:variant>
        <vt:i4>1</vt:i4>
      </vt:variant>
      <vt:variant>
        <vt:lpstr>Titres des diapositives</vt:lpstr>
      </vt:variant>
      <vt:variant>
        <vt:i4>43</vt:i4>
      </vt:variant>
    </vt:vector>
  </HeadingPairs>
  <TitlesOfParts>
    <vt:vector size="59" baseType="lpstr">
      <vt:lpstr>Arial</vt:lpstr>
      <vt:lpstr>Calibri</vt:lpstr>
      <vt:lpstr>Calibri Light</vt:lpstr>
      <vt:lpstr>Cambria</vt:lpstr>
      <vt:lpstr>Century Gothic</vt:lpstr>
      <vt:lpstr>Nunito</vt:lpstr>
      <vt:lpstr>Roboto</vt:lpstr>
      <vt:lpstr>Roboto Condensed Light</vt:lpstr>
      <vt:lpstr>Signika</vt:lpstr>
      <vt:lpstr>Söhne</vt:lpstr>
      <vt:lpstr>Source Sans Pro</vt:lpstr>
      <vt:lpstr>Symbol</vt:lpstr>
      <vt:lpstr>Times New Roman</vt:lpstr>
      <vt:lpstr>ui-sans-serif</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BELGHITH</dc:creator>
  <cp:lastModifiedBy>User</cp:lastModifiedBy>
  <cp:revision>73</cp:revision>
  <dcterms:created xsi:type="dcterms:W3CDTF">2023-06-07T22:25:35Z</dcterms:created>
  <dcterms:modified xsi:type="dcterms:W3CDTF">2024-06-11T05:07:11Z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0x010100AD0318FB82DD0D48A1E1AB26A4804BCC</vt:lpwstr>
  </property>
</Properties>
</file>